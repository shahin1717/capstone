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5" r:id="rId6"/>
    <p:sldId id="313" r:id="rId7"/>
    <p:sldId id="259" r:id="rId8"/>
    <p:sldId id="314" r:id="rId9"/>
    <p:sldId id="315" r:id="rId10"/>
    <p:sldId id="316" r:id="rId11"/>
  </p:sldIdLst>
  <p:sldSz cx="9144000" cy="5143500" type="screen16x9"/>
  <p:notesSz cx="6858000" cy="9144000"/>
  <p:embeddedFontLst>
    <p:embeddedFont>
      <p:font typeface="Bahnschrift Light SemiCondensed" panose="020B0502040204020203" pitchFamily="34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DM Sans" panose="020B0604020202020204" charset="0"/>
      <p:regular r:id="rId15"/>
      <p:bold r:id="rId16"/>
      <p:italic r:id="rId17"/>
      <p:boldItalic r:id="rId18"/>
    </p:embeddedFont>
    <p:embeddedFont>
      <p:font typeface="Maven Pro" panose="020B0604020202020204" charset="0"/>
      <p:regular r:id="rId19"/>
      <p:bold r:id="rId20"/>
    </p:embeddedFont>
    <p:embeddedFont>
      <p:font typeface="MuseoModerno Medium" panose="020B0604020202020204" charset="0"/>
      <p:regular r:id="rId21"/>
      <p:bold r:id="rId22"/>
      <p:italic r:id="rId23"/>
      <p:boldItalic r:id="rId24"/>
    </p:embeddedFont>
    <p:embeddedFont>
      <p:font typeface="Nunito Light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409B0C-8379-4DE5-80CF-3AC4F21B121B}">
  <a:tblStyle styleId="{BB409B0C-8379-4DE5-80CF-3AC4F21B12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836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377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623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8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2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2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4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5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6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7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8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66" r:id="rId6"/>
    <p:sldLayoutId id="2147483668" r:id="rId7"/>
    <p:sldLayoutId id="2147483678" r:id="rId8"/>
    <p:sldLayoutId id="214748367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ctrTitle"/>
          </p:nvPr>
        </p:nvSpPr>
        <p:spPr>
          <a:xfrm>
            <a:off x="407843" y="545720"/>
            <a:ext cx="4588723" cy="30305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 dirty="0"/>
            </a:br>
            <a:r>
              <a:rPr lang="en-US" sz="3200" dirty="0"/>
              <a:t>Math4AI Capstone</a:t>
            </a:r>
            <a:br>
              <a:rPr lang="en-US" sz="3200" dirty="0"/>
            </a:br>
            <a:br>
              <a:rPr lang="en-US" sz="2000" dirty="0"/>
            </a:br>
            <a:r>
              <a:rPr lang="en-US" sz="2000" dirty="0"/>
              <a:t>From Linear Scores to a Single Hidden Layer: A Mathematical Study of Simple Learning Systems</a:t>
            </a:r>
            <a:br>
              <a:rPr lang="en-US" sz="2000" dirty="0"/>
            </a:br>
            <a:br>
              <a:rPr lang="en-US" sz="2000" dirty="0"/>
            </a:br>
            <a:endParaRPr sz="6000" dirty="0"/>
          </a:p>
        </p:txBody>
      </p:sp>
      <p:sp>
        <p:nvSpPr>
          <p:cNvPr id="348" name="Google Shape;348;p37"/>
          <p:cNvSpPr txBox="1">
            <a:spLocks noGrp="1"/>
          </p:cNvSpPr>
          <p:nvPr>
            <p:ph type="subTitle" idx="1"/>
          </p:nvPr>
        </p:nvSpPr>
        <p:spPr>
          <a:xfrm>
            <a:off x="631592" y="2834799"/>
            <a:ext cx="3928800" cy="1546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Students: Shahin Alakparov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 Davud Gurbanov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 Murad Asgarov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 Gurban Burjuzada</a:t>
            </a:r>
            <a:endParaRPr dirty="0"/>
          </a:p>
        </p:txBody>
      </p:sp>
      <p:grpSp>
        <p:nvGrpSpPr>
          <p:cNvPr id="349" name="Google Shape;349;p37"/>
          <p:cNvGrpSpPr/>
          <p:nvPr/>
        </p:nvGrpSpPr>
        <p:grpSpPr>
          <a:xfrm>
            <a:off x="713225" y="4473700"/>
            <a:ext cx="1009703" cy="130500"/>
            <a:chOff x="5461400" y="616025"/>
            <a:chExt cx="1009703" cy="130500"/>
          </a:xfrm>
        </p:grpSpPr>
        <p:sp>
          <p:nvSpPr>
            <p:cNvPr id="350" name="Google Shape;350;p3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37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56" name="Google Shape;356;p3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7"/>
          <p:cNvGrpSpPr/>
          <p:nvPr/>
        </p:nvGrpSpPr>
        <p:grpSpPr>
          <a:xfrm>
            <a:off x="4956226" y="1365465"/>
            <a:ext cx="3572387" cy="3257593"/>
            <a:chOff x="4184875" y="456475"/>
            <a:chExt cx="2059725" cy="1878225"/>
          </a:xfrm>
        </p:grpSpPr>
        <p:sp>
          <p:nvSpPr>
            <p:cNvPr id="362" name="Google Shape;362;p37"/>
            <p:cNvSpPr/>
            <p:nvPr/>
          </p:nvSpPr>
          <p:spPr>
            <a:xfrm>
              <a:off x="4184875" y="545375"/>
              <a:ext cx="2059725" cy="1685325"/>
            </a:xfrm>
            <a:custGeom>
              <a:avLst/>
              <a:gdLst/>
              <a:ahLst/>
              <a:cxnLst/>
              <a:rect l="l" t="t" r="r" b="b"/>
              <a:pathLst>
                <a:path w="82389" h="67413" extrusionOk="0">
                  <a:moveTo>
                    <a:pt x="46320" y="1"/>
                  </a:moveTo>
                  <a:cubicBezTo>
                    <a:pt x="36850" y="1"/>
                    <a:pt x="27340" y="2706"/>
                    <a:pt x="19084" y="4883"/>
                  </a:cubicBezTo>
                  <a:cubicBezTo>
                    <a:pt x="6887" y="8101"/>
                    <a:pt x="0" y="17947"/>
                    <a:pt x="2076" y="28610"/>
                  </a:cubicBezTo>
                  <a:cubicBezTo>
                    <a:pt x="4150" y="39273"/>
                    <a:pt x="14269" y="39197"/>
                    <a:pt x="23138" y="49145"/>
                  </a:cubicBezTo>
                  <a:cubicBezTo>
                    <a:pt x="32008" y="59091"/>
                    <a:pt x="32857" y="63055"/>
                    <a:pt x="45743" y="66667"/>
                  </a:cubicBezTo>
                  <a:cubicBezTo>
                    <a:pt x="47543" y="67171"/>
                    <a:pt x="49380" y="67412"/>
                    <a:pt x="51223" y="67412"/>
                  </a:cubicBezTo>
                  <a:cubicBezTo>
                    <a:pt x="62579" y="67412"/>
                    <a:pt x="74120" y="58262"/>
                    <a:pt x="77944" y="45243"/>
                  </a:cubicBezTo>
                  <a:cubicBezTo>
                    <a:pt x="82389" y="30109"/>
                    <a:pt x="77932" y="19689"/>
                    <a:pt x="77932" y="19689"/>
                  </a:cubicBezTo>
                  <a:cubicBezTo>
                    <a:pt x="77932" y="19689"/>
                    <a:pt x="73217" y="7108"/>
                    <a:pt x="59718" y="2203"/>
                  </a:cubicBezTo>
                  <a:cubicBezTo>
                    <a:pt x="55355" y="618"/>
                    <a:pt x="50842" y="1"/>
                    <a:pt x="46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4923300" y="1162900"/>
              <a:ext cx="81775" cy="1067250"/>
            </a:xfrm>
            <a:custGeom>
              <a:avLst/>
              <a:gdLst/>
              <a:ahLst/>
              <a:cxnLst/>
              <a:rect l="l" t="t" r="r" b="b"/>
              <a:pathLst>
                <a:path w="3271" h="42690" extrusionOk="0">
                  <a:moveTo>
                    <a:pt x="3270" y="0"/>
                  </a:moveTo>
                  <a:cubicBezTo>
                    <a:pt x="1466" y="2"/>
                    <a:pt x="4" y="1464"/>
                    <a:pt x="1" y="3270"/>
                  </a:cubicBezTo>
                  <a:lnTo>
                    <a:pt x="1" y="42689"/>
                  </a:lnTo>
                  <a:lnTo>
                    <a:pt x="641" y="42689"/>
                  </a:lnTo>
                  <a:lnTo>
                    <a:pt x="641" y="3270"/>
                  </a:lnTo>
                  <a:cubicBezTo>
                    <a:pt x="642" y="1818"/>
                    <a:pt x="1819" y="640"/>
                    <a:pt x="3270" y="639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5050725" y="488750"/>
              <a:ext cx="81750" cy="1694450"/>
            </a:xfrm>
            <a:custGeom>
              <a:avLst/>
              <a:gdLst/>
              <a:ahLst/>
              <a:cxnLst/>
              <a:rect l="l" t="t" r="r" b="b"/>
              <a:pathLst>
                <a:path w="3270" h="67778" extrusionOk="0">
                  <a:moveTo>
                    <a:pt x="3270" y="0"/>
                  </a:moveTo>
                  <a:cubicBezTo>
                    <a:pt x="1465" y="3"/>
                    <a:pt x="2" y="1467"/>
                    <a:pt x="0" y="3271"/>
                  </a:cubicBezTo>
                  <a:lnTo>
                    <a:pt x="0" y="67778"/>
                  </a:lnTo>
                  <a:lnTo>
                    <a:pt x="641" y="67778"/>
                  </a:lnTo>
                  <a:lnTo>
                    <a:pt x="641" y="3271"/>
                  </a:lnTo>
                  <a:cubicBezTo>
                    <a:pt x="642" y="1819"/>
                    <a:pt x="1818" y="642"/>
                    <a:pt x="3270" y="640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5544850" y="1122425"/>
              <a:ext cx="111975" cy="1161400"/>
            </a:xfrm>
            <a:custGeom>
              <a:avLst/>
              <a:gdLst/>
              <a:ahLst/>
              <a:cxnLst/>
              <a:rect l="l" t="t" r="r" b="b"/>
              <a:pathLst>
                <a:path w="4479" h="46456" extrusionOk="0">
                  <a:moveTo>
                    <a:pt x="1" y="1"/>
                  </a:moveTo>
                  <a:lnTo>
                    <a:pt x="1" y="639"/>
                  </a:lnTo>
                  <a:lnTo>
                    <a:pt x="806" y="639"/>
                  </a:lnTo>
                  <a:cubicBezTo>
                    <a:pt x="2480" y="642"/>
                    <a:pt x="3836" y="1999"/>
                    <a:pt x="3839" y="3672"/>
                  </a:cubicBezTo>
                  <a:lnTo>
                    <a:pt x="3839" y="46456"/>
                  </a:lnTo>
                  <a:lnTo>
                    <a:pt x="4478" y="46456"/>
                  </a:lnTo>
                  <a:lnTo>
                    <a:pt x="4478" y="3672"/>
                  </a:lnTo>
                  <a:cubicBezTo>
                    <a:pt x="4475" y="1646"/>
                    <a:pt x="2833" y="4"/>
                    <a:pt x="8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5023700" y="682675"/>
              <a:ext cx="349025" cy="911850"/>
            </a:xfrm>
            <a:custGeom>
              <a:avLst/>
              <a:gdLst/>
              <a:ahLst/>
              <a:cxnLst/>
              <a:rect l="l" t="t" r="r" b="b"/>
              <a:pathLst>
                <a:path w="13961" h="36474" extrusionOk="0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5020950" y="680025"/>
              <a:ext cx="354425" cy="917250"/>
            </a:xfrm>
            <a:custGeom>
              <a:avLst/>
              <a:gdLst/>
              <a:ahLst/>
              <a:cxnLst/>
              <a:rect l="l" t="t" r="r" b="b"/>
              <a:pathLst>
                <a:path w="14177" h="36690" extrusionOk="0">
                  <a:moveTo>
                    <a:pt x="12739" y="214"/>
                  </a:moveTo>
                  <a:cubicBezTo>
                    <a:pt x="13415" y="215"/>
                    <a:pt x="13963" y="763"/>
                    <a:pt x="13963" y="1437"/>
                  </a:cubicBezTo>
                  <a:lnTo>
                    <a:pt x="13963" y="35251"/>
                  </a:lnTo>
                  <a:cubicBezTo>
                    <a:pt x="13962" y="35927"/>
                    <a:pt x="13415" y="36475"/>
                    <a:pt x="12739" y="36475"/>
                  </a:cubicBezTo>
                  <a:lnTo>
                    <a:pt x="1437" y="36475"/>
                  </a:lnTo>
                  <a:cubicBezTo>
                    <a:pt x="761" y="36475"/>
                    <a:pt x="215" y="35927"/>
                    <a:pt x="213" y="35251"/>
                  </a:cubicBezTo>
                  <a:lnTo>
                    <a:pt x="213" y="1446"/>
                  </a:lnTo>
                  <a:cubicBezTo>
                    <a:pt x="215" y="770"/>
                    <a:pt x="761" y="224"/>
                    <a:pt x="1437" y="223"/>
                  </a:cubicBezTo>
                  <a:lnTo>
                    <a:pt x="12739" y="214"/>
                  </a:lnTo>
                  <a:close/>
                  <a:moveTo>
                    <a:pt x="1437" y="1"/>
                  </a:moveTo>
                  <a:cubicBezTo>
                    <a:pt x="645" y="4"/>
                    <a:pt x="2" y="645"/>
                    <a:pt x="0" y="1437"/>
                  </a:cubicBezTo>
                  <a:lnTo>
                    <a:pt x="0" y="35251"/>
                  </a:lnTo>
                  <a:cubicBezTo>
                    <a:pt x="2" y="36045"/>
                    <a:pt x="645" y="36687"/>
                    <a:pt x="1437" y="36690"/>
                  </a:cubicBezTo>
                  <a:lnTo>
                    <a:pt x="12739" y="36690"/>
                  </a:lnTo>
                  <a:cubicBezTo>
                    <a:pt x="13533" y="36688"/>
                    <a:pt x="14176" y="36045"/>
                    <a:pt x="14176" y="35251"/>
                  </a:cubicBezTo>
                  <a:lnTo>
                    <a:pt x="14176" y="1437"/>
                  </a:lnTo>
                  <a:cubicBezTo>
                    <a:pt x="14176" y="644"/>
                    <a:pt x="13533" y="2"/>
                    <a:pt x="127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5023700" y="682675"/>
              <a:ext cx="349025" cy="911850"/>
            </a:xfrm>
            <a:custGeom>
              <a:avLst/>
              <a:gdLst/>
              <a:ahLst/>
              <a:cxnLst/>
              <a:rect l="l" t="t" r="r" b="b"/>
              <a:pathLst>
                <a:path w="13961" h="36474" extrusionOk="0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4651575" y="2141725"/>
              <a:ext cx="93125" cy="121950"/>
            </a:xfrm>
            <a:custGeom>
              <a:avLst/>
              <a:gdLst/>
              <a:ahLst/>
              <a:cxnLst/>
              <a:rect l="l" t="t" r="r" b="b"/>
              <a:pathLst>
                <a:path w="3725" h="4878" extrusionOk="0">
                  <a:moveTo>
                    <a:pt x="1863" y="0"/>
                  </a:moveTo>
                  <a:cubicBezTo>
                    <a:pt x="834" y="0"/>
                    <a:pt x="0" y="834"/>
                    <a:pt x="0" y="1863"/>
                  </a:cubicBezTo>
                  <a:lnTo>
                    <a:pt x="0" y="2600"/>
                  </a:lnTo>
                  <a:lnTo>
                    <a:pt x="641" y="2600"/>
                  </a:lnTo>
                  <a:lnTo>
                    <a:pt x="641" y="1863"/>
                  </a:lnTo>
                  <a:cubicBezTo>
                    <a:pt x="641" y="1187"/>
                    <a:pt x="1187" y="640"/>
                    <a:pt x="1863" y="640"/>
                  </a:cubicBezTo>
                  <a:cubicBezTo>
                    <a:pt x="2538" y="640"/>
                    <a:pt x="3084" y="1187"/>
                    <a:pt x="3084" y="1863"/>
                  </a:cubicBezTo>
                  <a:lnTo>
                    <a:pt x="3084" y="4878"/>
                  </a:lnTo>
                  <a:lnTo>
                    <a:pt x="3724" y="4878"/>
                  </a:lnTo>
                  <a:lnTo>
                    <a:pt x="3724" y="1863"/>
                  </a:lnTo>
                  <a:cubicBezTo>
                    <a:pt x="3724" y="834"/>
                    <a:pt x="2891" y="0"/>
                    <a:pt x="18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5665950" y="2141675"/>
              <a:ext cx="93150" cy="122000"/>
            </a:xfrm>
            <a:custGeom>
              <a:avLst/>
              <a:gdLst/>
              <a:ahLst/>
              <a:cxnLst/>
              <a:rect l="l" t="t" r="r" b="b"/>
              <a:pathLst>
                <a:path w="3726" h="4880" extrusionOk="0">
                  <a:moveTo>
                    <a:pt x="1864" y="1"/>
                  </a:moveTo>
                  <a:cubicBezTo>
                    <a:pt x="1863" y="1"/>
                    <a:pt x="1862" y="1"/>
                    <a:pt x="1862" y="1"/>
                  </a:cubicBezTo>
                  <a:cubicBezTo>
                    <a:pt x="833" y="2"/>
                    <a:pt x="0" y="836"/>
                    <a:pt x="2" y="1865"/>
                  </a:cubicBezTo>
                  <a:lnTo>
                    <a:pt x="2" y="4880"/>
                  </a:lnTo>
                  <a:lnTo>
                    <a:pt x="642" y="4880"/>
                  </a:lnTo>
                  <a:lnTo>
                    <a:pt x="642" y="1860"/>
                  </a:lnTo>
                  <a:cubicBezTo>
                    <a:pt x="642" y="1187"/>
                    <a:pt x="1189" y="641"/>
                    <a:pt x="1862" y="641"/>
                  </a:cubicBezTo>
                  <a:cubicBezTo>
                    <a:pt x="1863" y="641"/>
                    <a:pt x="1864" y="641"/>
                    <a:pt x="1864" y="641"/>
                  </a:cubicBezTo>
                  <a:cubicBezTo>
                    <a:pt x="2540" y="641"/>
                    <a:pt x="3085" y="1189"/>
                    <a:pt x="3085" y="1865"/>
                  </a:cubicBezTo>
                  <a:lnTo>
                    <a:pt x="3085" y="2602"/>
                  </a:lnTo>
                  <a:lnTo>
                    <a:pt x="3726" y="2602"/>
                  </a:lnTo>
                  <a:lnTo>
                    <a:pt x="3726" y="1860"/>
                  </a:lnTo>
                  <a:cubicBezTo>
                    <a:pt x="3724" y="834"/>
                    <a:pt x="2890" y="1"/>
                    <a:pt x="18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5759775" y="2143250"/>
              <a:ext cx="93200" cy="120425"/>
            </a:xfrm>
            <a:custGeom>
              <a:avLst/>
              <a:gdLst/>
              <a:ahLst/>
              <a:cxnLst/>
              <a:rect l="l" t="t" r="r" b="b"/>
              <a:pathLst>
                <a:path w="3728" h="4817" extrusionOk="0">
                  <a:moveTo>
                    <a:pt x="1862" y="1"/>
                  </a:moveTo>
                  <a:cubicBezTo>
                    <a:pt x="862" y="1"/>
                    <a:pt x="36" y="795"/>
                    <a:pt x="1" y="1802"/>
                  </a:cubicBezTo>
                  <a:lnTo>
                    <a:pt x="1" y="4817"/>
                  </a:lnTo>
                  <a:lnTo>
                    <a:pt x="641" y="4817"/>
                  </a:lnTo>
                  <a:lnTo>
                    <a:pt x="641" y="1802"/>
                  </a:lnTo>
                  <a:cubicBezTo>
                    <a:pt x="668" y="1165"/>
                    <a:pt x="1177" y="655"/>
                    <a:pt x="1813" y="629"/>
                  </a:cubicBezTo>
                  <a:cubicBezTo>
                    <a:pt x="1830" y="628"/>
                    <a:pt x="1846" y="628"/>
                    <a:pt x="1863" y="628"/>
                  </a:cubicBezTo>
                  <a:cubicBezTo>
                    <a:pt x="2517" y="628"/>
                    <a:pt x="3060" y="1143"/>
                    <a:pt x="3087" y="1802"/>
                  </a:cubicBezTo>
                  <a:lnTo>
                    <a:pt x="3087" y="2539"/>
                  </a:lnTo>
                  <a:lnTo>
                    <a:pt x="3728" y="2539"/>
                  </a:lnTo>
                  <a:lnTo>
                    <a:pt x="3728" y="1802"/>
                  </a:lnTo>
                  <a:cubicBezTo>
                    <a:pt x="3693" y="821"/>
                    <a:pt x="2907" y="35"/>
                    <a:pt x="1928" y="2"/>
                  </a:cubicBezTo>
                  <a:cubicBezTo>
                    <a:pt x="1906" y="1"/>
                    <a:pt x="1884" y="1"/>
                    <a:pt x="18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554500" y="2143250"/>
              <a:ext cx="93150" cy="120425"/>
            </a:xfrm>
            <a:custGeom>
              <a:avLst/>
              <a:gdLst/>
              <a:ahLst/>
              <a:cxnLst/>
              <a:rect l="l" t="t" r="r" b="b"/>
              <a:pathLst>
                <a:path w="3726" h="4817" extrusionOk="0">
                  <a:moveTo>
                    <a:pt x="1860" y="1"/>
                  </a:moveTo>
                  <a:cubicBezTo>
                    <a:pt x="862" y="1"/>
                    <a:pt x="34" y="795"/>
                    <a:pt x="0" y="1802"/>
                  </a:cubicBezTo>
                  <a:lnTo>
                    <a:pt x="0" y="2539"/>
                  </a:lnTo>
                  <a:lnTo>
                    <a:pt x="641" y="2539"/>
                  </a:lnTo>
                  <a:lnTo>
                    <a:pt x="641" y="1802"/>
                  </a:lnTo>
                  <a:cubicBezTo>
                    <a:pt x="667" y="1165"/>
                    <a:pt x="1177" y="655"/>
                    <a:pt x="1812" y="629"/>
                  </a:cubicBezTo>
                  <a:cubicBezTo>
                    <a:pt x="1829" y="628"/>
                    <a:pt x="1846" y="628"/>
                    <a:pt x="1862" y="628"/>
                  </a:cubicBezTo>
                  <a:cubicBezTo>
                    <a:pt x="2516" y="628"/>
                    <a:pt x="3059" y="1143"/>
                    <a:pt x="3087" y="1802"/>
                  </a:cubicBezTo>
                  <a:lnTo>
                    <a:pt x="3087" y="4817"/>
                  </a:lnTo>
                  <a:lnTo>
                    <a:pt x="3726" y="4817"/>
                  </a:lnTo>
                  <a:lnTo>
                    <a:pt x="3726" y="1802"/>
                  </a:lnTo>
                  <a:cubicBezTo>
                    <a:pt x="3693" y="821"/>
                    <a:pt x="2907" y="35"/>
                    <a:pt x="1926" y="2"/>
                  </a:cubicBezTo>
                  <a:cubicBezTo>
                    <a:pt x="1904" y="1"/>
                    <a:pt x="1882" y="1"/>
                    <a:pt x="1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486150" y="2221975"/>
              <a:ext cx="1424225" cy="109975"/>
            </a:xfrm>
            <a:custGeom>
              <a:avLst/>
              <a:gdLst/>
              <a:ahLst/>
              <a:cxnLst/>
              <a:rect l="l" t="t" r="r" b="b"/>
              <a:pathLst>
                <a:path w="56969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969" y="4399"/>
                  </a:lnTo>
                  <a:lnTo>
                    <a:pt x="5696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4483475" y="2219300"/>
              <a:ext cx="1429500" cy="115400"/>
            </a:xfrm>
            <a:custGeom>
              <a:avLst/>
              <a:gdLst/>
              <a:ahLst/>
              <a:cxnLst/>
              <a:rect l="l" t="t" r="r" b="b"/>
              <a:pathLst>
                <a:path w="57180" h="4616" extrusionOk="0">
                  <a:moveTo>
                    <a:pt x="56967" y="213"/>
                  </a:moveTo>
                  <a:lnTo>
                    <a:pt x="56967" y="4401"/>
                  </a:lnTo>
                  <a:lnTo>
                    <a:pt x="213" y="4401"/>
                  </a:lnTo>
                  <a:lnTo>
                    <a:pt x="212" y="213"/>
                  </a:lnTo>
                  <a:close/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4509"/>
                  </a:lnTo>
                  <a:cubicBezTo>
                    <a:pt x="0" y="4568"/>
                    <a:pt x="48" y="4616"/>
                    <a:pt x="108" y="4616"/>
                  </a:cubicBezTo>
                  <a:lnTo>
                    <a:pt x="57074" y="4616"/>
                  </a:lnTo>
                  <a:cubicBezTo>
                    <a:pt x="57129" y="4616"/>
                    <a:pt x="57175" y="4573"/>
                    <a:pt x="57180" y="4518"/>
                  </a:cubicBezTo>
                  <a:lnTo>
                    <a:pt x="57180" y="107"/>
                  </a:lnTo>
                  <a:cubicBezTo>
                    <a:pt x="57180" y="48"/>
                    <a:pt x="57132" y="0"/>
                    <a:pt x="570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4532300" y="2189925"/>
              <a:ext cx="53675" cy="33550"/>
            </a:xfrm>
            <a:custGeom>
              <a:avLst/>
              <a:gdLst/>
              <a:ahLst/>
              <a:cxnLst/>
              <a:rect l="l" t="t" r="r" b="b"/>
              <a:pathLst>
                <a:path w="2147" h="1342" extrusionOk="0">
                  <a:moveTo>
                    <a:pt x="1" y="0"/>
                  </a:moveTo>
                  <a:lnTo>
                    <a:pt x="1" y="1342"/>
                  </a:lnTo>
                  <a:lnTo>
                    <a:pt x="2147" y="1342"/>
                  </a:lnTo>
                  <a:lnTo>
                    <a:pt x="21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4632925" y="2189925"/>
              <a:ext cx="53675" cy="33550"/>
            </a:xfrm>
            <a:custGeom>
              <a:avLst/>
              <a:gdLst/>
              <a:ahLst/>
              <a:cxnLst/>
              <a:rect l="l" t="t" r="r" b="b"/>
              <a:pathLst>
                <a:path w="2147" h="1342" extrusionOk="0">
                  <a:moveTo>
                    <a:pt x="1" y="0"/>
                  </a:moveTo>
                  <a:lnTo>
                    <a:pt x="1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719250" y="2189925"/>
              <a:ext cx="53625" cy="33550"/>
            </a:xfrm>
            <a:custGeom>
              <a:avLst/>
              <a:gdLst/>
              <a:ahLst/>
              <a:cxnLst/>
              <a:rect l="l" t="t" r="r" b="b"/>
              <a:pathLst>
                <a:path w="2145" h="1342" extrusionOk="0">
                  <a:moveTo>
                    <a:pt x="0" y="0"/>
                  </a:moveTo>
                  <a:lnTo>
                    <a:pt x="0" y="1342"/>
                  </a:lnTo>
                  <a:lnTo>
                    <a:pt x="2145" y="1342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5819800" y="2189925"/>
              <a:ext cx="53650" cy="33550"/>
            </a:xfrm>
            <a:custGeom>
              <a:avLst/>
              <a:gdLst/>
              <a:ahLst/>
              <a:cxnLst/>
              <a:rect l="l" t="t" r="r" b="b"/>
              <a:pathLst>
                <a:path w="2146" h="1342" extrusionOk="0">
                  <a:moveTo>
                    <a:pt x="0" y="0"/>
                  </a:moveTo>
                  <a:lnTo>
                    <a:pt x="0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5151375" y="1601450"/>
              <a:ext cx="93750" cy="179275"/>
            </a:xfrm>
            <a:custGeom>
              <a:avLst/>
              <a:gdLst/>
              <a:ahLst/>
              <a:cxnLst/>
              <a:rect l="l" t="t" r="r" b="b"/>
              <a:pathLst>
                <a:path w="3750" h="7171" extrusionOk="0">
                  <a:moveTo>
                    <a:pt x="0" y="1"/>
                  </a:moveTo>
                  <a:lnTo>
                    <a:pt x="0" y="7170"/>
                  </a:lnTo>
                  <a:lnTo>
                    <a:pt x="3749" y="7170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5148725" y="1598775"/>
              <a:ext cx="99050" cy="184650"/>
            </a:xfrm>
            <a:custGeom>
              <a:avLst/>
              <a:gdLst/>
              <a:ahLst/>
              <a:cxnLst/>
              <a:rect l="l" t="t" r="r" b="b"/>
              <a:pathLst>
                <a:path w="3962" h="7386" extrusionOk="0">
                  <a:moveTo>
                    <a:pt x="3747" y="214"/>
                  </a:moveTo>
                  <a:lnTo>
                    <a:pt x="3747" y="7173"/>
                  </a:lnTo>
                  <a:lnTo>
                    <a:pt x="214" y="7173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7279"/>
                  </a:lnTo>
                  <a:cubicBezTo>
                    <a:pt x="1" y="7338"/>
                    <a:pt x="48" y="7386"/>
                    <a:pt x="108" y="7386"/>
                  </a:cubicBezTo>
                  <a:lnTo>
                    <a:pt x="3854" y="7386"/>
                  </a:lnTo>
                  <a:cubicBezTo>
                    <a:pt x="3914" y="7386"/>
                    <a:pt x="3961" y="7338"/>
                    <a:pt x="3961" y="7279"/>
                  </a:cubicBezTo>
                  <a:lnTo>
                    <a:pt x="3961" y="108"/>
                  </a:lnTo>
                  <a:cubicBezTo>
                    <a:pt x="3961" y="48"/>
                    <a:pt x="3914" y="1"/>
                    <a:pt x="38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5127725" y="1682950"/>
              <a:ext cx="141075" cy="179275"/>
            </a:xfrm>
            <a:custGeom>
              <a:avLst/>
              <a:gdLst/>
              <a:ahLst/>
              <a:cxnLst/>
              <a:rect l="l" t="t" r="r" b="b"/>
              <a:pathLst>
                <a:path w="5643" h="7171" extrusionOk="0">
                  <a:moveTo>
                    <a:pt x="1" y="0"/>
                  </a:moveTo>
                  <a:lnTo>
                    <a:pt x="1" y="7171"/>
                  </a:lnTo>
                  <a:lnTo>
                    <a:pt x="5642" y="7171"/>
                  </a:lnTo>
                  <a:lnTo>
                    <a:pt x="56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125050" y="1680250"/>
              <a:ext cx="146400" cy="184625"/>
            </a:xfrm>
            <a:custGeom>
              <a:avLst/>
              <a:gdLst/>
              <a:ahLst/>
              <a:cxnLst/>
              <a:rect l="l" t="t" r="r" b="b"/>
              <a:pathLst>
                <a:path w="5856" h="7385" extrusionOk="0">
                  <a:moveTo>
                    <a:pt x="5641" y="214"/>
                  </a:moveTo>
                  <a:lnTo>
                    <a:pt x="5641" y="7172"/>
                  </a:lnTo>
                  <a:lnTo>
                    <a:pt x="203" y="7172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7279"/>
                  </a:lnTo>
                  <a:cubicBezTo>
                    <a:pt x="1" y="7337"/>
                    <a:pt x="48" y="7385"/>
                    <a:pt x="108" y="7385"/>
                  </a:cubicBezTo>
                  <a:lnTo>
                    <a:pt x="5748" y="7385"/>
                  </a:lnTo>
                  <a:cubicBezTo>
                    <a:pt x="5808" y="7385"/>
                    <a:pt x="5855" y="7337"/>
                    <a:pt x="5855" y="7279"/>
                  </a:cubicBezTo>
                  <a:lnTo>
                    <a:pt x="5855" y="107"/>
                  </a:lnTo>
                  <a:cubicBezTo>
                    <a:pt x="5855" y="49"/>
                    <a:pt x="5806" y="1"/>
                    <a:pt x="57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5101450" y="1825500"/>
              <a:ext cx="193550" cy="378925"/>
            </a:xfrm>
            <a:custGeom>
              <a:avLst/>
              <a:gdLst/>
              <a:ahLst/>
              <a:cxnLst/>
              <a:rect l="l" t="t" r="r" b="b"/>
              <a:pathLst>
                <a:path w="7742" h="15157" extrusionOk="0">
                  <a:moveTo>
                    <a:pt x="1" y="1"/>
                  </a:moveTo>
                  <a:lnTo>
                    <a:pt x="1" y="15157"/>
                  </a:lnTo>
                  <a:lnTo>
                    <a:pt x="7742" y="15157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5098775" y="1823075"/>
              <a:ext cx="198975" cy="384025"/>
            </a:xfrm>
            <a:custGeom>
              <a:avLst/>
              <a:gdLst/>
              <a:ahLst/>
              <a:cxnLst/>
              <a:rect l="l" t="t" r="r" b="b"/>
              <a:pathLst>
                <a:path w="7959" h="15361" extrusionOk="0">
                  <a:moveTo>
                    <a:pt x="7741" y="205"/>
                  </a:moveTo>
                  <a:lnTo>
                    <a:pt x="7741" y="15148"/>
                  </a:lnTo>
                  <a:lnTo>
                    <a:pt x="213" y="15148"/>
                  </a:lnTo>
                  <a:lnTo>
                    <a:pt x="213" y="205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15255"/>
                  </a:lnTo>
                  <a:cubicBezTo>
                    <a:pt x="2" y="15313"/>
                    <a:pt x="48" y="15359"/>
                    <a:pt x="108" y="15361"/>
                  </a:cubicBezTo>
                  <a:lnTo>
                    <a:pt x="7855" y="15361"/>
                  </a:lnTo>
                  <a:cubicBezTo>
                    <a:pt x="7914" y="15358"/>
                    <a:pt x="7959" y="15307"/>
                    <a:pt x="7954" y="15248"/>
                  </a:cubicBezTo>
                  <a:lnTo>
                    <a:pt x="7954" y="107"/>
                  </a:lnTo>
                  <a:cubicBezTo>
                    <a:pt x="7954" y="49"/>
                    <a:pt x="7907" y="1"/>
                    <a:pt x="784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4820050" y="1391300"/>
              <a:ext cx="767750" cy="246350"/>
            </a:xfrm>
            <a:custGeom>
              <a:avLst/>
              <a:gdLst/>
              <a:ahLst/>
              <a:cxnLst/>
              <a:rect l="l" t="t" r="r" b="b"/>
              <a:pathLst>
                <a:path w="30710" h="9854" extrusionOk="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4817325" y="1388250"/>
              <a:ext cx="773125" cy="252300"/>
            </a:xfrm>
            <a:custGeom>
              <a:avLst/>
              <a:gdLst/>
              <a:ahLst/>
              <a:cxnLst/>
              <a:rect l="l" t="t" r="r" b="b"/>
              <a:pathLst>
                <a:path w="30925" h="10092" extrusionOk="0">
                  <a:moveTo>
                    <a:pt x="29785" y="270"/>
                  </a:moveTo>
                  <a:cubicBezTo>
                    <a:pt x="30104" y="393"/>
                    <a:pt x="30638" y="670"/>
                    <a:pt x="30707" y="1032"/>
                  </a:cubicBezTo>
                  <a:cubicBezTo>
                    <a:pt x="30303" y="1845"/>
                    <a:pt x="30058" y="2726"/>
                    <a:pt x="29982" y="3630"/>
                  </a:cubicBezTo>
                  <a:cubicBezTo>
                    <a:pt x="29952" y="4632"/>
                    <a:pt x="29986" y="5636"/>
                    <a:pt x="30085" y="6635"/>
                  </a:cubicBezTo>
                  <a:cubicBezTo>
                    <a:pt x="30184" y="7988"/>
                    <a:pt x="30289" y="9388"/>
                    <a:pt x="30015" y="9663"/>
                  </a:cubicBezTo>
                  <a:cubicBezTo>
                    <a:pt x="29832" y="9809"/>
                    <a:pt x="28234" y="9869"/>
                    <a:pt x="25874" y="9869"/>
                  </a:cubicBezTo>
                  <a:cubicBezTo>
                    <a:pt x="22951" y="9869"/>
                    <a:pt x="18859" y="9777"/>
                    <a:pt x="14841" y="9641"/>
                  </a:cubicBezTo>
                  <a:cubicBezTo>
                    <a:pt x="11160" y="9777"/>
                    <a:pt x="7408" y="9869"/>
                    <a:pt x="4725" y="9869"/>
                  </a:cubicBezTo>
                  <a:cubicBezTo>
                    <a:pt x="2558" y="9869"/>
                    <a:pt x="1089" y="9809"/>
                    <a:pt x="916" y="9663"/>
                  </a:cubicBezTo>
                  <a:cubicBezTo>
                    <a:pt x="631" y="9388"/>
                    <a:pt x="742" y="7988"/>
                    <a:pt x="843" y="6635"/>
                  </a:cubicBezTo>
                  <a:cubicBezTo>
                    <a:pt x="940" y="5636"/>
                    <a:pt x="974" y="4632"/>
                    <a:pt x="946" y="3630"/>
                  </a:cubicBezTo>
                  <a:cubicBezTo>
                    <a:pt x="870" y="2726"/>
                    <a:pt x="625" y="1845"/>
                    <a:pt x="221" y="1032"/>
                  </a:cubicBezTo>
                  <a:cubicBezTo>
                    <a:pt x="293" y="670"/>
                    <a:pt x="824" y="393"/>
                    <a:pt x="1146" y="270"/>
                  </a:cubicBezTo>
                  <a:cubicBezTo>
                    <a:pt x="1216" y="1165"/>
                    <a:pt x="1344" y="2053"/>
                    <a:pt x="1531" y="2930"/>
                  </a:cubicBezTo>
                  <a:cubicBezTo>
                    <a:pt x="1920" y="4681"/>
                    <a:pt x="1595" y="7113"/>
                    <a:pt x="1595" y="7138"/>
                  </a:cubicBezTo>
                  <a:cubicBezTo>
                    <a:pt x="1591" y="7169"/>
                    <a:pt x="1601" y="7201"/>
                    <a:pt x="1622" y="7223"/>
                  </a:cubicBezTo>
                  <a:cubicBezTo>
                    <a:pt x="1642" y="7247"/>
                    <a:pt x="1671" y="7259"/>
                    <a:pt x="1703" y="7260"/>
                  </a:cubicBezTo>
                  <a:lnTo>
                    <a:pt x="29225" y="7260"/>
                  </a:lnTo>
                  <a:cubicBezTo>
                    <a:pt x="29255" y="7259"/>
                    <a:pt x="29285" y="7245"/>
                    <a:pt x="29306" y="7223"/>
                  </a:cubicBezTo>
                  <a:cubicBezTo>
                    <a:pt x="29325" y="7199"/>
                    <a:pt x="29336" y="7169"/>
                    <a:pt x="29331" y="7138"/>
                  </a:cubicBezTo>
                  <a:cubicBezTo>
                    <a:pt x="29327" y="7114"/>
                    <a:pt x="29008" y="4681"/>
                    <a:pt x="29395" y="2930"/>
                  </a:cubicBezTo>
                  <a:cubicBezTo>
                    <a:pt x="29584" y="2053"/>
                    <a:pt x="29715" y="1165"/>
                    <a:pt x="29785" y="270"/>
                  </a:cubicBezTo>
                  <a:close/>
                  <a:moveTo>
                    <a:pt x="1235" y="0"/>
                  </a:moveTo>
                  <a:cubicBezTo>
                    <a:pt x="1225" y="0"/>
                    <a:pt x="1215" y="2"/>
                    <a:pt x="1205" y="5"/>
                  </a:cubicBezTo>
                  <a:cubicBezTo>
                    <a:pt x="1159" y="20"/>
                    <a:pt x="78" y="365"/>
                    <a:pt x="2" y="1025"/>
                  </a:cubicBezTo>
                  <a:cubicBezTo>
                    <a:pt x="1" y="1045"/>
                    <a:pt x="5" y="1068"/>
                    <a:pt x="16" y="1086"/>
                  </a:cubicBezTo>
                  <a:cubicBezTo>
                    <a:pt x="412" y="1882"/>
                    <a:pt x="654" y="2744"/>
                    <a:pt x="732" y="3630"/>
                  </a:cubicBezTo>
                  <a:cubicBezTo>
                    <a:pt x="762" y="4626"/>
                    <a:pt x="727" y="5624"/>
                    <a:pt x="631" y="6616"/>
                  </a:cubicBezTo>
                  <a:cubicBezTo>
                    <a:pt x="499" y="8386"/>
                    <a:pt x="435" y="9486"/>
                    <a:pt x="765" y="9814"/>
                  </a:cubicBezTo>
                  <a:cubicBezTo>
                    <a:pt x="964" y="10015"/>
                    <a:pt x="2693" y="10083"/>
                    <a:pt x="4939" y="10083"/>
                  </a:cubicBezTo>
                  <a:cubicBezTo>
                    <a:pt x="8160" y="10083"/>
                    <a:pt x="12448" y="9943"/>
                    <a:pt x="14841" y="9863"/>
                  </a:cubicBezTo>
                  <a:cubicBezTo>
                    <a:pt x="17458" y="9952"/>
                    <a:pt x="22133" y="10092"/>
                    <a:pt x="25637" y="10092"/>
                  </a:cubicBezTo>
                  <a:cubicBezTo>
                    <a:pt x="28086" y="10092"/>
                    <a:pt x="29963" y="10024"/>
                    <a:pt x="30163" y="9823"/>
                  </a:cubicBezTo>
                  <a:cubicBezTo>
                    <a:pt x="30493" y="9491"/>
                    <a:pt x="30428" y="8389"/>
                    <a:pt x="30297" y="6624"/>
                  </a:cubicBezTo>
                  <a:cubicBezTo>
                    <a:pt x="30201" y="5631"/>
                    <a:pt x="30165" y="4635"/>
                    <a:pt x="30193" y="3638"/>
                  </a:cubicBezTo>
                  <a:cubicBezTo>
                    <a:pt x="30272" y="2753"/>
                    <a:pt x="30515" y="1890"/>
                    <a:pt x="30912" y="1095"/>
                  </a:cubicBezTo>
                  <a:cubicBezTo>
                    <a:pt x="30921" y="1075"/>
                    <a:pt x="30924" y="1053"/>
                    <a:pt x="30923" y="1032"/>
                  </a:cubicBezTo>
                  <a:cubicBezTo>
                    <a:pt x="30850" y="374"/>
                    <a:pt x="29767" y="28"/>
                    <a:pt x="29721" y="14"/>
                  </a:cubicBezTo>
                  <a:cubicBezTo>
                    <a:pt x="29715" y="11"/>
                    <a:pt x="29709" y="9"/>
                    <a:pt x="29703" y="9"/>
                  </a:cubicBezTo>
                  <a:cubicBezTo>
                    <a:pt x="29699" y="9"/>
                    <a:pt x="29694" y="8"/>
                    <a:pt x="29689" y="8"/>
                  </a:cubicBezTo>
                  <a:cubicBezTo>
                    <a:pt x="29636" y="8"/>
                    <a:pt x="29591" y="47"/>
                    <a:pt x="29583" y="100"/>
                  </a:cubicBezTo>
                  <a:cubicBezTo>
                    <a:pt x="29517" y="1032"/>
                    <a:pt x="29385" y="1958"/>
                    <a:pt x="29188" y="2872"/>
                  </a:cubicBezTo>
                  <a:cubicBezTo>
                    <a:pt x="28841" y="4436"/>
                    <a:pt x="29045" y="6514"/>
                    <a:pt x="29105" y="7035"/>
                  </a:cubicBezTo>
                  <a:lnTo>
                    <a:pt x="1822" y="7035"/>
                  </a:lnTo>
                  <a:cubicBezTo>
                    <a:pt x="1881" y="6514"/>
                    <a:pt x="2087" y="4436"/>
                    <a:pt x="1738" y="2872"/>
                  </a:cubicBezTo>
                  <a:cubicBezTo>
                    <a:pt x="1543" y="1960"/>
                    <a:pt x="1411" y="1032"/>
                    <a:pt x="1344" y="100"/>
                  </a:cubicBezTo>
                  <a:cubicBezTo>
                    <a:pt x="1344" y="92"/>
                    <a:pt x="1342" y="87"/>
                    <a:pt x="1341" y="79"/>
                  </a:cubicBezTo>
                  <a:cubicBezTo>
                    <a:pt x="1326" y="31"/>
                    <a:pt x="1283" y="0"/>
                    <a:pt x="12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4820050" y="1391300"/>
              <a:ext cx="767750" cy="246350"/>
            </a:xfrm>
            <a:custGeom>
              <a:avLst/>
              <a:gdLst/>
              <a:ahLst/>
              <a:cxnLst/>
              <a:rect l="l" t="t" r="r" b="b"/>
              <a:pathLst>
                <a:path w="30710" h="9854" extrusionOk="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4859875" y="1515575"/>
              <a:ext cx="688100" cy="51525"/>
            </a:xfrm>
            <a:custGeom>
              <a:avLst/>
              <a:gdLst/>
              <a:ahLst/>
              <a:cxnLst/>
              <a:rect l="l" t="t" r="r" b="b"/>
              <a:pathLst>
                <a:path w="27524" h="2061" extrusionOk="0">
                  <a:moveTo>
                    <a:pt x="8082" y="0"/>
                  </a:moveTo>
                  <a:cubicBezTo>
                    <a:pt x="4551" y="0"/>
                    <a:pt x="1820" y="40"/>
                    <a:pt x="1570" y="157"/>
                  </a:cubicBezTo>
                  <a:cubicBezTo>
                    <a:pt x="819" y="512"/>
                    <a:pt x="1" y="2060"/>
                    <a:pt x="1" y="2060"/>
                  </a:cubicBezTo>
                  <a:lnTo>
                    <a:pt x="27523" y="2060"/>
                  </a:lnTo>
                  <a:cubicBezTo>
                    <a:pt x="27081" y="299"/>
                    <a:pt x="25905" y="151"/>
                    <a:pt x="25523" y="151"/>
                  </a:cubicBezTo>
                  <a:cubicBezTo>
                    <a:pt x="25446" y="151"/>
                    <a:pt x="25402" y="157"/>
                    <a:pt x="25402" y="157"/>
                  </a:cubicBezTo>
                  <a:cubicBezTo>
                    <a:pt x="25402" y="157"/>
                    <a:pt x="15143" y="0"/>
                    <a:pt x="80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4857150" y="1512875"/>
              <a:ext cx="693775" cy="56975"/>
            </a:xfrm>
            <a:custGeom>
              <a:avLst/>
              <a:gdLst/>
              <a:ahLst/>
              <a:cxnLst/>
              <a:rect l="l" t="t" r="r" b="b"/>
              <a:pathLst>
                <a:path w="27751" h="2279" extrusionOk="0">
                  <a:moveTo>
                    <a:pt x="8446" y="222"/>
                  </a:moveTo>
                  <a:cubicBezTo>
                    <a:pt x="13428" y="222"/>
                    <a:pt x="20235" y="294"/>
                    <a:pt x="25521" y="374"/>
                  </a:cubicBezTo>
                  <a:cubicBezTo>
                    <a:pt x="25523" y="374"/>
                    <a:pt x="25561" y="370"/>
                    <a:pt x="25624" y="370"/>
                  </a:cubicBezTo>
                  <a:cubicBezTo>
                    <a:pt x="25961" y="370"/>
                    <a:pt x="27040" y="493"/>
                    <a:pt x="27489" y="2065"/>
                  </a:cubicBezTo>
                  <a:lnTo>
                    <a:pt x="291" y="2065"/>
                  </a:lnTo>
                  <a:cubicBezTo>
                    <a:pt x="518" y="1665"/>
                    <a:pt x="1162" y="633"/>
                    <a:pt x="1719" y="374"/>
                  </a:cubicBezTo>
                  <a:cubicBezTo>
                    <a:pt x="1959" y="263"/>
                    <a:pt x="4682" y="222"/>
                    <a:pt x="8446" y="222"/>
                  </a:cubicBezTo>
                  <a:close/>
                  <a:moveTo>
                    <a:pt x="8380" y="1"/>
                  </a:moveTo>
                  <a:cubicBezTo>
                    <a:pt x="4744" y="1"/>
                    <a:pt x="1909" y="44"/>
                    <a:pt x="1634" y="174"/>
                  </a:cubicBezTo>
                  <a:cubicBezTo>
                    <a:pt x="866" y="539"/>
                    <a:pt x="47" y="2056"/>
                    <a:pt x="14" y="2120"/>
                  </a:cubicBezTo>
                  <a:cubicBezTo>
                    <a:pt x="5" y="2135"/>
                    <a:pt x="2" y="2152"/>
                    <a:pt x="2" y="2170"/>
                  </a:cubicBezTo>
                  <a:cubicBezTo>
                    <a:pt x="1" y="2229"/>
                    <a:pt x="50" y="2278"/>
                    <a:pt x="110" y="2278"/>
                  </a:cubicBezTo>
                  <a:lnTo>
                    <a:pt x="27632" y="2278"/>
                  </a:lnTo>
                  <a:cubicBezTo>
                    <a:pt x="27635" y="2278"/>
                    <a:pt x="27638" y="2279"/>
                    <a:pt x="27641" y="2279"/>
                  </a:cubicBezTo>
                  <a:cubicBezTo>
                    <a:pt x="27673" y="2279"/>
                    <a:pt x="27704" y="2263"/>
                    <a:pt x="27723" y="2237"/>
                  </a:cubicBezTo>
                  <a:cubicBezTo>
                    <a:pt x="27743" y="2210"/>
                    <a:pt x="27750" y="2177"/>
                    <a:pt x="27743" y="2146"/>
                  </a:cubicBezTo>
                  <a:cubicBezTo>
                    <a:pt x="27284" y="306"/>
                    <a:pt x="26033" y="157"/>
                    <a:pt x="25639" y="157"/>
                  </a:cubicBezTo>
                  <a:cubicBezTo>
                    <a:pt x="25562" y="157"/>
                    <a:pt x="25518" y="162"/>
                    <a:pt x="25518" y="162"/>
                  </a:cubicBezTo>
                  <a:cubicBezTo>
                    <a:pt x="23996" y="139"/>
                    <a:pt x="14901" y="1"/>
                    <a:pt x="83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4722225" y="1351750"/>
              <a:ext cx="164625" cy="112750"/>
            </a:xfrm>
            <a:custGeom>
              <a:avLst/>
              <a:gdLst/>
              <a:ahLst/>
              <a:cxnLst/>
              <a:rect l="l" t="t" r="r" b="b"/>
              <a:pathLst>
                <a:path w="6585" h="4510" extrusionOk="0">
                  <a:moveTo>
                    <a:pt x="4075" y="0"/>
                  </a:moveTo>
                  <a:cubicBezTo>
                    <a:pt x="3716" y="0"/>
                    <a:pt x="3362" y="57"/>
                    <a:pt x="3053" y="193"/>
                  </a:cubicBezTo>
                  <a:cubicBezTo>
                    <a:pt x="1857" y="720"/>
                    <a:pt x="0" y="2578"/>
                    <a:pt x="730" y="3904"/>
                  </a:cubicBezTo>
                  <a:cubicBezTo>
                    <a:pt x="970" y="4339"/>
                    <a:pt x="1274" y="4510"/>
                    <a:pt x="1605" y="4510"/>
                  </a:cubicBezTo>
                  <a:cubicBezTo>
                    <a:pt x="2282" y="4510"/>
                    <a:pt x="3071" y="3795"/>
                    <a:pt x="3650" y="3172"/>
                  </a:cubicBezTo>
                  <a:cubicBezTo>
                    <a:pt x="4319" y="2451"/>
                    <a:pt x="5471" y="2371"/>
                    <a:pt x="5950" y="2371"/>
                  </a:cubicBezTo>
                  <a:cubicBezTo>
                    <a:pt x="6087" y="2371"/>
                    <a:pt x="6169" y="2377"/>
                    <a:pt x="6169" y="2377"/>
                  </a:cubicBezTo>
                  <a:cubicBezTo>
                    <a:pt x="6509" y="1944"/>
                    <a:pt x="6585" y="1362"/>
                    <a:pt x="6369" y="857"/>
                  </a:cubicBezTo>
                  <a:cubicBezTo>
                    <a:pt x="6171" y="463"/>
                    <a:pt x="5102" y="0"/>
                    <a:pt x="40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4732175" y="1349000"/>
              <a:ext cx="157625" cy="118175"/>
            </a:xfrm>
            <a:custGeom>
              <a:avLst/>
              <a:gdLst/>
              <a:ahLst/>
              <a:cxnLst/>
              <a:rect l="l" t="t" r="r" b="b"/>
              <a:pathLst>
                <a:path w="6305" h="4727" extrusionOk="0">
                  <a:moveTo>
                    <a:pt x="3630" y="209"/>
                  </a:moveTo>
                  <a:cubicBezTo>
                    <a:pt x="3645" y="209"/>
                    <a:pt x="3659" y="209"/>
                    <a:pt x="3673" y="209"/>
                  </a:cubicBezTo>
                  <a:cubicBezTo>
                    <a:pt x="4678" y="209"/>
                    <a:pt x="5710" y="683"/>
                    <a:pt x="5878" y="1009"/>
                  </a:cubicBezTo>
                  <a:cubicBezTo>
                    <a:pt x="6069" y="1460"/>
                    <a:pt x="6014" y="1978"/>
                    <a:pt x="5731" y="2379"/>
                  </a:cubicBezTo>
                  <a:cubicBezTo>
                    <a:pt x="5685" y="2376"/>
                    <a:pt x="5614" y="2372"/>
                    <a:pt x="5522" y="2372"/>
                  </a:cubicBezTo>
                  <a:cubicBezTo>
                    <a:pt x="5007" y="2372"/>
                    <a:pt x="3861" y="2471"/>
                    <a:pt x="3171" y="3209"/>
                  </a:cubicBezTo>
                  <a:cubicBezTo>
                    <a:pt x="2370" y="4075"/>
                    <a:pt x="1710" y="4513"/>
                    <a:pt x="1208" y="4513"/>
                  </a:cubicBezTo>
                  <a:cubicBezTo>
                    <a:pt x="1174" y="4513"/>
                    <a:pt x="1141" y="4510"/>
                    <a:pt x="1108" y="4506"/>
                  </a:cubicBezTo>
                  <a:cubicBezTo>
                    <a:pt x="803" y="4451"/>
                    <a:pt x="546" y="4246"/>
                    <a:pt x="426" y="3961"/>
                  </a:cubicBezTo>
                  <a:cubicBezTo>
                    <a:pt x="241" y="3601"/>
                    <a:pt x="222" y="3180"/>
                    <a:pt x="372" y="2805"/>
                  </a:cubicBezTo>
                  <a:cubicBezTo>
                    <a:pt x="709" y="1805"/>
                    <a:pt x="1843" y="777"/>
                    <a:pt x="2696" y="397"/>
                  </a:cubicBezTo>
                  <a:cubicBezTo>
                    <a:pt x="2992" y="273"/>
                    <a:pt x="3310" y="209"/>
                    <a:pt x="3630" y="209"/>
                  </a:cubicBezTo>
                  <a:close/>
                  <a:moveTo>
                    <a:pt x="3687" y="1"/>
                  </a:moveTo>
                  <a:cubicBezTo>
                    <a:pt x="3311" y="1"/>
                    <a:pt x="2940" y="62"/>
                    <a:pt x="2612" y="208"/>
                  </a:cubicBezTo>
                  <a:cubicBezTo>
                    <a:pt x="1714" y="611"/>
                    <a:pt x="526" y="1689"/>
                    <a:pt x="170" y="2743"/>
                  </a:cubicBezTo>
                  <a:cubicBezTo>
                    <a:pt x="0" y="3175"/>
                    <a:pt x="25" y="3661"/>
                    <a:pt x="240" y="4072"/>
                  </a:cubicBezTo>
                  <a:cubicBezTo>
                    <a:pt x="395" y="4417"/>
                    <a:pt x="710" y="4663"/>
                    <a:pt x="1082" y="4727"/>
                  </a:cubicBezTo>
                  <a:lnTo>
                    <a:pt x="1211" y="4727"/>
                  </a:lnTo>
                  <a:cubicBezTo>
                    <a:pt x="1779" y="4727"/>
                    <a:pt x="2475" y="4276"/>
                    <a:pt x="3334" y="3361"/>
                  </a:cubicBezTo>
                  <a:cubicBezTo>
                    <a:pt x="3978" y="2668"/>
                    <a:pt x="5111" y="2595"/>
                    <a:pt x="5569" y="2595"/>
                  </a:cubicBezTo>
                  <a:cubicBezTo>
                    <a:pt x="5691" y="2595"/>
                    <a:pt x="5766" y="2601"/>
                    <a:pt x="5770" y="2601"/>
                  </a:cubicBezTo>
                  <a:cubicBezTo>
                    <a:pt x="5772" y="2601"/>
                    <a:pt x="5774" y="2601"/>
                    <a:pt x="5775" y="2601"/>
                  </a:cubicBezTo>
                  <a:cubicBezTo>
                    <a:pt x="5805" y="2601"/>
                    <a:pt x="5832" y="2590"/>
                    <a:pt x="5853" y="2571"/>
                  </a:cubicBezTo>
                  <a:cubicBezTo>
                    <a:pt x="6222" y="2102"/>
                    <a:pt x="6304" y="1469"/>
                    <a:pt x="6066" y="922"/>
                  </a:cubicBezTo>
                  <a:cubicBezTo>
                    <a:pt x="5851" y="493"/>
                    <a:pt x="4753" y="1"/>
                    <a:pt x="36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4755250" y="1372325"/>
              <a:ext cx="131375" cy="92125"/>
            </a:xfrm>
            <a:custGeom>
              <a:avLst/>
              <a:gdLst/>
              <a:ahLst/>
              <a:cxnLst/>
              <a:rect l="l" t="t" r="r" b="b"/>
              <a:pathLst>
                <a:path w="5255" h="3685" extrusionOk="0">
                  <a:moveTo>
                    <a:pt x="4414" y="1"/>
                  </a:moveTo>
                  <a:cubicBezTo>
                    <a:pt x="3565" y="1"/>
                    <a:pt x="2633" y="534"/>
                    <a:pt x="1797" y="1554"/>
                  </a:cubicBezTo>
                  <a:cubicBezTo>
                    <a:pt x="1106" y="2408"/>
                    <a:pt x="441" y="3152"/>
                    <a:pt x="0" y="3637"/>
                  </a:cubicBezTo>
                  <a:cubicBezTo>
                    <a:pt x="93" y="3670"/>
                    <a:pt x="188" y="3685"/>
                    <a:pt x="287" y="3685"/>
                  </a:cubicBezTo>
                  <a:cubicBezTo>
                    <a:pt x="962" y="3685"/>
                    <a:pt x="1749" y="2975"/>
                    <a:pt x="2329" y="2358"/>
                  </a:cubicBezTo>
                  <a:cubicBezTo>
                    <a:pt x="3000" y="1628"/>
                    <a:pt x="4155" y="1548"/>
                    <a:pt x="4632" y="1548"/>
                  </a:cubicBezTo>
                  <a:cubicBezTo>
                    <a:pt x="4767" y="1548"/>
                    <a:pt x="4848" y="1554"/>
                    <a:pt x="4848" y="1554"/>
                  </a:cubicBezTo>
                  <a:cubicBezTo>
                    <a:pt x="5167" y="1146"/>
                    <a:pt x="5255" y="606"/>
                    <a:pt x="5082" y="119"/>
                  </a:cubicBezTo>
                  <a:cubicBezTo>
                    <a:pt x="4868" y="40"/>
                    <a:pt x="4644" y="1"/>
                    <a:pt x="4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4752425" y="1369700"/>
              <a:ext cx="137300" cy="97475"/>
            </a:xfrm>
            <a:custGeom>
              <a:avLst/>
              <a:gdLst/>
              <a:ahLst/>
              <a:cxnLst/>
              <a:rect l="l" t="t" r="r" b="b"/>
              <a:pathLst>
                <a:path w="5492" h="3899" extrusionOk="0">
                  <a:moveTo>
                    <a:pt x="4540" y="220"/>
                  </a:moveTo>
                  <a:cubicBezTo>
                    <a:pt x="4738" y="220"/>
                    <a:pt x="4931" y="251"/>
                    <a:pt x="5116" y="313"/>
                  </a:cubicBezTo>
                  <a:cubicBezTo>
                    <a:pt x="5243" y="736"/>
                    <a:pt x="5171" y="1193"/>
                    <a:pt x="4921" y="1557"/>
                  </a:cubicBezTo>
                  <a:cubicBezTo>
                    <a:pt x="4875" y="1553"/>
                    <a:pt x="4804" y="1550"/>
                    <a:pt x="4713" y="1550"/>
                  </a:cubicBezTo>
                  <a:cubicBezTo>
                    <a:pt x="4197" y="1550"/>
                    <a:pt x="3051" y="1649"/>
                    <a:pt x="2361" y="2389"/>
                  </a:cubicBezTo>
                  <a:cubicBezTo>
                    <a:pt x="1560" y="3253"/>
                    <a:pt x="902" y="3691"/>
                    <a:pt x="402" y="3691"/>
                  </a:cubicBezTo>
                  <a:cubicBezTo>
                    <a:pt x="372" y="3691"/>
                    <a:pt x="342" y="3689"/>
                    <a:pt x="313" y="3686"/>
                  </a:cubicBezTo>
                  <a:lnTo>
                    <a:pt x="313" y="3678"/>
                  </a:lnTo>
                  <a:cubicBezTo>
                    <a:pt x="756" y="3194"/>
                    <a:pt x="1359" y="2499"/>
                    <a:pt x="1998" y="1734"/>
                  </a:cubicBezTo>
                  <a:cubicBezTo>
                    <a:pt x="2793" y="759"/>
                    <a:pt x="3710" y="220"/>
                    <a:pt x="4540" y="220"/>
                  </a:cubicBezTo>
                  <a:close/>
                  <a:moveTo>
                    <a:pt x="4535" y="1"/>
                  </a:moveTo>
                  <a:cubicBezTo>
                    <a:pt x="3639" y="1"/>
                    <a:pt x="2667" y="560"/>
                    <a:pt x="1827" y="1594"/>
                  </a:cubicBezTo>
                  <a:cubicBezTo>
                    <a:pt x="1136" y="2435"/>
                    <a:pt x="460" y="3188"/>
                    <a:pt x="33" y="3672"/>
                  </a:cubicBezTo>
                  <a:cubicBezTo>
                    <a:pt x="9" y="3699"/>
                    <a:pt x="0" y="3735"/>
                    <a:pt x="7" y="3771"/>
                  </a:cubicBezTo>
                  <a:cubicBezTo>
                    <a:pt x="18" y="3805"/>
                    <a:pt x="43" y="3832"/>
                    <a:pt x="76" y="3845"/>
                  </a:cubicBezTo>
                  <a:cubicBezTo>
                    <a:pt x="182" y="3881"/>
                    <a:pt x="292" y="3899"/>
                    <a:pt x="402" y="3899"/>
                  </a:cubicBezTo>
                  <a:cubicBezTo>
                    <a:pt x="969" y="3899"/>
                    <a:pt x="1666" y="3446"/>
                    <a:pt x="2527" y="2527"/>
                  </a:cubicBezTo>
                  <a:cubicBezTo>
                    <a:pt x="3172" y="1833"/>
                    <a:pt x="4309" y="1760"/>
                    <a:pt x="4765" y="1760"/>
                  </a:cubicBezTo>
                  <a:cubicBezTo>
                    <a:pt x="4885" y="1760"/>
                    <a:pt x="4958" y="1765"/>
                    <a:pt x="4961" y="1765"/>
                  </a:cubicBezTo>
                  <a:cubicBezTo>
                    <a:pt x="4965" y="1765"/>
                    <a:pt x="4968" y="1766"/>
                    <a:pt x="4972" y="1766"/>
                  </a:cubicBezTo>
                  <a:cubicBezTo>
                    <a:pt x="4999" y="1766"/>
                    <a:pt x="5025" y="1755"/>
                    <a:pt x="5045" y="1735"/>
                  </a:cubicBezTo>
                  <a:cubicBezTo>
                    <a:pt x="5394" y="1299"/>
                    <a:pt x="5491" y="711"/>
                    <a:pt x="5301" y="184"/>
                  </a:cubicBezTo>
                  <a:cubicBezTo>
                    <a:pt x="5290" y="156"/>
                    <a:pt x="5268" y="133"/>
                    <a:pt x="5238" y="124"/>
                  </a:cubicBezTo>
                  <a:cubicBezTo>
                    <a:pt x="5012" y="42"/>
                    <a:pt x="4776" y="1"/>
                    <a:pt x="453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5520925" y="1351575"/>
              <a:ext cx="164625" cy="112925"/>
            </a:xfrm>
            <a:custGeom>
              <a:avLst/>
              <a:gdLst/>
              <a:ahLst/>
              <a:cxnLst/>
              <a:rect l="l" t="t" r="r" b="b"/>
              <a:pathLst>
                <a:path w="6585" h="4517" extrusionOk="0">
                  <a:moveTo>
                    <a:pt x="2511" y="1"/>
                  </a:moveTo>
                  <a:cubicBezTo>
                    <a:pt x="1484" y="1"/>
                    <a:pt x="416" y="466"/>
                    <a:pt x="219" y="860"/>
                  </a:cubicBezTo>
                  <a:cubicBezTo>
                    <a:pt x="0" y="1366"/>
                    <a:pt x="78" y="1951"/>
                    <a:pt x="417" y="2384"/>
                  </a:cubicBezTo>
                  <a:cubicBezTo>
                    <a:pt x="417" y="2384"/>
                    <a:pt x="499" y="2378"/>
                    <a:pt x="636" y="2378"/>
                  </a:cubicBezTo>
                  <a:cubicBezTo>
                    <a:pt x="1115" y="2378"/>
                    <a:pt x="2268" y="2458"/>
                    <a:pt x="2938" y="3179"/>
                  </a:cubicBezTo>
                  <a:cubicBezTo>
                    <a:pt x="3517" y="3802"/>
                    <a:pt x="4306" y="4517"/>
                    <a:pt x="4982" y="4517"/>
                  </a:cubicBezTo>
                  <a:cubicBezTo>
                    <a:pt x="5313" y="4517"/>
                    <a:pt x="5617" y="4346"/>
                    <a:pt x="5856" y="3911"/>
                  </a:cubicBezTo>
                  <a:cubicBezTo>
                    <a:pt x="6585" y="2585"/>
                    <a:pt x="4729" y="727"/>
                    <a:pt x="3535" y="196"/>
                  </a:cubicBezTo>
                  <a:cubicBezTo>
                    <a:pt x="3225" y="58"/>
                    <a:pt x="2870" y="1"/>
                    <a:pt x="25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5518475" y="1348800"/>
              <a:ext cx="157650" cy="118375"/>
            </a:xfrm>
            <a:custGeom>
              <a:avLst/>
              <a:gdLst/>
              <a:ahLst/>
              <a:cxnLst/>
              <a:rect l="l" t="t" r="r" b="b"/>
              <a:pathLst>
                <a:path w="6306" h="4735" extrusionOk="0">
                  <a:moveTo>
                    <a:pt x="2616" y="217"/>
                  </a:moveTo>
                  <a:cubicBezTo>
                    <a:pt x="2957" y="217"/>
                    <a:pt x="3295" y="272"/>
                    <a:pt x="3594" y="405"/>
                  </a:cubicBezTo>
                  <a:cubicBezTo>
                    <a:pt x="4448" y="785"/>
                    <a:pt x="5578" y="1804"/>
                    <a:pt x="5926" y="2820"/>
                  </a:cubicBezTo>
                  <a:cubicBezTo>
                    <a:pt x="6075" y="3194"/>
                    <a:pt x="6056" y="3615"/>
                    <a:pt x="5873" y="3975"/>
                  </a:cubicBezTo>
                  <a:cubicBezTo>
                    <a:pt x="5750" y="4261"/>
                    <a:pt x="5494" y="4467"/>
                    <a:pt x="5188" y="4522"/>
                  </a:cubicBezTo>
                  <a:cubicBezTo>
                    <a:pt x="5156" y="4526"/>
                    <a:pt x="5124" y="4527"/>
                    <a:pt x="5091" y="4527"/>
                  </a:cubicBezTo>
                  <a:cubicBezTo>
                    <a:pt x="4589" y="4527"/>
                    <a:pt x="3926" y="4091"/>
                    <a:pt x="3125" y="3225"/>
                  </a:cubicBezTo>
                  <a:cubicBezTo>
                    <a:pt x="2429" y="2476"/>
                    <a:pt x="1260" y="2388"/>
                    <a:pt x="758" y="2388"/>
                  </a:cubicBezTo>
                  <a:lnTo>
                    <a:pt x="565" y="2387"/>
                  </a:lnTo>
                  <a:cubicBezTo>
                    <a:pt x="282" y="1986"/>
                    <a:pt x="225" y="1468"/>
                    <a:pt x="417" y="1017"/>
                  </a:cubicBezTo>
                  <a:cubicBezTo>
                    <a:pt x="582" y="689"/>
                    <a:pt x="1613" y="217"/>
                    <a:pt x="2616" y="217"/>
                  </a:cubicBezTo>
                  <a:close/>
                  <a:moveTo>
                    <a:pt x="2615" y="1"/>
                  </a:moveTo>
                  <a:cubicBezTo>
                    <a:pt x="1548" y="1"/>
                    <a:pt x="453" y="495"/>
                    <a:pt x="238" y="923"/>
                  </a:cubicBezTo>
                  <a:cubicBezTo>
                    <a:pt x="0" y="1471"/>
                    <a:pt x="82" y="2104"/>
                    <a:pt x="451" y="2571"/>
                  </a:cubicBezTo>
                  <a:cubicBezTo>
                    <a:pt x="471" y="2591"/>
                    <a:pt x="495" y="2602"/>
                    <a:pt x="522" y="2602"/>
                  </a:cubicBezTo>
                  <a:cubicBezTo>
                    <a:pt x="526" y="2602"/>
                    <a:pt x="530" y="2602"/>
                    <a:pt x="535" y="2601"/>
                  </a:cubicBezTo>
                  <a:cubicBezTo>
                    <a:pt x="538" y="2601"/>
                    <a:pt x="610" y="2596"/>
                    <a:pt x="731" y="2596"/>
                  </a:cubicBezTo>
                  <a:cubicBezTo>
                    <a:pt x="1186" y="2596"/>
                    <a:pt x="2324" y="2669"/>
                    <a:pt x="2968" y="3363"/>
                  </a:cubicBezTo>
                  <a:cubicBezTo>
                    <a:pt x="3824" y="4285"/>
                    <a:pt x="4519" y="4735"/>
                    <a:pt x="5088" y="4735"/>
                  </a:cubicBezTo>
                  <a:cubicBezTo>
                    <a:pt x="5124" y="4735"/>
                    <a:pt x="5168" y="4732"/>
                    <a:pt x="5222" y="4729"/>
                  </a:cubicBezTo>
                  <a:cubicBezTo>
                    <a:pt x="5594" y="4663"/>
                    <a:pt x="5910" y="4418"/>
                    <a:pt x="6065" y="4074"/>
                  </a:cubicBezTo>
                  <a:cubicBezTo>
                    <a:pt x="6279" y="3661"/>
                    <a:pt x="6306" y="3177"/>
                    <a:pt x="6135" y="2746"/>
                  </a:cubicBezTo>
                  <a:cubicBezTo>
                    <a:pt x="5779" y="1702"/>
                    <a:pt x="4591" y="607"/>
                    <a:pt x="3693" y="210"/>
                  </a:cubicBezTo>
                  <a:cubicBezTo>
                    <a:pt x="3363" y="62"/>
                    <a:pt x="2991" y="1"/>
                    <a:pt x="26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5521225" y="1372325"/>
              <a:ext cx="131375" cy="92125"/>
            </a:xfrm>
            <a:custGeom>
              <a:avLst/>
              <a:gdLst/>
              <a:ahLst/>
              <a:cxnLst/>
              <a:rect l="l" t="t" r="r" b="b"/>
              <a:pathLst>
                <a:path w="5255" h="3685" extrusionOk="0">
                  <a:moveTo>
                    <a:pt x="841" y="1"/>
                  </a:moveTo>
                  <a:cubicBezTo>
                    <a:pt x="611" y="1"/>
                    <a:pt x="387" y="40"/>
                    <a:pt x="173" y="119"/>
                  </a:cubicBezTo>
                  <a:cubicBezTo>
                    <a:pt x="0" y="606"/>
                    <a:pt x="87" y="1148"/>
                    <a:pt x="405" y="1554"/>
                  </a:cubicBezTo>
                  <a:cubicBezTo>
                    <a:pt x="405" y="1554"/>
                    <a:pt x="486" y="1548"/>
                    <a:pt x="621" y="1548"/>
                  </a:cubicBezTo>
                  <a:cubicBezTo>
                    <a:pt x="1098" y="1548"/>
                    <a:pt x="2254" y="1628"/>
                    <a:pt x="2926" y="2358"/>
                  </a:cubicBezTo>
                  <a:cubicBezTo>
                    <a:pt x="3506" y="2975"/>
                    <a:pt x="4292" y="3685"/>
                    <a:pt x="4968" y="3685"/>
                  </a:cubicBezTo>
                  <a:cubicBezTo>
                    <a:pt x="5066" y="3685"/>
                    <a:pt x="5162" y="3670"/>
                    <a:pt x="5255" y="3637"/>
                  </a:cubicBezTo>
                  <a:cubicBezTo>
                    <a:pt x="4814" y="3152"/>
                    <a:pt x="4149" y="2408"/>
                    <a:pt x="3458" y="1554"/>
                  </a:cubicBezTo>
                  <a:cubicBezTo>
                    <a:pt x="2621" y="534"/>
                    <a:pt x="1689" y="1"/>
                    <a:pt x="8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5518325" y="1369700"/>
              <a:ext cx="137075" cy="97475"/>
            </a:xfrm>
            <a:custGeom>
              <a:avLst/>
              <a:gdLst/>
              <a:ahLst/>
              <a:cxnLst/>
              <a:rect l="l" t="t" r="r" b="b"/>
              <a:pathLst>
                <a:path w="5483" h="3899" extrusionOk="0">
                  <a:moveTo>
                    <a:pt x="952" y="219"/>
                  </a:moveTo>
                  <a:cubicBezTo>
                    <a:pt x="1778" y="219"/>
                    <a:pt x="2688" y="752"/>
                    <a:pt x="3490" y="1734"/>
                  </a:cubicBezTo>
                  <a:cubicBezTo>
                    <a:pt x="4122" y="2507"/>
                    <a:pt x="4734" y="3203"/>
                    <a:pt x="5171" y="3686"/>
                  </a:cubicBezTo>
                  <a:cubicBezTo>
                    <a:pt x="5142" y="3689"/>
                    <a:pt x="5112" y="3691"/>
                    <a:pt x="5081" y="3691"/>
                  </a:cubicBezTo>
                  <a:cubicBezTo>
                    <a:pt x="4580" y="3691"/>
                    <a:pt x="3925" y="3253"/>
                    <a:pt x="3121" y="2389"/>
                  </a:cubicBezTo>
                  <a:cubicBezTo>
                    <a:pt x="2424" y="1640"/>
                    <a:pt x="1257" y="1552"/>
                    <a:pt x="754" y="1552"/>
                  </a:cubicBezTo>
                  <a:lnTo>
                    <a:pt x="566" y="1557"/>
                  </a:lnTo>
                  <a:cubicBezTo>
                    <a:pt x="316" y="1193"/>
                    <a:pt x="244" y="736"/>
                    <a:pt x="372" y="313"/>
                  </a:cubicBezTo>
                  <a:cubicBezTo>
                    <a:pt x="559" y="250"/>
                    <a:pt x="753" y="219"/>
                    <a:pt x="952" y="219"/>
                  </a:cubicBezTo>
                  <a:close/>
                  <a:moveTo>
                    <a:pt x="955" y="1"/>
                  </a:moveTo>
                  <a:cubicBezTo>
                    <a:pt x="715" y="1"/>
                    <a:pt x="479" y="42"/>
                    <a:pt x="253" y="124"/>
                  </a:cubicBezTo>
                  <a:cubicBezTo>
                    <a:pt x="225" y="133"/>
                    <a:pt x="201" y="156"/>
                    <a:pt x="191" y="184"/>
                  </a:cubicBezTo>
                  <a:cubicBezTo>
                    <a:pt x="0" y="711"/>
                    <a:pt x="97" y="1298"/>
                    <a:pt x="447" y="1735"/>
                  </a:cubicBezTo>
                  <a:cubicBezTo>
                    <a:pt x="466" y="1755"/>
                    <a:pt x="491" y="1766"/>
                    <a:pt x="517" y="1766"/>
                  </a:cubicBezTo>
                  <a:cubicBezTo>
                    <a:pt x="522" y="1766"/>
                    <a:pt x="526" y="1766"/>
                    <a:pt x="530" y="1765"/>
                  </a:cubicBezTo>
                  <a:cubicBezTo>
                    <a:pt x="534" y="1765"/>
                    <a:pt x="606" y="1760"/>
                    <a:pt x="727" y="1760"/>
                  </a:cubicBezTo>
                  <a:cubicBezTo>
                    <a:pt x="1182" y="1760"/>
                    <a:pt x="2318" y="1833"/>
                    <a:pt x="2963" y="2527"/>
                  </a:cubicBezTo>
                  <a:cubicBezTo>
                    <a:pt x="3816" y="3446"/>
                    <a:pt x="4513" y="3899"/>
                    <a:pt x="5080" y="3899"/>
                  </a:cubicBezTo>
                  <a:cubicBezTo>
                    <a:pt x="5191" y="3899"/>
                    <a:pt x="5301" y="3881"/>
                    <a:pt x="5405" y="3845"/>
                  </a:cubicBezTo>
                  <a:cubicBezTo>
                    <a:pt x="5439" y="3833"/>
                    <a:pt x="5465" y="3805"/>
                    <a:pt x="5474" y="3771"/>
                  </a:cubicBezTo>
                  <a:cubicBezTo>
                    <a:pt x="5482" y="3736"/>
                    <a:pt x="5474" y="3699"/>
                    <a:pt x="5450" y="3672"/>
                  </a:cubicBezTo>
                  <a:cubicBezTo>
                    <a:pt x="5013" y="3188"/>
                    <a:pt x="4345" y="2435"/>
                    <a:pt x="3654" y="1594"/>
                  </a:cubicBezTo>
                  <a:cubicBezTo>
                    <a:pt x="2811" y="560"/>
                    <a:pt x="1847" y="1"/>
                    <a:pt x="9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4805075" y="2152700"/>
              <a:ext cx="786300" cy="179250"/>
            </a:xfrm>
            <a:custGeom>
              <a:avLst/>
              <a:gdLst/>
              <a:ahLst/>
              <a:cxnLst/>
              <a:rect l="l" t="t" r="r" b="b"/>
              <a:pathLst>
                <a:path w="31452" h="7170" extrusionOk="0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4802400" y="2150050"/>
              <a:ext cx="791700" cy="184650"/>
            </a:xfrm>
            <a:custGeom>
              <a:avLst/>
              <a:gdLst/>
              <a:ahLst/>
              <a:cxnLst/>
              <a:rect l="l" t="t" r="r" b="b"/>
              <a:pathLst>
                <a:path w="31668" h="7386" extrusionOk="0">
                  <a:moveTo>
                    <a:pt x="31454" y="214"/>
                  </a:moveTo>
                  <a:lnTo>
                    <a:pt x="31454" y="7171"/>
                  </a:lnTo>
                  <a:lnTo>
                    <a:pt x="212" y="7171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lnTo>
                    <a:pt x="1" y="7279"/>
                  </a:lnTo>
                  <a:cubicBezTo>
                    <a:pt x="2" y="7337"/>
                    <a:pt x="48" y="7384"/>
                    <a:pt x="108" y="7386"/>
                  </a:cubicBezTo>
                  <a:lnTo>
                    <a:pt x="31560" y="7386"/>
                  </a:lnTo>
                  <a:cubicBezTo>
                    <a:pt x="31615" y="7384"/>
                    <a:pt x="31661" y="7343"/>
                    <a:pt x="31667" y="7288"/>
                  </a:cubicBezTo>
                  <a:lnTo>
                    <a:pt x="31667" y="106"/>
                  </a:lnTo>
                  <a:cubicBezTo>
                    <a:pt x="31667" y="48"/>
                    <a:pt x="31620" y="1"/>
                    <a:pt x="315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4805075" y="2152700"/>
              <a:ext cx="786300" cy="179250"/>
            </a:xfrm>
            <a:custGeom>
              <a:avLst/>
              <a:gdLst/>
              <a:ahLst/>
              <a:cxnLst/>
              <a:rect l="l" t="t" r="r" b="b"/>
              <a:pathLst>
                <a:path w="31452" h="7170" extrusionOk="0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711400" y="2221975"/>
              <a:ext cx="973675" cy="109975"/>
            </a:xfrm>
            <a:custGeom>
              <a:avLst/>
              <a:gdLst/>
              <a:ahLst/>
              <a:cxnLst/>
              <a:rect l="l" t="t" r="r" b="b"/>
              <a:pathLst>
                <a:path w="38947" h="4399" extrusionOk="0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4708700" y="2219300"/>
              <a:ext cx="979050" cy="115400"/>
            </a:xfrm>
            <a:custGeom>
              <a:avLst/>
              <a:gdLst/>
              <a:ahLst/>
              <a:cxnLst/>
              <a:rect l="l" t="t" r="r" b="b"/>
              <a:pathLst>
                <a:path w="39162" h="4616" extrusionOk="0">
                  <a:moveTo>
                    <a:pt x="38948" y="213"/>
                  </a:moveTo>
                  <a:lnTo>
                    <a:pt x="38948" y="4401"/>
                  </a:lnTo>
                  <a:lnTo>
                    <a:pt x="215" y="4401"/>
                  </a:lnTo>
                  <a:lnTo>
                    <a:pt x="215" y="213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7"/>
                  </a:cubicBezTo>
                  <a:lnTo>
                    <a:pt x="1" y="4509"/>
                  </a:lnTo>
                  <a:cubicBezTo>
                    <a:pt x="1" y="4568"/>
                    <a:pt x="49" y="4616"/>
                    <a:pt x="108" y="4616"/>
                  </a:cubicBezTo>
                  <a:lnTo>
                    <a:pt x="39054" y="4616"/>
                  </a:lnTo>
                  <a:cubicBezTo>
                    <a:pt x="39111" y="4616"/>
                    <a:pt x="39157" y="4573"/>
                    <a:pt x="39161" y="4518"/>
                  </a:cubicBezTo>
                  <a:lnTo>
                    <a:pt x="39161" y="107"/>
                  </a:lnTo>
                  <a:cubicBezTo>
                    <a:pt x="39161" y="48"/>
                    <a:pt x="39114" y="0"/>
                    <a:pt x="390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4711400" y="2221975"/>
              <a:ext cx="973675" cy="109975"/>
            </a:xfrm>
            <a:custGeom>
              <a:avLst/>
              <a:gdLst/>
              <a:ahLst/>
              <a:cxnLst/>
              <a:rect l="l" t="t" r="r" b="b"/>
              <a:pathLst>
                <a:path w="38947" h="4399" extrusionOk="0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5037875" y="1345025"/>
              <a:ext cx="328450" cy="198550"/>
            </a:xfrm>
            <a:custGeom>
              <a:avLst/>
              <a:gdLst/>
              <a:ahLst/>
              <a:cxnLst/>
              <a:rect l="l" t="t" r="r" b="b"/>
              <a:pathLst>
                <a:path w="13138" h="7942" extrusionOk="0">
                  <a:moveTo>
                    <a:pt x="1317" y="1"/>
                  </a:moveTo>
                  <a:cubicBezTo>
                    <a:pt x="590" y="1"/>
                    <a:pt x="1" y="589"/>
                    <a:pt x="1" y="1315"/>
                  </a:cubicBezTo>
                  <a:lnTo>
                    <a:pt x="1" y="7941"/>
                  </a:lnTo>
                  <a:lnTo>
                    <a:pt x="13137" y="7941"/>
                  </a:lnTo>
                  <a:lnTo>
                    <a:pt x="13137" y="1315"/>
                  </a:lnTo>
                  <a:cubicBezTo>
                    <a:pt x="13137" y="589"/>
                    <a:pt x="12548" y="1"/>
                    <a:pt x="1182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5035225" y="1342350"/>
              <a:ext cx="333775" cy="203825"/>
            </a:xfrm>
            <a:custGeom>
              <a:avLst/>
              <a:gdLst/>
              <a:ahLst/>
              <a:cxnLst/>
              <a:rect l="l" t="t" r="r" b="b"/>
              <a:pathLst>
                <a:path w="13351" h="8153" extrusionOk="0">
                  <a:moveTo>
                    <a:pt x="11927" y="213"/>
                  </a:moveTo>
                  <a:cubicBezTo>
                    <a:pt x="12594" y="215"/>
                    <a:pt x="13136" y="755"/>
                    <a:pt x="13136" y="1422"/>
                  </a:cubicBezTo>
                  <a:lnTo>
                    <a:pt x="13136" y="7939"/>
                  </a:lnTo>
                  <a:lnTo>
                    <a:pt x="215" y="7939"/>
                  </a:lnTo>
                  <a:lnTo>
                    <a:pt x="215" y="1422"/>
                  </a:lnTo>
                  <a:cubicBezTo>
                    <a:pt x="215" y="755"/>
                    <a:pt x="757" y="213"/>
                    <a:pt x="1424" y="213"/>
                  </a:cubicBezTo>
                  <a:close/>
                  <a:moveTo>
                    <a:pt x="11928" y="0"/>
                  </a:moveTo>
                  <a:cubicBezTo>
                    <a:pt x="11928" y="0"/>
                    <a:pt x="11927" y="0"/>
                    <a:pt x="11926" y="0"/>
                  </a:cubicBezTo>
                  <a:lnTo>
                    <a:pt x="1423" y="0"/>
                  </a:lnTo>
                  <a:cubicBezTo>
                    <a:pt x="637" y="0"/>
                    <a:pt x="1" y="638"/>
                    <a:pt x="1" y="1422"/>
                  </a:cubicBezTo>
                  <a:lnTo>
                    <a:pt x="1" y="8047"/>
                  </a:lnTo>
                  <a:cubicBezTo>
                    <a:pt x="1" y="8105"/>
                    <a:pt x="49" y="8152"/>
                    <a:pt x="107" y="8152"/>
                  </a:cubicBezTo>
                  <a:lnTo>
                    <a:pt x="13243" y="8152"/>
                  </a:lnTo>
                  <a:cubicBezTo>
                    <a:pt x="13303" y="8152"/>
                    <a:pt x="13351" y="8105"/>
                    <a:pt x="13351" y="8047"/>
                  </a:cubicBezTo>
                  <a:lnTo>
                    <a:pt x="13351" y="1421"/>
                  </a:lnTo>
                  <a:cubicBezTo>
                    <a:pt x="13349" y="636"/>
                    <a:pt x="12712" y="0"/>
                    <a:pt x="1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4947900" y="782025"/>
              <a:ext cx="512275" cy="581225"/>
            </a:xfrm>
            <a:custGeom>
              <a:avLst/>
              <a:gdLst/>
              <a:ahLst/>
              <a:cxnLst/>
              <a:rect l="l" t="t" r="r" b="b"/>
              <a:pathLst>
                <a:path w="20491" h="23249" extrusionOk="0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1706" y="16350"/>
                    <a:pt x="2528" y="17224"/>
                  </a:cubicBezTo>
                  <a:cubicBezTo>
                    <a:pt x="3348" y="18100"/>
                    <a:pt x="5782" y="18828"/>
                    <a:pt x="5782" y="18828"/>
                  </a:cubicBezTo>
                  <a:lnTo>
                    <a:pt x="5782" y="23249"/>
                  </a:lnTo>
                  <a:lnTo>
                    <a:pt x="14710" y="23249"/>
                  </a:lnTo>
                  <a:lnTo>
                    <a:pt x="14710" y="18828"/>
                  </a:lnTo>
                  <a:cubicBezTo>
                    <a:pt x="14710" y="18828"/>
                    <a:pt x="17140" y="18098"/>
                    <a:pt x="17965" y="17224"/>
                  </a:cubicBezTo>
                  <a:cubicBezTo>
                    <a:pt x="18790" y="1635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4944750" y="779475"/>
              <a:ext cx="518425" cy="586450"/>
            </a:xfrm>
            <a:custGeom>
              <a:avLst/>
              <a:gdLst/>
              <a:ahLst/>
              <a:cxnLst/>
              <a:rect l="l" t="t" r="r" b="b"/>
              <a:pathLst>
                <a:path w="20737" h="23458" extrusionOk="0">
                  <a:moveTo>
                    <a:pt x="10737" y="201"/>
                  </a:moveTo>
                  <a:lnTo>
                    <a:pt x="20500" y="3691"/>
                  </a:lnTo>
                  <a:cubicBezTo>
                    <a:pt x="20019" y="7312"/>
                    <a:pt x="18667" y="16555"/>
                    <a:pt x="18013" y="17246"/>
                  </a:cubicBezTo>
                  <a:cubicBezTo>
                    <a:pt x="17224" y="18087"/>
                    <a:pt x="14839" y="18820"/>
                    <a:pt x="14815" y="18820"/>
                  </a:cubicBezTo>
                  <a:cubicBezTo>
                    <a:pt x="14763" y="18829"/>
                    <a:pt x="14726" y="18876"/>
                    <a:pt x="14730" y="18930"/>
                  </a:cubicBezTo>
                  <a:lnTo>
                    <a:pt x="14730" y="23245"/>
                  </a:lnTo>
                  <a:lnTo>
                    <a:pt x="6005" y="23245"/>
                  </a:lnTo>
                  <a:lnTo>
                    <a:pt x="6005" y="23243"/>
                  </a:lnTo>
                  <a:lnTo>
                    <a:pt x="5996" y="18921"/>
                  </a:lnTo>
                  <a:cubicBezTo>
                    <a:pt x="5996" y="18873"/>
                    <a:pt x="5965" y="18832"/>
                    <a:pt x="5920" y="18820"/>
                  </a:cubicBezTo>
                  <a:cubicBezTo>
                    <a:pt x="5905" y="18812"/>
                    <a:pt x="3517" y="18098"/>
                    <a:pt x="2722" y="17246"/>
                  </a:cubicBezTo>
                  <a:cubicBezTo>
                    <a:pt x="2068" y="16555"/>
                    <a:pt x="716" y="7315"/>
                    <a:pt x="236" y="3689"/>
                  </a:cubicBezTo>
                  <a:lnTo>
                    <a:pt x="9415" y="201"/>
                  </a:lnTo>
                  <a:close/>
                  <a:moveTo>
                    <a:pt x="10782" y="0"/>
                  </a:moveTo>
                  <a:cubicBezTo>
                    <a:pt x="10776" y="0"/>
                    <a:pt x="10770" y="1"/>
                    <a:pt x="10764" y="3"/>
                  </a:cubicBezTo>
                  <a:lnTo>
                    <a:pt x="9354" y="3"/>
                  </a:lnTo>
                  <a:lnTo>
                    <a:pt x="75" y="3530"/>
                  </a:lnTo>
                  <a:cubicBezTo>
                    <a:pt x="29" y="3546"/>
                    <a:pt x="0" y="3594"/>
                    <a:pt x="6" y="3642"/>
                  </a:cubicBezTo>
                  <a:cubicBezTo>
                    <a:pt x="81" y="4179"/>
                    <a:pt x="1726" y="16512"/>
                    <a:pt x="2566" y="17401"/>
                  </a:cubicBezTo>
                  <a:cubicBezTo>
                    <a:pt x="3330" y="18208"/>
                    <a:pt x="5366" y="18875"/>
                    <a:pt x="5792" y="19009"/>
                  </a:cubicBezTo>
                  <a:lnTo>
                    <a:pt x="5792" y="23351"/>
                  </a:lnTo>
                  <a:cubicBezTo>
                    <a:pt x="5792" y="23410"/>
                    <a:pt x="5840" y="23458"/>
                    <a:pt x="5899" y="23458"/>
                  </a:cubicBezTo>
                  <a:lnTo>
                    <a:pt x="14840" y="23458"/>
                  </a:lnTo>
                  <a:cubicBezTo>
                    <a:pt x="14900" y="23458"/>
                    <a:pt x="14948" y="23410"/>
                    <a:pt x="14948" y="23351"/>
                  </a:cubicBezTo>
                  <a:lnTo>
                    <a:pt x="14948" y="19009"/>
                  </a:lnTo>
                  <a:cubicBezTo>
                    <a:pt x="15374" y="18875"/>
                    <a:pt x="17410" y="18208"/>
                    <a:pt x="18171" y="17401"/>
                  </a:cubicBezTo>
                  <a:cubicBezTo>
                    <a:pt x="19024" y="16512"/>
                    <a:pt x="20661" y="4169"/>
                    <a:pt x="20731" y="3642"/>
                  </a:cubicBezTo>
                  <a:cubicBezTo>
                    <a:pt x="20737" y="3592"/>
                    <a:pt x="20707" y="3546"/>
                    <a:pt x="20661" y="3530"/>
                  </a:cubicBezTo>
                  <a:lnTo>
                    <a:pt x="10800" y="3"/>
                  </a:lnTo>
                  <a:cubicBezTo>
                    <a:pt x="10794" y="1"/>
                    <a:pt x="10788" y="0"/>
                    <a:pt x="107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5092225" y="1179200"/>
              <a:ext cx="223425" cy="184050"/>
            </a:xfrm>
            <a:custGeom>
              <a:avLst/>
              <a:gdLst/>
              <a:ahLst/>
              <a:cxnLst/>
              <a:rect l="l" t="t" r="r" b="b"/>
              <a:pathLst>
                <a:path w="8937" h="7362" extrusionOk="0">
                  <a:moveTo>
                    <a:pt x="4455" y="1"/>
                  </a:moveTo>
                  <a:cubicBezTo>
                    <a:pt x="4115" y="1"/>
                    <a:pt x="3774" y="104"/>
                    <a:pt x="3483" y="311"/>
                  </a:cubicBezTo>
                  <a:lnTo>
                    <a:pt x="0" y="2941"/>
                  </a:lnTo>
                  <a:lnTo>
                    <a:pt x="0" y="7362"/>
                  </a:lnTo>
                  <a:lnTo>
                    <a:pt x="8937" y="7362"/>
                  </a:lnTo>
                  <a:lnTo>
                    <a:pt x="8937" y="2941"/>
                  </a:lnTo>
                  <a:lnTo>
                    <a:pt x="5505" y="370"/>
                  </a:lnTo>
                  <a:cubicBezTo>
                    <a:pt x="5198" y="124"/>
                    <a:pt x="4827" y="1"/>
                    <a:pt x="44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5089550" y="1176625"/>
              <a:ext cx="228800" cy="189300"/>
            </a:xfrm>
            <a:custGeom>
              <a:avLst/>
              <a:gdLst/>
              <a:ahLst/>
              <a:cxnLst/>
              <a:rect l="l" t="t" r="r" b="b"/>
              <a:pathLst>
                <a:path w="9152" h="7572" extrusionOk="0">
                  <a:moveTo>
                    <a:pt x="4556" y="209"/>
                  </a:moveTo>
                  <a:cubicBezTo>
                    <a:pt x="4905" y="209"/>
                    <a:pt x="5253" y="324"/>
                    <a:pt x="5541" y="553"/>
                  </a:cubicBezTo>
                  <a:lnTo>
                    <a:pt x="8938" y="3093"/>
                  </a:lnTo>
                  <a:lnTo>
                    <a:pt x="8938" y="7359"/>
                  </a:lnTo>
                  <a:lnTo>
                    <a:pt x="213" y="7359"/>
                  </a:lnTo>
                  <a:lnTo>
                    <a:pt x="213" y="7357"/>
                  </a:lnTo>
                  <a:lnTo>
                    <a:pt x="213" y="3093"/>
                  </a:lnTo>
                  <a:lnTo>
                    <a:pt x="3645" y="498"/>
                  </a:lnTo>
                  <a:cubicBezTo>
                    <a:pt x="3919" y="305"/>
                    <a:pt x="4237" y="209"/>
                    <a:pt x="4556" y="209"/>
                  </a:cubicBezTo>
                  <a:close/>
                  <a:moveTo>
                    <a:pt x="4555" y="0"/>
                  </a:moveTo>
                  <a:cubicBezTo>
                    <a:pt x="4193" y="0"/>
                    <a:pt x="3830" y="110"/>
                    <a:pt x="3519" y="330"/>
                  </a:cubicBezTo>
                  <a:lnTo>
                    <a:pt x="40" y="2959"/>
                  </a:lnTo>
                  <a:cubicBezTo>
                    <a:pt x="15" y="2980"/>
                    <a:pt x="0" y="3011"/>
                    <a:pt x="0" y="3044"/>
                  </a:cubicBezTo>
                  <a:lnTo>
                    <a:pt x="0" y="7465"/>
                  </a:lnTo>
                  <a:cubicBezTo>
                    <a:pt x="0" y="7524"/>
                    <a:pt x="48" y="7572"/>
                    <a:pt x="107" y="7572"/>
                  </a:cubicBezTo>
                  <a:lnTo>
                    <a:pt x="9044" y="7572"/>
                  </a:lnTo>
                  <a:cubicBezTo>
                    <a:pt x="9104" y="7572"/>
                    <a:pt x="9151" y="7524"/>
                    <a:pt x="9151" y="7465"/>
                  </a:cubicBezTo>
                  <a:lnTo>
                    <a:pt x="9151" y="3044"/>
                  </a:lnTo>
                  <a:cubicBezTo>
                    <a:pt x="9151" y="3011"/>
                    <a:pt x="9135" y="2980"/>
                    <a:pt x="9108" y="2959"/>
                  </a:cubicBezTo>
                  <a:lnTo>
                    <a:pt x="5670" y="389"/>
                  </a:lnTo>
                  <a:cubicBezTo>
                    <a:pt x="5345" y="130"/>
                    <a:pt x="4951" y="0"/>
                    <a:pt x="4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4947900" y="782025"/>
              <a:ext cx="512275" cy="323800"/>
            </a:xfrm>
            <a:custGeom>
              <a:avLst/>
              <a:gdLst/>
              <a:ahLst/>
              <a:cxnLst/>
              <a:rect l="l" t="t" r="r" b="b"/>
              <a:pathLst>
                <a:path w="20491" h="12952" extrusionOk="0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427" y="6680"/>
                    <a:pt x="940" y="9963"/>
                  </a:cubicBezTo>
                  <a:lnTo>
                    <a:pt x="2475" y="12079"/>
                  </a:lnTo>
                  <a:cubicBezTo>
                    <a:pt x="2873" y="12625"/>
                    <a:pt x="3507" y="12950"/>
                    <a:pt x="4182" y="12951"/>
                  </a:cubicBezTo>
                  <a:lnTo>
                    <a:pt x="16579" y="12951"/>
                  </a:lnTo>
                  <a:cubicBezTo>
                    <a:pt x="17293" y="12951"/>
                    <a:pt x="17960" y="12589"/>
                    <a:pt x="18350" y="11989"/>
                  </a:cubicBezTo>
                  <a:lnTo>
                    <a:pt x="19513" y="10200"/>
                  </a:lnTo>
                  <a:cubicBezTo>
                    <a:pt x="20052" y="683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4944925" y="779325"/>
              <a:ext cx="518250" cy="329175"/>
            </a:xfrm>
            <a:custGeom>
              <a:avLst/>
              <a:gdLst/>
              <a:ahLst/>
              <a:cxnLst/>
              <a:rect l="l" t="t" r="r" b="b"/>
              <a:pathLst>
                <a:path w="20730" h="13167" extrusionOk="0">
                  <a:moveTo>
                    <a:pt x="10739" y="214"/>
                  </a:moveTo>
                  <a:lnTo>
                    <a:pt x="20502" y="3706"/>
                  </a:lnTo>
                  <a:cubicBezTo>
                    <a:pt x="20430" y="4245"/>
                    <a:pt x="20022" y="7246"/>
                    <a:pt x="19539" y="10267"/>
                  </a:cubicBezTo>
                  <a:lnTo>
                    <a:pt x="18388" y="12039"/>
                  </a:lnTo>
                  <a:cubicBezTo>
                    <a:pt x="18018" y="12608"/>
                    <a:pt x="17385" y="12952"/>
                    <a:pt x="16706" y="12952"/>
                  </a:cubicBezTo>
                  <a:cubicBezTo>
                    <a:pt x="16705" y="12952"/>
                    <a:pt x="16704" y="12952"/>
                    <a:pt x="16702" y="12952"/>
                  </a:cubicBezTo>
                  <a:lnTo>
                    <a:pt x="4305" y="12952"/>
                  </a:lnTo>
                  <a:cubicBezTo>
                    <a:pt x="3662" y="12952"/>
                    <a:pt x="3059" y="12644"/>
                    <a:pt x="2681" y="12123"/>
                  </a:cubicBezTo>
                  <a:lnTo>
                    <a:pt x="1161" y="10031"/>
                  </a:lnTo>
                  <a:cubicBezTo>
                    <a:pt x="684" y="7096"/>
                    <a:pt x="307" y="4225"/>
                    <a:pt x="237" y="3704"/>
                  </a:cubicBezTo>
                  <a:lnTo>
                    <a:pt x="9417" y="214"/>
                  </a:lnTo>
                  <a:close/>
                  <a:moveTo>
                    <a:pt x="10775" y="0"/>
                  </a:moveTo>
                  <a:cubicBezTo>
                    <a:pt x="10769" y="0"/>
                    <a:pt x="10763" y="0"/>
                    <a:pt x="10757" y="1"/>
                  </a:cubicBezTo>
                  <a:lnTo>
                    <a:pt x="9353" y="1"/>
                  </a:lnTo>
                  <a:lnTo>
                    <a:pt x="75" y="3528"/>
                  </a:lnTo>
                  <a:cubicBezTo>
                    <a:pt x="29" y="3546"/>
                    <a:pt x="1" y="3592"/>
                    <a:pt x="7" y="3642"/>
                  </a:cubicBezTo>
                  <a:cubicBezTo>
                    <a:pt x="11" y="3674"/>
                    <a:pt x="431" y="6834"/>
                    <a:pt x="946" y="10083"/>
                  </a:cubicBezTo>
                  <a:cubicBezTo>
                    <a:pt x="949" y="10101"/>
                    <a:pt x="955" y="10118"/>
                    <a:pt x="964" y="10135"/>
                  </a:cubicBezTo>
                  <a:lnTo>
                    <a:pt x="2499" y="12249"/>
                  </a:lnTo>
                  <a:cubicBezTo>
                    <a:pt x="2918" y="12824"/>
                    <a:pt x="3586" y="13163"/>
                    <a:pt x="4296" y="13166"/>
                  </a:cubicBezTo>
                  <a:lnTo>
                    <a:pt x="16693" y="13166"/>
                  </a:lnTo>
                  <a:cubicBezTo>
                    <a:pt x="16696" y="13166"/>
                    <a:pt x="16699" y="13166"/>
                    <a:pt x="16702" y="13166"/>
                  </a:cubicBezTo>
                  <a:cubicBezTo>
                    <a:pt x="17455" y="13166"/>
                    <a:pt x="18155" y="12784"/>
                    <a:pt x="18563" y="12151"/>
                  </a:cubicBezTo>
                  <a:lnTo>
                    <a:pt x="19731" y="10360"/>
                  </a:lnTo>
                  <a:cubicBezTo>
                    <a:pt x="19738" y="10348"/>
                    <a:pt x="19744" y="10333"/>
                    <a:pt x="19745" y="10319"/>
                  </a:cubicBezTo>
                  <a:cubicBezTo>
                    <a:pt x="20280" y="6987"/>
                    <a:pt x="20724" y="3676"/>
                    <a:pt x="20724" y="3642"/>
                  </a:cubicBezTo>
                  <a:cubicBezTo>
                    <a:pt x="20730" y="3592"/>
                    <a:pt x="20700" y="3545"/>
                    <a:pt x="20654" y="3528"/>
                  </a:cubicBezTo>
                  <a:lnTo>
                    <a:pt x="10793" y="1"/>
                  </a:lnTo>
                  <a:cubicBezTo>
                    <a:pt x="10787" y="0"/>
                    <a:pt x="10781" y="0"/>
                    <a:pt x="107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5141550" y="960925"/>
              <a:ext cx="118975" cy="119025"/>
            </a:xfrm>
            <a:custGeom>
              <a:avLst/>
              <a:gdLst/>
              <a:ahLst/>
              <a:cxnLst/>
              <a:rect l="l" t="t" r="r" b="b"/>
              <a:pathLst>
                <a:path w="4759" h="4761" extrusionOk="0">
                  <a:moveTo>
                    <a:pt x="2380" y="0"/>
                  </a:moveTo>
                  <a:cubicBezTo>
                    <a:pt x="1065" y="0"/>
                    <a:pt x="0" y="1066"/>
                    <a:pt x="0" y="2381"/>
                  </a:cubicBezTo>
                  <a:cubicBezTo>
                    <a:pt x="0" y="3696"/>
                    <a:pt x="1065" y="4760"/>
                    <a:pt x="2380" y="4760"/>
                  </a:cubicBezTo>
                  <a:cubicBezTo>
                    <a:pt x="3694" y="4760"/>
                    <a:pt x="4759" y="3696"/>
                    <a:pt x="4759" y="2381"/>
                  </a:cubicBezTo>
                  <a:cubicBezTo>
                    <a:pt x="4759" y="1066"/>
                    <a:pt x="3694" y="0"/>
                    <a:pt x="23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5138875" y="958275"/>
              <a:ext cx="124350" cy="124350"/>
            </a:xfrm>
            <a:custGeom>
              <a:avLst/>
              <a:gdLst/>
              <a:ahLst/>
              <a:cxnLst/>
              <a:rect l="l" t="t" r="r" b="b"/>
              <a:pathLst>
                <a:path w="4974" h="4974" extrusionOk="0">
                  <a:moveTo>
                    <a:pt x="2493" y="213"/>
                  </a:moveTo>
                  <a:cubicBezTo>
                    <a:pt x="3749" y="218"/>
                    <a:pt x="4765" y="1241"/>
                    <a:pt x="4760" y="2497"/>
                  </a:cubicBezTo>
                  <a:cubicBezTo>
                    <a:pt x="4754" y="3748"/>
                    <a:pt x="3737" y="4761"/>
                    <a:pt x="2487" y="4761"/>
                  </a:cubicBezTo>
                  <a:cubicBezTo>
                    <a:pt x="1231" y="4761"/>
                    <a:pt x="213" y="3742"/>
                    <a:pt x="213" y="2487"/>
                  </a:cubicBezTo>
                  <a:cubicBezTo>
                    <a:pt x="213" y="1232"/>
                    <a:pt x="1231" y="213"/>
                    <a:pt x="2487" y="213"/>
                  </a:cubicBezTo>
                  <a:close/>
                  <a:moveTo>
                    <a:pt x="2487" y="0"/>
                  </a:moveTo>
                  <a:cubicBezTo>
                    <a:pt x="1114" y="0"/>
                    <a:pt x="0" y="1114"/>
                    <a:pt x="0" y="2487"/>
                  </a:cubicBezTo>
                  <a:cubicBezTo>
                    <a:pt x="0" y="3860"/>
                    <a:pt x="1114" y="4974"/>
                    <a:pt x="2487" y="4974"/>
                  </a:cubicBezTo>
                  <a:cubicBezTo>
                    <a:pt x="3855" y="4972"/>
                    <a:pt x="4966" y="3866"/>
                    <a:pt x="4973" y="2497"/>
                  </a:cubicBezTo>
                  <a:lnTo>
                    <a:pt x="4973" y="2487"/>
                  </a:lnTo>
                  <a:cubicBezTo>
                    <a:pt x="4973" y="1114"/>
                    <a:pt x="3859" y="0"/>
                    <a:pt x="24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5173075" y="992775"/>
              <a:ext cx="55925" cy="55900"/>
            </a:xfrm>
            <a:custGeom>
              <a:avLst/>
              <a:gdLst/>
              <a:ahLst/>
              <a:cxnLst/>
              <a:rect l="l" t="t" r="r" b="b"/>
              <a:pathLst>
                <a:path w="2237" h="2236" extrusionOk="0">
                  <a:moveTo>
                    <a:pt x="1119" y="1"/>
                  </a:moveTo>
                  <a:cubicBezTo>
                    <a:pt x="501" y="1"/>
                    <a:pt x="0" y="501"/>
                    <a:pt x="0" y="1117"/>
                  </a:cubicBezTo>
                  <a:cubicBezTo>
                    <a:pt x="0" y="1735"/>
                    <a:pt x="501" y="2236"/>
                    <a:pt x="1119" y="2236"/>
                  </a:cubicBezTo>
                  <a:cubicBezTo>
                    <a:pt x="1735" y="2234"/>
                    <a:pt x="2235" y="1734"/>
                    <a:pt x="2237" y="1117"/>
                  </a:cubicBezTo>
                  <a:cubicBezTo>
                    <a:pt x="2237" y="501"/>
                    <a:pt x="1737" y="1"/>
                    <a:pt x="1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5170425" y="989850"/>
              <a:ext cx="61225" cy="61200"/>
            </a:xfrm>
            <a:custGeom>
              <a:avLst/>
              <a:gdLst/>
              <a:ahLst/>
              <a:cxnLst/>
              <a:rect l="l" t="t" r="r" b="b"/>
              <a:pathLst>
                <a:path w="2449" h="2448" extrusionOk="0">
                  <a:moveTo>
                    <a:pt x="1225" y="213"/>
                  </a:moveTo>
                  <a:cubicBezTo>
                    <a:pt x="1783" y="214"/>
                    <a:pt x="2234" y="666"/>
                    <a:pt x="2236" y="1224"/>
                  </a:cubicBezTo>
                  <a:cubicBezTo>
                    <a:pt x="2236" y="1782"/>
                    <a:pt x="1783" y="2235"/>
                    <a:pt x="1225" y="2235"/>
                  </a:cubicBezTo>
                  <a:cubicBezTo>
                    <a:pt x="666" y="2235"/>
                    <a:pt x="214" y="1782"/>
                    <a:pt x="214" y="1224"/>
                  </a:cubicBezTo>
                  <a:cubicBezTo>
                    <a:pt x="214" y="666"/>
                    <a:pt x="666" y="213"/>
                    <a:pt x="1225" y="213"/>
                  </a:cubicBezTo>
                  <a:close/>
                  <a:moveTo>
                    <a:pt x="1225" y="0"/>
                  </a:moveTo>
                  <a:cubicBezTo>
                    <a:pt x="549" y="0"/>
                    <a:pt x="1" y="548"/>
                    <a:pt x="1" y="1224"/>
                  </a:cubicBezTo>
                  <a:cubicBezTo>
                    <a:pt x="1" y="1900"/>
                    <a:pt x="549" y="2448"/>
                    <a:pt x="1225" y="2448"/>
                  </a:cubicBezTo>
                  <a:cubicBezTo>
                    <a:pt x="1901" y="2446"/>
                    <a:pt x="2447" y="1900"/>
                    <a:pt x="2448" y="1224"/>
                  </a:cubicBezTo>
                  <a:cubicBezTo>
                    <a:pt x="2448" y="548"/>
                    <a:pt x="1901" y="0"/>
                    <a:pt x="12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947675" y="804625"/>
              <a:ext cx="191175" cy="197750"/>
            </a:xfrm>
            <a:custGeom>
              <a:avLst/>
              <a:gdLst/>
              <a:ahLst/>
              <a:cxnLst/>
              <a:rect l="l" t="t" r="r" b="b"/>
              <a:pathLst>
                <a:path w="7647" h="7910" extrusionOk="0">
                  <a:moveTo>
                    <a:pt x="6849" y="0"/>
                  </a:moveTo>
                  <a:lnTo>
                    <a:pt x="1" y="2624"/>
                  </a:lnTo>
                  <a:lnTo>
                    <a:pt x="2986" y="6857"/>
                  </a:lnTo>
                  <a:cubicBezTo>
                    <a:pt x="3459" y="7527"/>
                    <a:pt x="4222" y="7909"/>
                    <a:pt x="5017" y="7909"/>
                  </a:cubicBezTo>
                  <a:cubicBezTo>
                    <a:pt x="5223" y="7909"/>
                    <a:pt x="5431" y="7883"/>
                    <a:pt x="5637" y="7830"/>
                  </a:cubicBezTo>
                  <a:cubicBezTo>
                    <a:pt x="6853" y="7521"/>
                    <a:pt x="7647" y="6352"/>
                    <a:pt x="7489" y="5107"/>
                  </a:cubicBezTo>
                  <a:lnTo>
                    <a:pt x="68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4945000" y="801875"/>
              <a:ext cx="197050" cy="203150"/>
            </a:xfrm>
            <a:custGeom>
              <a:avLst/>
              <a:gdLst/>
              <a:ahLst/>
              <a:cxnLst/>
              <a:rect l="l" t="t" r="r" b="b"/>
              <a:pathLst>
                <a:path w="7882" h="8126" extrusionOk="0">
                  <a:moveTo>
                    <a:pt x="6859" y="258"/>
                  </a:moveTo>
                  <a:lnTo>
                    <a:pt x="7499" y="5231"/>
                  </a:lnTo>
                  <a:cubicBezTo>
                    <a:pt x="7609" y="6103"/>
                    <a:pt x="7228" y="6967"/>
                    <a:pt x="6510" y="7474"/>
                  </a:cubicBezTo>
                  <a:cubicBezTo>
                    <a:pt x="6092" y="7770"/>
                    <a:pt x="5612" y="7912"/>
                    <a:pt x="5136" y="7912"/>
                  </a:cubicBezTo>
                  <a:cubicBezTo>
                    <a:pt x="4389" y="7912"/>
                    <a:pt x="3652" y="7561"/>
                    <a:pt x="3187" y="6904"/>
                  </a:cubicBezTo>
                  <a:lnTo>
                    <a:pt x="273" y="2783"/>
                  </a:lnTo>
                  <a:lnTo>
                    <a:pt x="275" y="2783"/>
                  </a:lnTo>
                  <a:lnTo>
                    <a:pt x="6859" y="258"/>
                  </a:lnTo>
                  <a:close/>
                  <a:moveTo>
                    <a:pt x="6961" y="0"/>
                  </a:moveTo>
                  <a:cubicBezTo>
                    <a:pt x="6945" y="0"/>
                    <a:pt x="6929" y="4"/>
                    <a:pt x="6915" y="10"/>
                  </a:cubicBezTo>
                  <a:lnTo>
                    <a:pt x="74" y="2632"/>
                  </a:lnTo>
                  <a:cubicBezTo>
                    <a:pt x="44" y="2646"/>
                    <a:pt x="22" y="2671"/>
                    <a:pt x="10" y="2701"/>
                  </a:cubicBezTo>
                  <a:cubicBezTo>
                    <a:pt x="1" y="2734"/>
                    <a:pt x="7" y="2768"/>
                    <a:pt x="25" y="2795"/>
                  </a:cubicBezTo>
                  <a:lnTo>
                    <a:pt x="3010" y="7028"/>
                  </a:lnTo>
                  <a:cubicBezTo>
                    <a:pt x="3500" y="7716"/>
                    <a:pt x="4293" y="8125"/>
                    <a:pt x="5137" y="8125"/>
                  </a:cubicBezTo>
                  <a:cubicBezTo>
                    <a:pt x="5139" y="8125"/>
                    <a:pt x="5140" y="8125"/>
                    <a:pt x="5142" y="8125"/>
                  </a:cubicBezTo>
                  <a:lnTo>
                    <a:pt x="5143" y="8124"/>
                  </a:lnTo>
                  <a:lnTo>
                    <a:pt x="5139" y="8116"/>
                  </a:lnTo>
                  <a:cubicBezTo>
                    <a:pt x="5246" y="8115"/>
                    <a:pt x="5355" y="8109"/>
                    <a:pt x="5462" y="8094"/>
                  </a:cubicBezTo>
                  <a:cubicBezTo>
                    <a:pt x="6881" y="7911"/>
                    <a:pt x="7882" y="6612"/>
                    <a:pt x="7697" y="5195"/>
                  </a:cubicBezTo>
                  <a:lnTo>
                    <a:pt x="7058" y="86"/>
                  </a:lnTo>
                  <a:cubicBezTo>
                    <a:pt x="7054" y="55"/>
                    <a:pt x="7034" y="27"/>
                    <a:pt x="7006" y="10"/>
                  </a:cubicBezTo>
                  <a:cubicBezTo>
                    <a:pt x="6992" y="4"/>
                    <a:pt x="6976" y="0"/>
                    <a:pt x="69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5268525" y="807025"/>
              <a:ext cx="191300" cy="195350"/>
            </a:xfrm>
            <a:custGeom>
              <a:avLst/>
              <a:gdLst/>
              <a:ahLst/>
              <a:cxnLst/>
              <a:rect l="l" t="t" r="r" b="b"/>
              <a:pathLst>
                <a:path w="7652" h="7814" extrusionOk="0">
                  <a:moveTo>
                    <a:pt x="672" y="1"/>
                  </a:moveTo>
                  <a:lnTo>
                    <a:pt x="158" y="5011"/>
                  </a:lnTo>
                  <a:cubicBezTo>
                    <a:pt x="0" y="6257"/>
                    <a:pt x="797" y="7426"/>
                    <a:pt x="2013" y="7734"/>
                  </a:cubicBezTo>
                  <a:cubicBezTo>
                    <a:pt x="2219" y="7787"/>
                    <a:pt x="2428" y="7813"/>
                    <a:pt x="2634" y="7813"/>
                  </a:cubicBezTo>
                  <a:cubicBezTo>
                    <a:pt x="3430" y="7813"/>
                    <a:pt x="4193" y="7431"/>
                    <a:pt x="4666" y="6761"/>
                  </a:cubicBezTo>
                  <a:lnTo>
                    <a:pt x="7652" y="2528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5269400" y="804375"/>
              <a:ext cx="193675" cy="200650"/>
            </a:xfrm>
            <a:custGeom>
              <a:avLst/>
              <a:gdLst/>
              <a:ahLst/>
              <a:cxnLst/>
              <a:rect l="l" t="t" r="r" b="b"/>
              <a:pathLst>
                <a:path w="7747" h="8026" extrusionOk="0">
                  <a:moveTo>
                    <a:pt x="727" y="253"/>
                  </a:moveTo>
                  <a:lnTo>
                    <a:pt x="7451" y="2683"/>
                  </a:lnTo>
                  <a:lnTo>
                    <a:pt x="4538" y="6804"/>
                  </a:lnTo>
                  <a:cubicBezTo>
                    <a:pt x="4087" y="7443"/>
                    <a:pt x="3357" y="7815"/>
                    <a:pt x="2588" y="7815"/>
                  </a:cubicBezTo>
                  <a:cubicBezTo>
                    <a:pt x="2488" y="7815"/>
                    <a:pt x="2387" y="7809"/>
                    <a:pt x="2286" y="7796"/>
                  </a:cubicBezTo>
                  <a:cubicBezTo>
                    <a:pt x="980" y="7628"/>
                    <a:pt x="60" y="6433"/>
                    <a:pt x="227" y="5129"/>
                  </a:cubicBezTo>
                  <a:lnTo>
                    <a:pt x="727" y="253"/>
                  </a:lnTo>
                  <a:close/>
                  <a:moveTo>
                    <a:pt x="645" y="0"/>
                  </a:moveTo>
                  <a:cubicBezTo>
                    <a:pt x="625" y="0"/>
                    <a:pt x="605" y="6"/>
                    <a:pt x="587" y="16"/>
                  </a:cubicBezTo>
                  <a:cubicBezTo>
                    <a:pt x="561" y="34"/>
                    <a:pt x="541" y="62"/>
                    <a:pt x="538" y="95"/>
                  </a:cubicBezTo>
                  <a:lnTo>
                    <a:pt x="25" y="5102"/>
                  </a:lnTo>
                  <a:cubicBezTo>
                    <a:pt x="11" y="5212"/>
                    <a:pt x="4" y="5321"/>
                    <a:pt x="4" y="5431"/>
                  </a:cubicBezTo>
                  <a:cubicBezTo>
                    <a:pt x="1" y="6861"/>
                    <a:pt x="1156" y="8021"/>
                    <a:pt x="2584" y="8025"/>
                  </a:cubicBezTo>
                  <a:lnTo>
                    <a:pt x="2584" y="8024"/>
                  </a:lnTo>
                  <a:cubicBezTo>
                    <a:pt x="2590" y="8024"/>
                    <a:pt x="2596" y="8024"/>
                    <a:pt x="2602" y="8024"/>
                  </a:cubicBezTo>
                  <a:cubicBezTo>
                    <a:pt x="3446" y="8024"/>
                    <a:pt x="4237" y="7615"/>
                    <a:pt x="4728" y="6928"/>
                  </a:cubicBezTo>
                  <a:lnTo>
                    <a:pt x="7713" y="2695"/>
                  </a:lnTo>
                  <a:cubicBezTo>
                    <a:pt x="7718" y="2687"/>
                    <a:pt x="7722" y="2678"/>
                    <a:pt x="7727" y="2669"/>
                  </a:cubicBezTo>
                  <a:cubicBezTo>
                    <a:pt x="7746" y="2614"/>
                    <a:pt x="7718" y="2553"/>
                    <a:pt x="7661" y="2532"/>
                  </a:cubicBezTo>
                  <a:lnTo>
                    <a:pt x="680" y="6"/>
                  </a:lnTo>
                  <a:cubicBezTo>
                    <a:pt x="668" y="2"/>
                    <a:pt x="657" y="0"/>
                    <a:pt x="6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5309750" y="1120975"/>
              <a:ext cx="16925" cy="16900"/>
            </a:xfrm>
            <a:custGeom>
              <a:avLst/>
              <a:gdLst/>
              <a:ahLst/>
              <a:cxnLst/>
              <a:rect l="l" t="t" r="r" b="b"/>
              <a:pathLst>
                <a:path w="677" h="676" extrusionOk="0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2" y="675"/>
                  </a:lnTo>
                  <a:cubicBezTo>
                    <a:pt x="526" y="675"/>
                    <a:pt x="675" y="525"/>
                    <a:pt x="675" y="340"/>
                  </a:cubicBezTo>
                  <a:cubicBezTo>
                    <a:pt x="677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5307225" y="1118400"/>
              <a:ext cx="22100" cy="22100"/>
            </a:xfrm>
            <a:custGeom>
              <a:avLst/>
              <a:gdLst/>
              <a:ahLst/>
              <a:cxnLst/>
              <a:rect l="l" t="t" r="r" b="b"/>
              <a:pathLst>
                <a:path w="884" h="884" extrusionOk="0">
                  <a:moveTo>
                    <a:pt x="443" y="215"/>
                  </a:moveTo>
                  <a:cubicBezTo>
                    <a:pt x="568" y="215"/>
                    <a:pt x="669" y="318"/>
                    <a:pt x="671" y="443"/>
                  </a:cubicBezTo>
                  <a:cubicBezTo>
                    <a:pt x="671" y="570"/>
                    <a:pt x="568" y="671"/>
                    <a:pt x="443" y="671"/>
                  </a:cubicBezTo>
                  <a:cubicBezTo>
                    <a:pt x="316" y="671"/>
                    <a:pt x="213" y="570"/>
                    <a:pt x="213" y="443"/>
                  </a:cubicBezTo>
                  <a:cubicBezTo>
                    <a:pt x="213" y="317"/>
                    <a:pt x="316" y="215"/>
                    <a:pt x="443" y="215"/>
                  </a:cubicBez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cubicBezTo>
                    <a:pt x="1" y="687"/>
                    <a:pt x="199" y="884"/>
                    <a:pt x="443" y="884"/>
                  </a:cubicBezTo>
                  <a:cubicBezTo>
                    <a:pt x="685" y="884"/>
                    <a:pt x="882" y="686"/>
                    <a:pt x="883" y="443"/>
                  </a:cubicBezTo>
                  <a:cubicBezTo>
                    <a:pt x="883" y="199"/>
                    <a:pt x="685" y="1"/>
                    <a:pt x="4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5348700" y="1120975"/>
              <a:ext cx="16925" cy="16900"/>
            </a:xfrm>
            <a:custGeom>
              <a:avLst/>
              <a:gdLst/>
              <a:ahLst/>
              <a:cxnLst/>
              <a:rect l="l" t="t" r="r" b="b"/>
              <a:pathLst>
                <a:path w="677" h="676" extrusionOk="0">
                  <a:moveTo>
                    <a:pt x="337" y="1"/>
                  </a:moveTo>
                  <a:cubicBezTo>
                    <a:pt x="152" y="1"/>
                    <a:pt x="2" y="150"/>
                    <a:pt x="0" y="336"/>
                  </a:cubicBezTo>
                  <a:cubicBezTo>
                    <a:pt x="0" y="522"/>
                    <a:pt x="149" y="674"/>
                    <a:pt x="335" y="675"/>
                  </a:cubicBezTo>
                  <a:lnTo>
                    <a:pt x="340" y="675"/>
                  </a:lnTo>
                  <a:cubicBezTo>
                    <a:pt x="524" y="675"/>
                    <a:pt x="675" y="525"/>
                    <a:pt x="675" y="340"/>
                  </a:cubicBezTo>
                  <a:cubicBezTo>
                    <a:pt x="676" y="154"/>
                    <a:pt x="526" y="2"/>
                    <a:pt x="340" y="1"/>
                  </a:cubicBezTo>
                  <a:cubicBezTo>
                    <a:pt x="339" y="1"/>
                    <a:pt x="338" y="1"/>
                    <a:pt x="33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5346225" y="1118450"/>
              <a:ext cx="22225" cy="22050"/>
            </a:xfrm>
            <a:custGeom>
              <a:avLst/>
              <a:gdLst/>
              <a:ahLst/>
              <a:cxnLst/>
              <a:rect l="l" t="t" r="r" b="b"/>
              <a:pathLst>
                <a:path w="889" h="882" extrusionOk="0">
                  <a:moveTo>
                    <a:pt x="446" y="213"/>
                  </a:moveTo>
                  <a:cubicBezTo>
                    <a:pt x="571" y="213"/>
                    <a:pt x="674" y="315"/>
                    <a:pt x="675" y="441"/>
                  </a:cubicBezTo>
                  <a:cubicBezTo>
                    <a:pt x="675" y="563"/>
                    <a:pt x="579" y="664"/>
                    <a:pt x="455" y="669"/>
                  </a:cubicBezTo>
                  <a:cubicBezTo>
                    <a:pt x="452" y="669"/>
                    <a:pt x="450" y="669"/>
                    <a:pt x="447" y="669"/>
                  </a:cubicBezTo>
                  <a:cubicBezTo>
                    <a:pt x="325" y="669"/>
                    <a:pt x="224" y="572"/>
                    <a:pt x="220" y="450"/>
                  </a:cubicBezTo>
                  <a:cubicBezTo>
                    <a:pt x="214" y="323"/>
                    <a:pt x="312" y="218"/>
                    <a:pt x="439" y="213"/>
                  </a:cubicBezTo>
                  <a:lnTo>
                    <a:pt x="443" y="213"/>
                  </a:lnTo>
                  <a:cubicBezTo>
                    <a:pt x="444" y="213"/>
                    <a:pt x="445" y="213"/>
                    <a:pt x="446" y="213"/>
                  </a:cubicBezTo>
                  <a:close/>
                  <a:moveTo>
                    <a:pt x="444" y="0"/>
                  </a:moveTo>
                  <a:cubicBezTo>
                    <a:pt x="206" y="0"/>
                    <a:pt x="10" y="193"/>
                    <a:pt x="5" y="432"/>
                  </a:cubicBezTo>
                  <a:cubicBezTo>
                    <a:pt x="1" y="676"/>
                    <a:pt x="194" y="877"/>
                    <a:pt x="439" y="882"/>
                  </a:cubicBezTo>
                  <a:lnTo>
                    <a:pt x="443" y="882"/>
                  </a:lnTo>
                  <a:cubicBezTo>
                    <a:pt x="444" y="882"/>
                    <a:pt x="445" y="882"/>
                    <a:pt x="446" y="882"/>
                  </a:cubicBezTo>
                  <a:cubicBezTo>
                    <a:pt x="689" y="882"/>
                    <a:pt x="887" y="684"/>
                    <a:pt x="888" y="441"/>
                  </a:cubicBezTo>
                  <a:cubicBezTo>
                    <a:pt x="888" y="200"/>
                    <a:pt x="696" y="5"/>
                    <a:pt x="455" y="0"/>
                  </a:cubicBezTo>
                  <a:cubicBezTo>
                    <a:pt x="451" y="0"/>
                    <a:pt x="448" y="0"/>
                    <a:pt x="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5387625" y="1120975"/>
              <a:ext cx="16975" cy="16900"/>
            </a:xfrm>
            <a:custGeom>
              <a:avLst/>
              <a:gdLst/>
              <a:ahLst/>
              <a:cxnLst/>
              <a:rect l="l" t="t" r="r" b="b"/>
              <a:pathLst>
                <a:path w="679" h="676" extrusionOk="0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0" y="675"/>
                  </a:lnTo>
                  <a:cubicBezTo>
                    <a:pt x="341" y="675"/>
                    <a:pt x="342" y="675"/>
                    <a:pt x="343" y="675"/>
                  </a:cubicBezTo>
                  <a:cubicBezTo>
                    <a:pt x="526" y="675"/>
                    <a:pt x="675" y="527"/>
                    <a:pt x="677" y="342"/>
                  </a:cubicBezTo>
                  <a:lnTo>
                    <a:pt x="677" y="340"/>
                  </a:lnTo>
                  <a:cubicBezTo>
                    <a:pt x="678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5385100" y="1118450"/>
              <a:ext cx="22125" cy="22100"/>
            </a:xfrm>
            <a:custGeom>
              <a:avLst/>
              <a:gdLst/>
              <a:ahLst/>
              <a:cxnLst/>
              <a:rect l="l" t="t" r="r" b="b"/>
              <a:pathLst>
                <a:path w="885" h="884" extrusionOk="0">
                  <a:moveTo>
                    <a:pt x="443" y="213"/>
                  </a:moveTo>
                  <a:cubicBezTo>
                    <a:pt x="569" y="213"/>
                    <a:pt x="670" y="315"/>
                    <a:pt x="670" y="441"/>
                  </a:cubicBezTo>
                  <a:cubicBezTo>
                    <a:pt x="670" y="566"/>
                    <a:pt x="571" y="667"/>
                    <a:pt x="444" y="669"/>
                  </a:cubicBezTo>
                  <a:cubicBezTo>
                    <a:pt x="443" y="669"/>
                    <a:pt x="442" y="669"/>
                    <a:pt x="441" y="669"/>
                  </a:cubicBezTo>
                  <a:cubicBezTo>
                    <a:pt x="318" y="669"/>
                    <a:pt x="216" y="568"/>
                    <a:pt x="215" y="443"/>
                  </a:cubicBezTo>
                  <a:cubicBezTo>
                    <a:pt x="213" y="318"/>
                    <a:pt x="315" y="213"/>
                    <a:pt x="441" y="213"/>
                  </a:cubicBezTo>
                  <a:close/>
                  <a:moveTo>
                    <a:pt x="443" y="0"/>
                  </a:moveTo>
                  <a:cubicBezTo>
                    <a:pt x="200" y="0"/>
                    <a:pt x="2" y="196"/>
                    <a:pt x="2" y="440"/>
                  </a:cubicBezTo>
                  <a:cubicBezTo>
                    <a:pt x="0" y="682"/>
                    <a:pt x="197" y="882"/>
                    <a:pt x="441" y="882"/>
                  </a:cubicBezTo>
                  <a:lnTo>
                    <a:pt x="441" y="883"/>
                  </a:lnTo>
                  <a:lnTo>
                    <a:pt x="443" y="883"/>
                  </a:lnTo>
                  <a:cubicBezTo>
                    <a:pt x="687" y="883"/>
                    <a:pt x="885" y="685"/>
                    <a:pt x="885" y="441"/>
                  </a:cubicBezTo>
                  <a:cubicBezTo>
                    <a:pt x="885" y="198"/>
                    <a:pt x="688" y="0"/>
                    <a:pt x="446" y="0"/>
                  </a:cubicBezTo>
                  <a:cubicBezTo>
                    <a:pt x="445" y="0"/>
                    <a:pt x="444" y="0"/>
                    <a:pt x="44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5113700" y="1281400"/>
              <a:ext cx="178325" cy="178300"/>
            </a:xfrm>
            <a:custGeom>
              <a:avLst/>
              <a:gdLst/>
              <a:ahLst/>
              <a:cxnLst/>
              <a:rect l="l" t="t" r="r" b="b"/>
              <a:pathLst>
                <a:path w="7133" h="7132" extrusionOk="0">
                  <a:moveTo>
                    <a:pt x="3567" y="1"/>
                  </a:moveTo>
                  <a:cubicBezTo>
                    <a:pt x="1597" y="1"/>
                    <a:pt x="1" y="1597"/>
                    <a:pt x="1" y="3567"/>
                  </a:cubicBezTo>
                  <a:cubicBezTo>
                    <a:pt x="1" y="5535"/>
                    <a:pt x="1597" y="7131"/>
                    <a:pt x="3567" y="7131"/>
                  </a:cubicBezTo>
                  <a:cubicBezTo>
                    <a:pt x="5535" y="7131"/>
                    <a:pt x="7133" y="5535"/>
                    <a:pt x="7133" y="3567"/>
                  </a:cubicBezTo>
                  <a:cubicBezTo>
                    <a:pt x="7133" y="1597"/>
                    <a:pt x="5535" y="1"/>
                    <a:pt x="3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5110825" y="1278800"/>
              <a:ext cx="183800" cy="183725"/>
            </a:xfrm>
            <a:custGeom>
              <a:avLst/>
              <a:gdLst/>
              <a:ahLst/>
              <a:cxnLst/>
              <a:rect l="l" t="t" r="r" b="b"/>
              <a:pathLst>
                <a:path w="7352" h="7349" extrusionOk="0">
                  <a:moveTo>
                    <a:pt x="3679" y="215"/>
                  </a:moveTo>
                  <a:cubicBezTo>
                    <a:pt x="5589" y="218"/>
                    <a:pt x="7136" y="1765"/>
                    <a:pt x="7137" y="3674"/>
                  </a:cubicBezTo>
                  <a:lnTo>
                    <a:pt x="7137" y="3678"/>
                  </a:lnTo>
                  <a:cubicBezTo>
                    <a:pt x="7137" y="5589"/>
                    <a:pt x="5587" y="7137"/>
                    <a:pt x="3677" y="7137"/>
                  </a:cubicBezTo>
                  <a:cubicBezTo>
                    <a:pt x="3676" y="7137"/>
                    <a:pt x="3675" y="7137"/>
                    <a:pt x="3674" y="7137"/>
                  </a:cubicBezTo>
                  <a:cubicBezTo>
                    <a:pt x="1762" y="7137"/>
                    <a:pt x="215" y="5586"/>
                    <a:pt x="215" y="3674"/>
                  </a:cubicBezTo>
                  <a:cubicBezTo>
                    <a:pt x="217" y="1762"/>
                    <a:pt x="1767" y="215"/>
                    <a:pt x="3679" y="215"/>
                  </a:cubicBezTo>
                  <a:close/>
                  <a:moveTo>
                    <a:pt x="3677" y="1"/>
                  </a:moveTo>
                  <a:cubicBezTo>
                    <a:pt x="3676" y="1"/>
                    <a:pt x="3675" y="1"/>
                    <a:pt x="3674" y="1"/>
                  </a:cubicBezTo>
                  <a:cubicBezTo>
                    <a:pt x="1645" y="1"/>
                    <a:pt x="1" y="1647"/>
                    <a:pt x="2" y="3677"/>
                  </a:cubicBezTo>
                  <a:cubicBezTo>
                    <a:pt x="4" y="5705"/>
                    <a:pt x="1648" y="7349"/>
                    <a:pt x="3676" y="7349"/>
                  </a:cubicBezTo>
                  <a:cubicBezTo>
                    <a:pt x="3677" y="7349"/>
                    <a:pt x="3678" y="7349"/>
                    <a:pt x="3679" y="7349"/>
                  </a:cubicBezTo>
                  <a:cubicBezTo>
                    <a:pt x="5707" y="7347"/>
                    <a:pt x="7350" y="5702"/>
                    <a:pt x="7352" y="3674"/>
                  </a:cubicBezTo>
                  <a:lnTo>
                    <a:pt x="7352" y="3672"/>
                  </a:lnTo>
                  <a:cubicBezTo>
                    <a:pt x="7350" y="1644"/>
                    <a:pt x="5705" y="1"/>
                    <a:pt x="36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5193725" y="1281450"/>
              <a:ext cx="18150" cy="92250"/>
            </a:xfrm>
            <a:custGeom>
              <a:avLst/>
              <a:gdLst/>
              <a:ahLst/>
              <a:cxnLst/>
              <a:rect l="l" t="t" r="r" b="b"/>
              <a:pathLst>
                <a:path w="726" h="3690" extrusionOk="0">
                  <a:moveTo>
                    <a:pt x="363" y="1"/>
                  </a:moveTo>
                  <a:cubicBezTo>
                    <a:pt x="242" y="1"/>
                    <a:pt x="121" y="7"/>
                    <a:pt x="1" y="20"/>
                  </a:cubicBezTo>
                  <a:lnTo>
                    <a:pt x="1" y="3690"/>
                  </a:lnTo>
                  <a:lnTo>
                    <a:pt x="726" y="3690"/>
                  </a:lnTo>
                  <a:lnTo>
                    <a:pt x="726" y="20"/>
                  </a:lnTo>
                  <a:cubicBezTo>
                    <a:pt x="605" y="7"/>
                    <a:pt x="484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5191025" y="1278775"/>
              <a:ext cx="23550" cy="97650"/>
            </a:xfrm>
            <a:custGeom>
              <a:avLst/>
              <a:gdLst/>
              <a:ahLst/>
              <a:cxnLst/>
              <a:rect l="l" t="t" r="r" b="b"/>
              <a:pathLst>
                <a:path w="942" h="3906" extrusionOk="0">
                  <a:moveTo>
                    <a:pt x="471" y="217"/>
                  </a:moveTo>
                  <a:cubicBezTo>
                    <a:pt x="557" y="217"/>
                    <a:pt x="642" y="220"/>
                    <a:pt x="727" y="225"/>
                  </a:cubicBezTo>
                  <a:lnTo>
                    <a:pt x="727" y="3693"/>
                  </a:lnTo>
                  <a:lnTo>
                    <a:pt x="214" y="3693"/>
                  </a:lnTo>
                  <a:lnTo>
                    <a:pt x="214" y="225"/>
                  </a:lnTo>
                  <a:cubicBezTo>
                    <a:pt x="300" y="220"/>
                    <a:pt x="386" y="217"/>
                    <a:pt x="471" y="217"/>
                  </a:cubicBezTo>
                  <a:close/>
                  <a:moveTo>
                    <a:pt x="471" y="1"/>
                  </a:moveTo>
                  <a:cubicBezTo>
                    <a:pt x="346" y="1"/>
                    <a:pt x="222" y="8"/>
                    <a:pt x="98" y="21"/>
                  </a:cubicBezTo>
                  <a:cubicBezTo>
                    <a:pt x="43" y="26"/>
                    <a:pt x="0" y="72"/>
                    <a:pt x="2" y="127"/>
                  </a:cubicBezTo>
                  <a:lnTo>
                    <a:pt x="2" y="3798"/>
                  </a:lnTo>
                  <a:cubicBezTo>
                    <a:pt x="2" y="3858"/>
                    <a:pt x="49" y="3906"/>
                    <a:pt x="109" y="3906"/>
                  </a:cubicBezTo>
                  <a:lnTo>
                    <a:pt x="835" y="3906"/>
                  </a:lnTo>
                  <a:cubicBezTo>
                    <a:pt x="895" y="3904"/>
                    <a:pt x="941" y="3855"/>
                    <a:pt x="940" y="3797"/>
                  </a:cubicBezTo>
                  <a:lnTo>
                    <a:pt x="940" y="127"/>
                  </a:lnTo>
                  <a:cubicBezTo>
                    <a:pt x="941" y="72"/>
                    <a:pt x="899" y="24"/>
                    <a:pt x="844" y="21"/>
                  </a:cubicBezTo>
                  <a:cubicBezTo>
                    <a:pt x="720" y="8"/>
                    <a:pt x="595" y="1"/>
                    <a:pt x="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4806500" y="953125"/>
              <a:ext cx="170050" cy="324050"/>
            </a:xfrm>
            <a:custGeom>
              <a:avLst/>
              <a:gdLst/>
              <a:ahLst/>
              <a:cxnLst/>
              <a:rect l="l" t="t" r="r" b="b"/>
              <a:pathLst>
                <a:path w="6802" h="12962" extrusionOk="0">
                  <a:moveTo>
                    <a:pt x="6162" y="1"/>
                  </a:moveTo>
                  <a:lnTo>
                    <a:pt x="2678" y="3326"/>
                  </a:lnTo>
                  <a:lnTo>
                    <a:pt x="227" y="10790"/>
                  </a:lnTo>
                  <a:cubicBezTo>
                    <a:pt x="0" y="11667"/>
                    <a:pt x="486" y="12571"/>
                    <a:pt x="1342" y="12865"/>
                  </a:cubicBezTo>
                  <a:cubicBezTo>
                    <a:pt x="1530" y="12930"/>
                    <a:pt x="1721" y="12961"/>
                    <a:pt x="1909" y="12961"/>
                  </a:cubicBezTo>
                  <a:cubicBezTo>
                    <a:pt x="2612" y="12961"/>
                    <a:pt x="3271" y="12533"/>
                    <a:pt x="3535" y="11841"/>
                  </a:cubicBezTo>
                  <a:lnTo>
                    <a:pt x="6802" y="4448"/>
                  </a:lnTo>
                  <a:lnTo>
                    <a:pt x="6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4803700" y="950650"/>
              <a:ext cx="175550" cy="329300"/>
            </a:xfrm>
            <a:custGeom>
              <a:avLst/>
              <a:gdLst/>
              <a:ahLst/>
              <a:cxnLst/>
              <a:rect l="l" t="t" r="r" b="b"/>
              <a:pathLst>
                <a:path w="7022" h="13172" extrusionOk="0">
                  <a:moveTo>
                    <a:pt x="6199" y="322"/>
                  </a:moveTo>
                  <a:lnTo>
                    <a:pt x="6808" y="4534"/>
                  </a:lnTo>
                  <a:lnTo>
                    <a:pt x="3544" y="11904"/>
                  </a:lnTo>
                  <a:cubicBezTo>
                    <a:pt x="3300" y="12552"/>
                    <a:pt x="2682" y="12960"/>
                    <a:pt x="2018" y="12960"/>
                  </a:cubicBezTo>
                  <a:cubicBezTo>
                    <a:pt x="1885" y="12960"/>
                    <a:pt x="1750" y="12943"/>
                    <a:pt x="1616" y="12909"/>
                  </a:cubicBezTo>
                  <a:cubicBezTo>
                    <a:pt x="742" y="12686"/>
                    <a:pt x="215" y="11799"/>
                    <a:pt x="437" y="10926"/>
                  </a:cubicBezTo>
                  <a:lnTo>
                    <a:pt x="2880" y="3483"/>
                  </a:lnTo>
                  <a:lnTo>
                    <a:pt x="6199" y="322"/>
                  </a:lnTo>
                  <a:close/>
                  <a:moveTo>
                    <a:pt x="6270" y="0"/>
                  </a:moveTo>
                  <a:cubicBezTo>
                    <a:pt x="6243" y="0"/>
                    <a:pt x="6217" y="10"/>
                    <a:pt x="6196" y="30"/>
                  </a:cubicBezTo>
                  <a:lnTo>
                    <a:pt x="2715" y="3346"/>
                  </a:lnTo>
                  <a:cubicBezTo>
                    <a:pt x="2702" y="3359"/>
                    <a:pt x="2693" y="3374"/>
                    <a:pt x="2687" y="3391"/>
                  </a:cubicBezTo>
                  <a:lnTo>
                    <a:pt x="235" y="10865"/>
                  </a:lnTo>
                  <a:cubicBezTo>
                    <a:pt x="1" y="11796"/>
                    <a:pt x="514" y="12751"/>
                    <a:pt x="1420" y="13069"/>
                  </a:cubicBezTo>
                  <a:cubicBezTo>
                    <a:pt x="1616" y="13136"/>
                    <a:pt x="1822" y="13170"/>
                    <a:pt x="2027" y="13171"/>
                  </a:cubicBezTo>
                  <a:lnTo>
                    <a:pt x="2027" y="13170"/>
                  </a:lnTo>
                  <a:cubicBezTo>
                    <a:pt x="2030" y="13170"/>
                    <a:pt x="2032" y="13170"/>
                    <a:pt x="2034" y="13170"/>
                  </a:cubicBezTo>
                  <a:cubicBezTo>
                    <a:pt x="2795" y="13170"/>
                    <a:pt x="3478" y="12700"/>
                    <a:pt x="3748" y="11989"/>
                  </a:cubicBezTo>
                  <a:lnTo>
                    <a:pt x="7015" y="4595"/>
                  </a:lnTo>
                  <a:cubicBezTo>
                    <a:pt x="7021" y="4577"/>
                    <a:pt x="7021" y="4556"/>
                    <a:pt x="7015" y="4539"/>
                  </a:cubicBezTo>
                  <a:lnTo>
                    <a:pt x="6376" y="91"/>
                  </a:lnTo>
                  <a:cubicBezTo>
                    <a:pt x="6372" y="52"/>
                    <a:pt x="6344" y="18"/>
                    <a:pt x="6305" y="6"/>
                  </a:cubicBezTo>
                  <a:cubicBezTo>
                    <a:pt x="6293" y="2"/>
                    <a:pt x="6282" y="0"/>
                    <a:pt x="62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4849300" y="870200"/>
              <a:ext cx="111225" cy="184800"/>
            </a:xfrm>
            <a:custGeom>
              <a:avLst/>
              <a:gdLst/>
              <a:ahLst/>
              <a:cxnLst/>
              <a:rect l="l" t="t" r="r" b="b"/>
              <a:pathLst>
                <a:path w="4449" h="7392" extrusionOk="0">
                  <a:moveTo>
                    <a:pt x="3936" y="1"/>
                  </a:moveTo>
                  <a:cubicBezTo>
                    <a:pt x="3936" y="1"/>
                    <a:pt x="1823" y="376"/>
                    <a:pt x="912" y="2410"/>
                  </a:cubicBezTo>
                  <a:cubicBezTo>
                    <a:pt x="1" y="4445"/>
                    <a:pt x="912" y="7392"/>
                    <a:pt x="912" y="7392"/>
                  </a:cubicBezTo>
                  <a:lnTo>
                    <a:pt x="1607" y="7392"/>
                  </a:lnTo>
                  <a:lnTo>
                    <a:pt x="4448" y="3321"/>
                  </a:lnTo>
                  <a:lnTo>
                    <a:pt x="393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4846700" y="867525"/>
              <a:ext cx="116425" cy="190150"/>
            </a:xfrm>
            <a:custGeom>
              <a:avLst/>
              <a:gdLst/>
              <a:ahLst/>
              <a:cxnLst/>
              <a:rect l="l" t="t" r="r" b="b"/>
              <a:pathLst>
                <a:path w="4657" h="7606" extrusionOk="0">
                  <a:moveTo>
                    <a:pt x="3942" y="236"/>
                  </a:moveTo>
                  <a:lnTo>
                    <a:pt x="4429" y="3403"/>
                  </a:lnTo>
                  <a:lnTo>
                    <a:pt x="1656" y="7392"/>
                  </a:lnTo>
                  <a:lnTo>
                    <a:pt x="1095" y="7392"/>
                  </a:lnTo>
                  <a:cubicBezTo>
                    <a:pt x="965" y="6923"/>
                    <a:pt x="309" y="4357"/>
                    <a:pt x="1101" y="2560"/>
                  </a:cubicBezTo>
                  <a:cubicBezTo>
                    <a:pt x="1863" y="860"/>
                    <a:pt x="3516" y="344"/>
                    <a:pt x="3942" y="236"/>
                  </a:cubicBezTo>
                  <a:close/>
                  <a:moveTo>
                    <a:pt x="4039" y="1"/>
                  </a:moveTo>
                  <a:cubicBezTo>
                    <a:pt x="4031" y="1"/>
                    <a:pt x="4024" y="1"/>
                    <a:pt x="4016" y="3"/>
                  </a:cubicBezTo>
                  <a:cubicBezTo>
                    <a:pt x="3995" y="5"/>
                    <a:pt x="1826" y="428"/>
                    <a:pt x="913" y="2475"/>
                  </a:cubicBezTo>
                  <a:cubicBezTo>
                    <a:pt x="0" y="4522"/>
                    <a:pt x="874" y="7409"/>
                    <a:pt x="913" y="7531"/>
                  </a:cubicBezTo>
                  <a:cubicBezTo>
                    <a:pt x="928" y="7576"/>
                    <a:pt x="970" y="7606"/>
                    <a:pt x="1016" y="7606"/>
                  </a:cubicBezTo>
                  <a:lnTo>
                    <a:pt x="1711" y="7606"/>
                  </a:lnTo>
                  <a:cubicBezTo>
                    <a:pt x="1744" y="7604"/>
                    <a:pt x="1775" y="7588"/>
                    <a:pt x="1795" y="7560"/>
                  </a:cubicBezTo>
                  <a:lnTo>
                    <a:pt x="4634" y="3489"/>
                  </a:lnTo>
                  <a:cubicBezTo>
                    <a:pt x="4649" y="3467"/>
                    <a:pt x="4656" y="3440"/>
                    <a:pt x="4652" y="3413"/>
                  </a:cubicBezTo>
                  <a:lnTo>
                    <a:pt x="4140" y="90"/>
                  </a:lnTo>
                  <a:cubicBezTo>
                    <a:pt x="4135" y="63"/>
                    <a:pt x="4120" y="36"/>
                    <a:pt x="4098" y="20"/>
                  </a:cubicBezTo>
                  <a:cubicBezTo>
                    <a:pt x="4080" y="8"/>
                    <a:pt x="4060" y="1"/>
                    <a:pt x="40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4777125" y="868525"/>
              <a:ext cx="129800" cy="413025"/>
            </a:xfrm>
            <a:custGeom>
              <a:avLst/>
              <a:gdLst/>
              <a:ahLst/>
              <a:cxnLst/>
              <a:rect l="l" t="t" r="r" b="b"/>
              <a:pathLst>
                <a:path w="5192" h="16521" extrusionOk="0">
                  <a:moveTo>
                    <a:pt x="3379" y="1"/>
                  </a:moveTo>
                  <a:lnTo>
                    <a:pt x="1281" y="14"/>
                  </a:lnTo>
                  <a:lnTo>
                    <a:pt x="1280" y="14"/>
                  </a:lnTo>
                  <a:cubicBezTo>
                    <a:pt x="1280" y="14"/>
                    <a:pt x="1" y="9335"/>
                    <a:pt x="263" y="10513"/>
                  </a:cubicBezTo>
                  <a:cubicBezTo>
                    <a:pt x="525" y="11690"/>
                    <a:pt x="1013" y="15387"/>
                    <a:pt x="1603" y="15975"/>
                  </a:cubicBezTo>
                  <a:cubicBezTo>
                    <a:pt x="1911" y="16285"/>
                    <a:pt x="2500" y="16520"/>
                    <a:pt x="3090" y="16520"/>
                  </a:cubicBezTo>
                  <a:cubicBezTo>
                    <a:pt x="3626" y="16520"/>
                    <a:pt x="4163" y="16326"/>
                    <a:pt x="4494" y="15816"/>
                  </a:cubicBezTo>
                  <a:cubicBezTo>
                    <a:pt x="5190" y="14744"/>
                    <a:pt x="5191" y="10513"/>
                    <a:pt x="5085" y="9442"/>
                  </a:cubicBezTo>
                  <a:cubicBezTo>
                    <a:pt x="4978" y="8371"/>
                    <a:pt x="3379" y="1"/>
                    <a:pt x="3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4774375" y="865875"/>
              <a:ext cx="135775" cy="418325"/>
            </a:xfrm>
            <a:custGeom>
              <a:avLst/>
              <a:gdLst/>
              <a:ahLst/>
              <a:cxnLst/>
              <a:rect l="l" t="t" r="r" b="b"/>
              <a:pathLst>
                <a:path w="5431" h="16733" extrusionOk="0">
                  <a:moveTo>
                    <a:pt x="3407" y="217"/>
                  </a:moveTo>
                  <a:cubicBezTo>
                    <a:pt x="3578" y="1112"/>
                    <a:pt x="4994" y="8565"/>
                    <a:pt x="5094" y="9561"/>
                  </a:cubicBezTo>
                  <a:cubicBezTo>
                    <a:pt x="5207" y="10693"/>
                    <a:pt x="5183" y="14850"/>
                    <a:pt x="4521" y="15867"/>
                  </a:cubicBezTo>
                  <a:cubicBezTo>
                    <a:pt x="4271" y="16239"/>
                    <a:pt x="3863" y="16476"/>
                    <a:pt x="3416" y="16507"/>
                  </a:cubicBezTo>
                  <a:cubicBezTo>
                    <a:pt x="3339" y="16516"/>
                    <a:pt x="3261" y="16520"/>
                    <a:pt x="3184" y="16520"/>
                  </a:cubicBezTo>
                  <a:cubicBezTo>
                    <a:pt x="2677" y="16520"/>
                    <a:pt x="2182" y="16339"/>
                    <a:pt x="1793" y="16006"/>
                  </a:cubicBezTo>
                  <a:cubicBezTo>
                    <a:pt x="1367" y="15595"/>
                    <a:pt x="985" y="13386"/>
                    <a:pt x="727" y="11929"/>
                  </a:cubicBezTo>
                  <a:cubicBezTo>
                    <a:pt x="632" y="11378"/>
                    <a:pt x="545" y="10901"/>
                    <a:pt x="477" y="10593"/>
                  </a:cubicBezTo>
                  <a:cubicBezTo>
                    <a:pt x="230" y="9508"/>
                    <a:pt x="1352" y="1192"/>
                    <a:pt x="1483" y="223"/>
                  </a:cubicBezTo>
                  <a:lnTo>
                    <a:pt x="3407" y="217"/>
                  </a:lnTo>
                  <a:close/>
                  <a:moveTo>
                    <a:pt x="3489" y="1"/>
                  </a:moveTo>
                  <a:lnTo>
                    <a:pt x="1390" y="13"/>
                  </a:lnTo>
                  <a:cubicBezTo>
                    <a:pt x="1338" y="13"/>
                    <a:pt x="1293" y="53"/>
                    <a:pt x="1285" y="105"/>
                  </a:cubicBezTo>
                  <a:cubicBezTo>
                    <a:pt x="1232" y="486"/>
                    <a:pt x="0" y="9459"/>
                    <a:pt x="268" y="10642"/>
                  </a:cubicBezTo>
                  <a:cubicBezTo>
                    <a:pt x="337" y="10946"/>
                    <a:pt x="422" y="11418"/>
                    <a:pt x="519" y="11966"/>
                  </a:cubicBezTo>
                  <a:cubicBezTo>
                    <a:pt x="879" y="14009"/>
                    <a:pt x="1211" y="15732"/>
                    <a:pt x="1638" y="16159"/>
                  </a:cubicBezTo>
                  <a:cubicBezTo>
                    <a:pt x="2064" y="16529"/>
                    <a:pt x="2610" y="16732"/>
                    <a:pt x="3174" y="16732"/>
                  </a:cubicBezTo>
                  <a:cubicBezTo>
                    <a:pt x="3184" y="16732"/>
                    <a:pt x="3195" y="16732"/>
                    <a:pt x="3205" y="16732"/>
                  </a:cubicBezTo>
                  <a:cubicBezTo>
                    <a:pt x="3290" y="16732"/>
                    <a:pt x="3357" y="16728"/>
                    <a:pt x="3432" y="16722"/>
                  </a:cubicBezTo>
                  <a:cubicBezTo>
                    <a:pt x="3946" y="16686"/>
                    <a:pt x="4414" y="16410"/>
                    <a:pt x="4695" y="15980"/>
                  </a:cubicBezTo>
                  <a:cubicBezTo>
                    <a:pt x="5431" y="14850"/>
                    <a:pt x="5396" y="10482"/>
                    <a:pt x="5301" y="9538"/>
                  </a:cubicBezTo>
                  <a:cubicBezTo>
                    <a:pt x="5194" y="8473"/>
                    <a:pt x="3659" y="430"/>
                    <a:pt x="3595" y="87"/>
                  </a:cubicBezTo>
                  <a:cubicBezTo>
                    <a:pt x="3583" y="38"/>
                    <a:pt x="3540" y="2"/>
                    <a:pt x="34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781600" y="1058025"/>
              <a:ext cx="70450" cy="172150"/>
            </a:xfrm>
            <a:custGeom>
              <a:avLst/>
              <a:gdLst/>
              <a:ahLst/>
              <a:cxnLst/>
              <a:rect l="l" t="t" r="r" b="b"/>
              <a:pathLst>
                <a:path w="2818" h="6886" extrusionOk="0">
                  <a:moveTo>
                    <a:pt x="200" y="1"/>
                  </a:moveTo>
                  <a:cubicBezTo>
                    <a:pt x="67" y="1409"/>
                    <a:pt x="0" y="2559"/>
                    <a:pt x="84" y="2933"/>
                  </a:cubicBezTo>
                  <a:cubicBezTo>
                    <a:pt x="259" y="3701"/>
                    <a:pt x="523" y="5537"/>
                    <a:pt x="849" y="6886"/>
                  </a:cubicBezTo>
                  <a:lnTo>
                    <a:pt x="2817" y="6886"/>
                  </a:lnTo>
                  <a:lnTo>
                    <a:pt x="281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779175" y="1054875"/>
              <a:ext cx="75700" cy="177975"/>
            </a:xfrm>
            <a:custGeom>
              <a:avLst/>
              <a:gdLst/>
              <a:ahLst/>
              <a:cxnLst/>
              <a:rect l="l" t="t" r="r" b="b"/>
              <a:pathLst>
                <a:path w="3028" h="7119" extrusionOk="0">
                  <a:moveTo>
                    <a:pt x="2809" y="225"/>
                  </a:moveTo>
                  <a:lnTo>
                    <a:pt x="2809" y="6906"/>
                  </a:lnTo>
                  <a:lnTo>
                    <a:pt x="1032" y="6906"/>
                  </a:lnTo>
                  <a:cubicBezTo>
                    <a:pt x="845" y="6112"/>
                    <a:pt x="674" y="5149"/>
                    <a:pt x="535" y="4370"/>
                  </a:cubicBezTo>
                  <a:cubicBezTo>
                    <a:pt x="440" y="3819"/>
                    <a:pt x="353" y="3344"/>
                    <a:pt x="286" y="3035"/>
                  </a:cubicBezTo>
                  <a:cubicBezTo>
                    <a:pt x="237" y="2822"/>
                    <a:pt x="218" y="2159"/>
                    <a:pt x="395" y="225"/>
                  </a:cubicBezTo>
                  <a:close/>
                  <a:moveTo>
                    <a:pt x="297" y="0"/>
                  </a:moveTo>
                  <a:cubicBezTo>
                    <a:pt x="242" y="0"/>
                    <a:pt x="196" y="42"/>
                    <a:pt x="190" y="97"/>
                  </a:cubicBezTo>
                  <a:cubicBezTo>
                    <a:pt x="36" y="1766"/>
                    <a:pt x="1" y="2738"/>
                    <a:pt x="76" y="3082"/>
                  </a:cubicBezTo>
                  <a:cubicBezTo>
                    <a:pt x="145" y="3388"/>
                    <a:pt x="230" y="3858"/>
                    <a:pt x="327" y="4406"/>
                  </a:cubicBezTo>
                  <a:cubicBezTo>
                    <a:pt x="470" y="5217"/>
                    <a:pt x="645" y="6224"/>
                    <a:pt x="845" y="7038"/>
                  </a:cubicBezTo>
                  <a:cubicBezTo>
                    <a:pt x="855" y="7086"/>
                    <a:pt x="898" y="7119"/>
                    <a:pt x="946" y="7119"/>
                  </a:cubicBezTo>
                  <a:lnTo>
                    <a:pt x="2926" y="7119"/>
                  </a:lnTo>
                  <a:cubicBezTo>
                    <a:pt x="2984" y="7113"/>
                    <a:pt x="3028" y="7061"/>
                    <a:pt x="3022" y="7001"/>
                  </a:cubicBezTo>
                  <a:lnTo>
                    <a:pt x="3022" y="107"/>
                  </a:lnTo>
                  <a:cubicBezTo>
                    <a:pt x="3022" y="48"/>
                    <a:pt x="2974" y="0"/>
                    <a:pt x="291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4808425" y="857500"/>
              <a:ext cx="54575" cy="22100"/>
            </a:xfrm>
            <a:custGeom>
              <a:avLst/>
              <a:gdLst/>
              <a:ahLst/>
              <a:cxnLst/>
              <a:rect l="l" t="t" r="r" b="b"/>
              <a:pathLst>
                <a:path w="2183" h="884" extrusionOk="0">
                  <a:moveTo>
                    <a:pt x="111" y="1"/>
                  </a:moveTo>
                  <a:lnTo>
                    <a:pt x="1" y="747"/>
                  </a:lnTo>
                  <a:lnTo>
                    <a:pt x="2182" y="884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4805825" y="854675"/>
              <a:ext cx="60100" cy="27450"/>
            </a:xfrm>
            <a:custGeom>
              <a:avLst/>
              <a:gdLst/>
              <a:ahLst/>
              <a:cxnLst/>
              <a:rect l="l" t="t" r="r" b="b"/>
              <a:pathLst>
                <a:path w="2404" h="1098" extrusionOk="0">
                  <a:moveTo>
                    <a:pt x="2058" y="214"/>
                  </a:moveTo>
                  <a:lnTo>
                    <a:pt x="2161" y="878"/>
                  </a:lnTo>
                  <a:lnTo>
                    <a:pt x="227" y="754"/>
                  </a:lnTo>
                  <a:lnTo>
                    <a:pt x="307" y="214"/>
                  </a:lnTo>
                  <a:close/>
                  <a:moveTo>
                    <a:pt x="222" y="1"/>
                  </a:moveTo>
                  <a:cubicBezTo>
                    <a:pt x="169" y="1"/>
                    <a:pt x="124" y="38"/>
                    <a:pt x="115" y="90"/>
                  </a:cubicBezTo>
                  <a:lnTo>
                    <a:pt x="5" y="836"/>
                  </a:lnTo>
                  <a:cubicBezTo>
                    <a:pt x="1" y="866"/>
                    <a:pt x="8" y="897"/>
                    <a:pt x="27" y="919"/>
                  </a:cubicBezTo>
                  <a:cubicBezTo>
                    <a:pt x="47" y="943"/>
                    <a:pt x="75" y="958"/>
                    <a:pt x="105" y="961"/>
                  </a:cubicBezTo>
                  <a:lnTo>
                    <a:pt x="2286" y="1097"/>
                  </a:lnTo>
                  <a:cubicBezTo>
                    <a:pt x="2289" y="1097"/>
                    <a:pt x="2293" y="1097"/>
                    <a:pt x="2296" y="1097"/>
                  </a:cubicBezTo>
                  <a:cubicBezTo>
                    <a:pt x="2325" y="1097"/>
                    <a:pt x="2352" y="1085"/>
                    <a:pt x="2371" y="1062"/>
                  </a:cubicBezTo>
                  <a:cubicBezTo>
                    <a:pt x="2393" y="1040"/>
                    <a:pt x="2404" y="1007"/>
                    <a:pt x="2399" y="976"/>
                  </a:cubicBezTo>
                  <a:lnTo>
                    <a:pt x="2261" y="90"/>
                  </a:lnTo>
                  <a:cubicBezTo>
                    <a:pt x="2252" y="39"/>
                    <a:pt x="2209" y="1"/>
                    <a:pt x="21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4774550" y="754150"/>
              <a:ext cx="101625" cy="115875"/>
            </a:xfrm>
            <a:custGeom>
              <a:avLst/>
              <a:gdLst/>
              <a:ahLst/>
              <a:cxnLst/>
              <a:rect l="l" t="t" r="r" b="b"/>
              <a:pathLst>
                <a:path w="4065" h="4635" extrusionOk="0">
                  <a:moveTo>
                    <a:pt x="3040" y="0"/>
                  </a:moveTo>
                  <a:cubicBezTo>
                    <a:pt x="3040" y="0"/>
                    <a:pt x="1079" y="1080"/>
                    <a:pt x="610" y="1796"/>
                  </a:cubicBezTo>
                  <a:cubicBezTo>
                    <a:pt x="139" y="2512"/>
                    <a:pt x="1" y="3593"/>
                    <a:pt x="527" y="4355"/>
                  </a:cubicBezTo>
                  <a:cubicBezTo>
                    <a:pt x="667" y="4560"/>
                    <a:pt x="900" y="4634"/>
                    <a:pt x="1166" y="4634"/>
                  </a:cubicBezTo>
                  <a:cubicBezTo>
                    <a:pt x="1890" y="4634"/>
                    <a:pt x="2857" y="4080"/>
                    <a:pt x="2857" y="4080"/>
                  </a:cubicBezTo>
                  <a:lnTo>
                    <a:pt x="4064" y="1492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4770850" y="751200"/>
              <a:ext cx="107950" cy="121650"/>
            </a:xfrm>
            <a:custGeom>
              <a:avLst/>
              <a:gdLst/>
              <a:ahLst/>
              <a:cxnLst/>
              <a:rect l="l" t="t" r="r" b="b"/>
              <a:pathLst>
                <a:path w="4318" h="4866" extrusionOk="0">
                  <a:moveTo>
                    <a:pt x="3157" y="248"/>
                  </a:moveTo>
                  <a:lnTo>
                    <a:pt x="4089" y="1610"/>
                  </a:lnTo>
                  <a:lnTo>
                    <a:pt x="2914" y="4111"/>
                  </a:lnTo>
                  <a:cubicBezTo>
                    <a:pt x="2569" y="4314"/>
                    <a:pt x="1855" y="4642"/>
                    <a:pt x="1321" y="4642"/>
                  </a:cubicBezTo>
                  <a:cubicBezTo>
                    <a:pt x="1082" y="4642"/>
                    <a:pt x="880" y="4576"/>
                    <a:pt x="762" y="4405"/>
                  </a:cubicBezTo>
                  <a:cubicBezTo>
                    <a:pt x="231" y="3622"/>
                    <a:pt x="457" y="2551"/>
                    <a:pt x="847" y="1954"/>
                  </a:cubicBezTo>
                  <a:cubicBezTo>
                    <a:pt x="1237" y="1357"/>
                    <a:pt x="2778" y="461"/>
                    <a:pt x="3157" y="248"/>
                  </a:cubicBezTo>
                  <a:close/>
                  <a:moveTo>
                    <a:pt x="3187" y="0"/>
                  </a:moveTo>
                  <a:cubicBezTo>
                    <a:pt x="3170" y="0"/>
                    <a:pt x="3153" y="4"/>
                    <a:pt x="3137" y="12"/>
                  </a:cubicBezTo>
                  <a:cubicBezTo>
                    <a:pt x="3057" y="59"/>
                    <a:pt x="1148" y="1114"/>
                    <a:pt x="667" y="1845"/>
                  </a:cubicBezTo>
                  <a:cubicBezTo>
                    <a:pt x="217" y="2533"/>
                    <a:pt x="0" y="3668"/>
                    <a:pt x="587" y="4534"/>
                  </a:cubicBezTo>
                  <a:cubicBezTo>
                    <a:pt x="743" y="4744"/>
                    <a:pt x="990" y="4866"/>
                    <a:pt x="1248" y="4866"/>
                  </a:cubicBezTo>
                  <a:cubicBezTo>
                    <a:pt x="1270" y="4866"/>
                    <a:pt x="1291" y="4865"/>
                    <a:pt x="1313" y="4863"/>
                  </a:cubicBezTo>
                  <a:lnTo>
                    <a:pt x="1313" y="4862"/>
                  </a:lnTo>
                  <a:cubicBezTo>
                    <a:pt x="2056" y="4862"/>
                    <a:pt x="3005" y="4321"/>
                    <a:pt x="3042" y="4289"/>
                  </a:cubicBezTo>
                  <a:cubicBezTo>
                    <a:pt x="3060" y="4277"/>
                    <a:pt x="3073" y="4260"/>
                    <a:pt x="3084" y="4242"/>
                  </a:cubicBezTo>
                  <a:lnTo>
                    <a:pt x="4300" y="1644"/>
                  </a:lnTo>
                  <a:cubicBezTo>
                    <a:pt x="4318" y="1612"/>
                    <a:pt x="4318" y="1573"/>
                    <a:pt x="4300" y="1540"/>
                  </a:cubicBezTo>
                  <a:lnTo>
                    <a:pt x="3276" y="47"/>
                  </a:lnTo>
                  <a:cubicBezTo>
                    <a:pt x="3255" y="17"/>
                    <a:pt x="3221" y="0"/>
                    <a:pt x="31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4832700" y="757875"/>
              <a:ext cx="73175" cy="103125"/>
            </a:xfrm>
            <a:custGeom>
              <a:avLst/>
              <a:gdLst/>
              <a:ahLst/>
              <a:cxnLst/>
              <a:rect l="l" t="t" r="r" b="b"/>
              <a:pathLst>
                <a:path w="2927" h="4125" extrusionOk="0">
                  <a:moveTo>
                    <a:pt x="1826" y="0"/>
                  </a:moveTo>
                  <a:cubicBezTo>
                    <a:pt x="1323" y="0"/>
                    <a:pt x="1323" y="365"/>
                    <a:pt x="1323" y="365"/>
                  </a:cubicBezTo>
                  <a:lnTo>
                    <a:pt x="1321" y="365"/>
                  </a:lnTo>
                  <a:lnTo>
                    <a:pt x="1405" y="780"/>
                  </a:lnTo>
                  <a:cubicBezTo>
                    <a:pt x="1405" y="780"/>
                    <a:pt x="490" y="2107"/>
                    <a:pt x="245" y="2576"/>
                  </a:cubicBezTo>
                  <a:cubicBezTo>
                    <a:pt x="1" y="3045"/>
                    <a:pt x="51" y="4124"/>
                    <a:pt x="852" y="4124"/>
                  </a:cubicBezTo>
                  <a:cubicBezTo>
                    <a:pt x="1655" y="4124"/>
                    <a:pt x="2015" y="3542"/>
                    <a:pt x="2317" y="3157"/>
                  </a:cubicBezTo>
                  <a:cubicBezTo>
                    <a:pt x="2621" y="2771"/>
                    <a:pt x="2588" y="1693"/>
                    <a:pt x="2676" y="1333"/>
                  </a:cubicBezTo>
                  <a:cubicBezTo>
                    <a:pt x="2764" y="972"/>
                    <a:pt x="2926" y="201"/>
                    <a:pt x="2124" y="34"/>
                  </a:cubicBezTo>
                  <a:cubicBezTo>
                    <a:pt x="2009" y="10"/>
                    <a:pt x="1910" y="0"/>
                    <a:pt x="1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4831475" y="754975"/>
              <a:ext cx="74650" cy="108700"/>
            </a:xfrm>
            <a:custGeom>
              <a:avLst/>
              <a:gdLst/>
              <a:ahLst/>
              <a:cxnLst/>
              <a:rect l="l" t="t" r="r" b="b"/>
              <a:pathLst>
                <a:path w="2986" h="4348" extrusionOk="0">
                  <a:moveTo>
                    <a:pt x="1920" y="214"/>
                  </a:moveTo>
                  <a:cubicBezTo>
                    <a:pt x="1998" y="214"/>
                    <a:pt x="2076" y="226"/>
                    <a:pt x="2152" y="252"/>
                  </a:cubicBezTo>
                  <a:cubicBezTo>
                    <a:pt x="2329" y="275"/>
                    <a:pt x="2488" y="372"/>
                    <a:pt x="2591" y="518"/>
                  </a:cubicBezTo>
                  <a:cubicBezTo>
                    <a:pt x="2765" y="783"/>
                    <a:pt x="2670" y="1209"/>
                    <a:pt x="2621" y="1423"/>
                  </a:cubicBezTo>
                  <a:cubicBezTo>
                    <a:pt x="2593" y="1590"/>
                    <a:pt x="2572" y="1757"/>
                    <a:pt x="2561" y="1927"/>
                  </a:cubicBezTo>
                  <a:cubicBezTo>
                    <a:pt x="2524" y="2366"/>
                    <a:pt x="2474" y="2963"/>
                    <a:pt x="2282" y="3206"/>
                  </a:cubicBezTo>
                  <a:lnTo>
                    <a:pt x="2194" y="3320"/>
                  </a:lnTo>
                  <a:cubicBezTo>
                    <a:pt x="1905" y="3707"/>
                    <a:pt x="1576" y="4133"/>
                    <a:pt x="901" y="4133"/>
                  </a:cubicBezTo>
                  <a:cubicBezTo>
                    <a:pt x="893" y="4134"/>
                    <a:pt x="885" y="4134"/>
                    <a:pt x="878" y="4134"/>
                  </a:cubicBezTo>
                  <a:cubicBezTo>
                    <a:pt x="683" y="4134"/>
                    <a:pt x="503" y="4028"/>
                    <a:pt x="405" y="3859"/>
                  </a:cubicBezTo>
                  <a:cubicBezTo>
                    <a:pt x="228" y="3508"/>
                    <a:pt x="222" y="3097"/>
                    <a:pt x="388" y="2741"/>
                  </a:cubicBezTo>
                  <a:cubicBezTo>
                    <a:pt x="630" y="2282"/>
                    <a:pt x="1542" y="969"/>
                    <a:pt x="1542" y="956"/>
                  </a:cubicBezTo>
                  <a:cubicBezTo>
                    <a:pt x="1559" y="933"/>
                    <a:pt x="1565" y="904"/>
                    <a:pt x="1559" y="875"/>
                  </a:cubicBezTo>
                  <a:lnTo>
                    <a:pt x="1480" y="475"/>
                  </a:lnTo>
                  <a:cubicBezTo>
                    <a:pt x="1486" y="406"/>
                    <a:pt x="1521" y="344"/>
                    <a:pt x="1574" y="302"/>
                  </a:cubicBezTo>
                  <a:cubicBezTo>
                    <a:pt x="1682" y="243"/>
                    <a:pt x="1801" y="214"/>
                    <a:pt x="1920" y="214"/>
                  </a:cubicBezTo>
                  <a:close/>
                  <a:moveTo>
                    <a:pt x="1917" y="1"/>
                  </a:moveTo>
                  <a:cubicBezTo>
                    <a:pt x="1749" y="1"/>
                    <a:pt x="1583" y="49"/>
                    <a:pt x="1439" y="141"/>
                  </a:cubicBezTo>
                  <a:cubicBezTo>
                    <a:pt x="1336" y="225"/>
                    <a:pt x="1274" y="348"/>
                    <a:pt x="1266" y="481"/>
                  </a:cubicBezTo>
                  <a:lnTo>
                    <a:pt x="1266" y="502"/>
                  </a:lnTo>
                  <a:lnTo>
                    <a:pt x="1341" y="872"/>
                  </a:lnTo>
                  <a:cubicBezTo>
                    <a:pt x="1187" y="1094"/>
                    <a:pt x="428" y="2217"/>
                    <a:pt x="200" y="2643"/>
                  </a:cubicBezTo>
                  <a:cubicBezTo>
                    <a:pt x="0" y="3064"/>
                    <a:pt x="8" y="3554"/>
                    <a:pt x="222" y="3968"/>
                  </a:cubicBezTo>
                  <a:cubicBezTo>
                    <a:pt x="357" y="4203"/>
                    <a:pt x="610" y="4348"/>
                    <a:pt x="881" y="4348"/>
                  </a:cubicBezTo>
                  <a:cubicBezTo>
                    <a:pt x="888" y="4348"/>
                    <a:pt x="895" y="4348"/>
                    <a:pt x="901" y="4348"/>
                  </a:cubicBezTo>
                  <a:lnTo>
                    <a:pt x="901" y="4346"/>
                  </a:lnTo>
                  <a:cubicBezTo>
                    <a:pt x="1680" y="4346"/>
                    <a:pt x="2073" y="3828"/>
                    <a:pt x="2365" y="3451"/>
                  </a:cubicBezTo>
                  <a:lnTo>
                    <a:pt x="2453" y="3338"/>
                  </a:lnTo>
                  <a:cubicBezTo>
                    <a:pt x="2682" y="3043"/>
                    <a:pt x="2736" y="2436"/>
                    <a:pt x="2776" y="1947"/>
                  </a:cubicBezTo>
                  <a:cubicBezTo>
                    <a:pt x="2786" y="1788"/>
                    <a:pt x="2804" y="1629"/>
                    <a:pt x="2832" y="1472"/>
                  </a:cubicBezTo>
                  <a:cubicBezTo>
                    <a:pt x="2885" y="1240"/>
                    <a:pt x="2986" y="755"/>
                    <a:pt x="2773" y="406"/>
                  </a:cubicBezTo>
                  <a:cubicBezTo>
                    <a:pt x="2639" y="211"/>
                    <a:pt x="2430" y="80"/>
                    <a:pt x="2197" y="46"/>
                  </a:cubicBezTo>
                  <a:cubicBezTo>
                    <a:pt x="2105" y="16"/>
                    <a:pt x="2011" y="1"/>
                    <a:pt x="19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4834675" y="763000"/>
              <a:ext cx="61125" cy="45700"/>
            </a:xfrm>
            <a:custGeom>
              <a:avLst/>
              <a:gdLst/>
              <a:ahLst/>
              <a:cxnLst/>
              <a:rect l="l" t="t" r="r" b="b"/>
              <a:pathLst>
                <a:path w="2445" h="1828" extrusionOk="0">
                  <a:moveTo>
                    <a:pt x="1627" y="1"/>
                  </a:moveTo>
                  <a:cubicBezTo>
                    <a:pt x="1500" y="1"/>
                    <a:pt x="1368" y="48"/>
                    <a:pt x="1244" y="160"/>
                  </a:cubicBezTo>
                  <a:cubicBezTo>
                    <a:pt x="852" y="566"/>
                    <a:pt x="484" y="994"/>
                    <a:pt x="139" y="1439"/>
                  </a:cubicBezTo>
                  <a:cubicBezTo>
                    <a:pt x="1" y="1689"/>
                    <a:pt x="166" y="1827"/>
                    <a:pt x="608" y="1827"/>
                  </a:cubicBezTo>
                  <a:cubicBezTo>
                    <a:pt x="1049" y="1827"/>
                    <a:pt x="2100" y="1439"/>
                    <a:pt x="2295" y="943"/>
                  </a:cubicBezTo>
                  <a:cubicBezTo>
                    <a:pt x="2445" y="558"/>
                    <a:pt x="2063" y="1"/>
                    <a:pt x="1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4833775" y="760550"/>
              <a:ext cx="62875" cy="50600"/>
            </a:xfrm>
            <a:custGeom>
              <a:avLst/>
              <a:gdLst/>
              <a:ahLst/>
              <a:cxnLst/>
              <a:rect l="l" t="t" r="r" b="b"/>
              <a:pathLst>
                <a:path w="2515" h="2024" extrusionOk="0">
                  <a:moveTo>
                    <a:pt x="1670" y="205"/>
                  </a:moveTo>
                  <a:cubicBezTo>
                    <a:pt x="1768" y="205"/>
                    <a:pt x="1866" y="237"/>
                    <a:pt x="1948" y="301"/>
                  </a:cubicBezTo>
                  <a:cubicBezTo>
                    <a:pt x="2182" y="447"/>
                    <a:pt x="2295" y="727"/>
                    <a:pt x="2230" y="993"/>
                  </a:cubicBezTo>
                  <a:cubicBezTo>
                    <a:pt x="2060" y="1433"/>
                    <a:pt x="1070" y="1811"/>
                    <a:pt x="644" y="1811"/>
                  </a:cubicBezTo>
                  <a:cubicBezTo>
                    <a:pt x="389" y="1811"/>
                    <a:pt x="261" y="1750"/>
                    <a:pt x="241" y="1714"/>
                  </a:cubicBezTo>
                  <a:cubicBezTo>
                    <a:pt x="220" y="1678"/>
                    <a:pt x="249" y="1616"/>
                    <a:pt x="269" y="1581"/>
                  </a:cubicBezTo>
                  <a:cubicBezTo>
                    <a:pt x="607" y="1145"/>
                    <a:pt x="969" y="730"/>
                    <a:pt x="1354" y="335"/>
                  </a:cubicBezTo>
                  <a:lnTo>
                    <a:pt x="1354" y="334"/>
                  </a:lnTo>
                  <a:cubicBezTo>
                    <a:pt x="1441" y="249"/>
                    <a:pt x="1555" y="205"/>
                    <a:pt x="1670" y="205"/>
                  </a:cubicBezTo>
                  <a:close/>
                  <a:moveTo>
                    <a:pt x="1661" y="1"/>
                  </a:moveTo>
                  <a:cubicBezTo>
                    <a:pt x="1494" y="1"/>
                    <a:pt x="1329" y="63"/>
                    <a:pt x="1202" y="185"/>
                  </a:cubicBezTo>
                  <a:cubicBezTo>
                    <a:pt x="803" y="594"/>
                    <a:pt x="430" y="1025"/>
                    <a:pt x="81" y="1477"/>
                  </a:cubicBezTo>
                  <a:cubicBezTo>
                    <a:pt x="10" y="1579"/>
                    <a:pt x="1" y="1711"/>
                    <a:pt x="57" y="1821"/>
                  </a:cubicBezTo>
                  <a:cubicBezTo>
                    <a:pt x="138" y="1958"/>
                    <a:pt x="330" y="2024"/>
                    <a:pt x="644" y="2024"/>
                  </a:cubicBezTo>
                  <a:cubicBezTo>
                    <a:pt x="1128" y="2024"/>
                    <a:pt x="2215" y="1620"/>
                    <a:pt x="2413" y="1077"/>
                  </a:cubicBezTo>
                  <a:cubicBezTo>
                    <a:pt x="2514" y="718"/>
                    <a:pt x="2368" y="335"/>
                    <a:pt x="2056" y="131"/>
                  </a:cubicBezTo>
                  <a:cubicBezTo>
                    <a:pt x="1938" y="44"/>
                    <a:pt x="1799" y="1"/>
                    <a:pt x="16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4825000" y="723750"/>
              <a:ext cx="44250" cy="53775"/>
            </a:xfrm>
            <a:custGeom>
              <a:avLst/>
              <a:gdLst/>
              <a:ahLst/>
              <a:cxnLst/>
              <a:rect l="l" t="t" r="r" b="b"/>
              <a:pathLst>
                <a:path w="1770" h="2151" extrusionOk="0">
                  <a:moveTo>
                    <a:pt x="787" y="0"/>
                  </a:moveTo>
                  <a:cubicBezTo>
                    <a:pt x="436" y="0"/>
                    <a:pt x="0" y="228"/>
                    <a:pt x="0" y="350"/>
                  </a:cubicBezTo>
                  <a:cubicBezTo>
                    <a:pt x="0" y="516"/>
                    <a:pt x="139" y="1843"/>
                    <a:pt x="304" y="1980"/>
                  </a:cubicBezTo>
                  <a:cubicBezTo>
                    <a:pt x="471" y="2095"/>
                    <a:pt x="662" y="2151"/>
                    <a:pt x="850" y="2151"/>
                  </a:cubicBezTo>
                  <a:cubicBezTo>
                    <a:pt x="1156" y="2151"/>
                    <a:pt x="1457" y="2005"/>
                    <a:pt x="1644" y="1734"/>
                  </a:cubicBezTo>
                  <a:cubicBezTo>
                    <a:pt x="1698" y="1657"/>
                    <a:pt x="1739" y="1572"/>
                    <a:pt x="1769" y="1483"/>
                  </a:cubicBezTo>
                  <a:cubicBezTo>
                    <a:pt x="1769" y="1483"/>
                    <a:pt x="1410" y="375"/>
                    <a:pt x="1105" y="101"/>
                  </a:cubicBezTo>
                  <a:cubicBezTo>
                    <a:pt x="1025" y="29"/>
                    <a:pt x="911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4822275" y="721150"/>
              <a:ext cx="49675" cy="58975"/>
            </a:xfrm>
            <a:custGeom>
              <a:avLst/>
              <a:gdLst/>
              <a:ahLst/>
              <a:cxnLst/>
              <a:rect l="l" t="t" r="r" b="b"/>
              <a:pathLst>
                <a:path w="1987" h="2359" extrusionOk="0">
                  <a:moveTo>
                    <a:pt x="926" y="208"/>
                  </a:moveTo>
                  <a:cubicBezTo>
                    <a:pt x="1004" y="208"/>
                    <a:pt x="1080" y="235"/>
                    <a:pt x="1141" y="284"/>
                  </a:cubicBezTo>
                  <a:cubicBezTo>
                    <a:pt x="1366" y="486"/>
                    <a:pt x="1653" y="1253"/>
                    <a:pt x="1765" y="1581"/>
                  </a:cubicBezTo>
                  <a:cubicBezTo>
                    <a:pt x="1667" y="1844"/>
                    <a:pt x="1448" y="2047"/>
                    <a:pt x="1175" y="2121"/>
                  </a:cubicBezTo>
                  <a:cubicBezTo>
                    <a:pt x="1109" y="2136"/>
                    <a:pt x="1041" y="2144"/>
                    <a:pt x="974" y="2144"/>
                  </a:cubicBezTo>
                  <a:cubicBezTo>
                    <a:pt x="802" y="2144"/>
                    <a:pt x="631" y="2095"/>
                    <a:pt x="483" y="2002"/>
                  </a:cubicBezTo>
                  <a:cubicBezTo>
                    <a:pt x="364" y="1874"/>
                    <a:pt x="214" y="683"/>
                    <a:pt x="214" y="468"/>
                  </a:cubicBezTo>
                  <a:cubicBezTo>
                    <a:pt x="355" y="339"/>
                    <a:pt x="531" y="256"/>
                    <a:pt x="720" y="227"/>
                  </a:cubicBezTo>
                  <a:cubicBezTo>
                    <a:pt x="778" y="215"/>
                    <a:pt x="838" y="209"/>
                    <a:pt x="897" y="209"/>
                  </a:cubicBezTo>
                  <a:cubicBezTo>
                    <a:pt x="907" y="209"/>
                    <a:pt x="916" y="208"/>
                    <a:pt x="926" y="208"/>
                  </a:cubicBezTo>
                  <a:close/>
                  <a:moveTo>
                    <a:pt x="896" y="1"/>
                  </a:moveTo>
                  <a:cubicBezTo>
                    <a:pt x="713" y="1"/>
                    <a:pt x="515" y="55"/>
                    <a:pt x="357" y="126"/>
                  </a:cubicBezTo>
                  <a:cubicBezTo>
                    <a:pt x="215" y="183"/>
                    <a:pt x="1" y="305"/>
                    <a:pt x="1" y="458"/>
                  </a:cubicBezTo>
                  <a:cubicBezTo>
                    <a:pt x="1" y="458"/>
                    <a:pt x="108" y="1968"/>
                    <a:pt x="342" y="2164"/>
                  </a:cubicBezTo>
                  <a:cubicBezTo>
                    <a:pt x="527" y="2290"/>
                    <a:pt x="745" y="2358"/>
                    <a:pt x="968" y="2358"/>
                  </a:cubicBezTo>
                  <a:cubicBezTo>
                    <a:pt x="972" y="2358"/>
                    <a:pt x="977" y="2358"/>
                    <a:pt x="982" y="2358"/>
                  </a:cubicBezTo>
                  <a:cubicBezTo>
                    <a:pt x="1065" y="2358"/>
                    <a:pt x="1147" y="2349"/>
                    <a:pt x="1228" y="2331"/>
                  </a:cubicBezTo>
                  <a:cubicBezTo>
                    <a:pt x="1579" y="2234"/>
                    <a:pt x="1859" y="1971"/>
                    <a:pt x="1978" y="1627"/>
                  </a:cubicBezTo>
                  <a:cubicBezTo>
                    <a:pt x="1987" y="1603"/>
                    <a:pt x="1987" y="1576"/>
                    <a:pt x="1978" y="1552"/>
                  </a:cubicBezTo>
                  <a:cubicBezTo>
                    <a:pt x="1939" y="1438"/>
                    <a:pt x="1600" y="413"/>
                    <a:pt x="1284" y="126"/>
                  </a:cubicBezTo>
                  <a:cubicBezTo>
                    <a:pt x="1183" y="36"/>
                    <a:pt x="1044" y="1"/>
                    <a:pt x="8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4814125" y="710275"/>
              <a:ext cx="39900" cy="29500"/>
            </a:xfrm>
            <a:custGeom>
              <a:avLst/>
              <a:gdLst/>
              <a:ahLst/>
              <a:cxnLst/>
              <a:rect l="l" t="t" r="r" b="b"/>
              <a:pathLst>
                <a:path w="1596" h="1180" extrusionOk="0">
                  <a:moveTo>
                    <a:pt x="633" y="0"/>
                  </a:moveTo>
                  <a:cubicBezTo>
                    <a:pt x="605" y="0"/>
                    <a:pt x="576" y="2"/>
                    <a:pt x="547" y="4"/>
                  </a:cubicBezTo>
                  <a:cubicBezTo>
                    <a:pt x="1" y="88"/>
                    <a:pt x="20" y="475"/>
                    <a:pt x="214" y="805"/>
                  </a:cubicBezTo>
                  <a:cubicBezTo>
                    <a:pt x="372" y="1074"/>
                    <a:pt x="494" y="1180"/>
                    <a:pt x="742" y="1180"/>
                  </a:cubicBezTo>
                  <a:cubicBezTo>
                    <a:pt x="798" y="1180"/>
                    <a:pt x="861" y="1174"/>
                    <a:pt x="933" y="1164"/>
                  </a:cubicBezTo>
                  <a:cubicBezTo>
                    <a:pt x="1195" y="1106"/>
                    <a:pt x="1429" y="960"/>
                    <a:pt x="1595" y="750"/>
                  </a:cubicBezTo>
                  <a:cubicBezTo>
                    <a:pt x="1483" y="306"/>
                    <a:pt x="1084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812825" y="707575"/>
              <a:ext cx="43950" cy="34875"/>
            </a:xfrm>
            <a:custGeom>
              <a:avLst/>
              <a:gdLst/>
              <a:ahLst/>
              <a:cxnLst/>
              <a:rect l="l" t="t" r="r" b="b"/>
              <a:pathLst>
                <a:path w="1758" h="1395" extrusionOk="0">
                  <a:moveTo>
                    <a:pt x="720" y="210"/>
                  </a:moveTo>
                  <a:cubicBezTo>
                    <a:pt x="1089" y="231"/>
                    <a:pt x="1411" y="472"/>
                    <a:pt x="1533" y="822"/>
                  </a:cubicBezTo>
                  <a:cubicBezTo>
                    <a:pt x="1387" y="994"/>
                    <a:pt x="1189" y="1113"/>
                    <a:pt x="970" y="1160"/>
                  </a:cubicBezTo>
                  <a:cubicBezTo>
                    <a:pt x="900" y="1170"/>
                    <a:pt x="841" y="1176"/>
                    <a:pt x="789" y="1176"/>
                  </a:cubicBezTo>
                  <a:cubicBezTo>
                    <a:pt x="591" y="1176"/>
                    <a:pt x="498" y="1094"/>
                    <a:pt x="358" y="852"/>
                  </a:cubicBezTo>
                  <a:cubicBezTo>
                    <a:pt x="258" y="721"/>
                    <a:pt x="227" y="553"/>
                    <a:pt x="273" y="395"/>
                  </a:cubicBezTo>
                  <a:cubicBezTo>
                    <a:pt x="318" y="300"/>
                    <a:pt x="432" y="237"/>
                    <a:pt x="614" y="210"/>
                  </a:cubicBezTo>
                  <a:close/>
                  <a:moveTo>
                    <a:pt x="681" y="0"/>
                  </a:moveTo>
                  <a:cubicBezTo>
                    <a:pt x="648" y="0"/>
                    <a:pt x="615" y="2"/>
                    <a:pt x="581" y="5"/>
                  </a:cubicBezTo>
                  <a:cubicBezTo>
                    <a:pt x="373" y="14"/>
                    <a:pt x="182" y="129"/>
                    <a:pt x="78" y="310"/>
                  </a:cubicBezTo>
                  <a:cubicBezTo>
                    <a:pt x="1" y="532"/>
                    <a:pt x="36" y="778"/>
                    <a:pt x="175" y="967"/>
                  </a:cubicBezTo>
                  <a:cubicBezTo>
                    <a:pt x="355" y="1276"/>
                    <a:pt x="511" y="1394"/>
                    <a:pt x="793" y="1394"/>
                  </a:cubicBezTo>
                  <a:cubicBezTo>
                    <a:pt x="861" y="1393"/>
                    <a:pt x="931" y="1388"/>
                    <a:pt x="1000" y="1379"/>
                  </a:cubicBezTo>
                  <a:cubicBezTo>
                    <a:pt x="1290" y="1317"/>
                    <a:pt x="1549" y="1154"/>
                    <a:pt x="1734" y="922"/>
                  </a:cubicBezTo>
                  <a:cubicBezTo>
                    <a:pt x="1750" y="900"/>
                    <a:pt x="1757" y="870"/>
                    <a:pt x="1752" y="842"/>
                  </a:cubicBezTo>
                  <a:cubicBezTo>
                    <a:pt x="1630" y="344"/>
                    <a:pt x="1185" y="0"/>
                    <a:pt x="6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791175" y="704825"/>
              <a:ext cx="50075" cy="32025"/>
            </a:xfrm>
            <a:custGeom>
              <a:avLst/>
              <a:gdLst/>
              <a:ahLst/>
              <a:cxnLst/>
              <a:rect l="l" t="t" r="r" b="b"/>
              <a:pathLst>
                <a:path w="2003" h="1281" extrusionOk="0">
                  <a:moveTo>
                    <a:pt x="1215" y="0"/>
                  </a:moveTo>
                  <a:cubicBezTo>
                    <a:pt x="829" y="0"/>
                    <a:pt x="83" y="553"/>
                    <a:pt x="27" y="996"/>
                  </a:cubicBezTo>
                  <a:cubicBezTo>
                    <a:pt x="1" y="1208"/>
                    <a:pt x="182" y="1280"/>
                    <a:pt x="435" y="1280"/>
                  </a:cubicBezTo>
                  <a:cubicBezTo>
                    <a:pt x="714" y="1280"/>
                    <a:pt x="1079" y="1193"/>
                    <a:pt x="1353" y="1107"/>
                  </a:cubicBezTo>
                  <a:cubicBezTo>
                    <a:pt x="1691" y="1001"/>
                    <a:pt x="1834" y="938"/>
                    <a:pt x="1909" y="770"/>
                  </a:cubicBezTo>
                  <a:cubicBezTo>
                    <a:pt x="2003" y="535"/>
                    <a:pt x="1906" y="264"/>
                    <a:pt x="1682" y="143"/>
                  </a:cubicBezTo>
                  <a:cubicBezTo>
                    <a:pt x="1541" y="57"/>
                    <a:pt x="1380" y="8"/>
                    <a:pt x="1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788400" y="702150"/>
              <a:ext cx="55600" cy="37425"/>
            </a:xfrm>
            <a:custGeom>
              <a:avLst/>
              <a:gdLst/>
              <a:ahLst/>
              <a:cxnLst/>
              <a:rect l="l" t="t" r="r" b="b"/>
              <a:pathLst>
                <a:path w="2224" h="1497" extrusionOk="0">
                  <a:moveTo>
                    <a:pt x="1326" y="213"/>
                  </a:moveTo>
                  <a:cubicBezTo>
                    <a:pt x="1473" y="222"/>
                    <a:pt x="1616" y="265"/>
                    <a:pt x="1743" y="341"/>
                  </a:cubicBezTo>
                  <a:cubicBezTo>
                    <a:pt x="1919" y="436"/>
                    <a:pt x="1994" y="648"/>
                    <a:pt x="1922" y="834"/>
                  </a:cubicBezTo>
                  <a:cubicBezTo>
                    <a:pt x="1859" y="957"/>
                    <a:pt x="1764" y="1007"/>
                    <a:pt x="1433" y="1112"/>
                  </a:cubicBezTo>
                  <a:cubicBezTo>
                    <a:pt x="1085" y="1222"/>
                    <a:pt x="767" y="1279"/>
                    <a:pt x="547" y="1279"/>
                  </a:cubicBezTo>
                  <a:cubicBezTo>
                    <a:pt x="419" y="1279"/>
                    <a:pt x="323" y="1260"/>
                    <a:pt x="275" y="1220"/>
                  </a:cubicBezTo>
                  <a:cubicBezTo>
                    <a:pt x="245" y="1194"/>
                    <a:pt x="233" y="1154"/>
                    <a:pt x="243" y="1115"/>
                  </a:cubicBezTo>
                  <a:cubicBezTo>
                    <a:pt x="293" y="736"/>
                    <a:pt x="975" y="214"/>
                    <a:pt x="1326" y="214"/>
                  </a:cubicBezTo>
                  <a:lnTo>
                    <a:pt x="1326" y="213"/>
                  </a:lnTo>
                  <a:close/>
                  <a:moveTo>
                    <a:pt x="1316" y="0"/>
                  </a:moveTo>
                  <a:cubicBezTo>
                    <a:pt x="873" y="0"/>
                    <a:pt x="83" y="596"/>
                    <a:pt x="22" y="1089"/>
                  </a:cubicBezTo>
                  <a:cubicBezTo>
                    <a:pt x="1" y="1199"/>
                    <a:pt x="42" y="1312"/>
                    <a:pt x="127" y="1385"/>
                  </a:cubicBezTo>
                  <a:cubicBezTo>
                    <a:pt x="237" y="1457"/>
                    <a:pt x="366" y="1496"/>
                    <a:pt x="496" y="1496"/>
                  </a:cubicBezTo>
                  <a:cubicBezTo>
                    <a:pt x="516" y="1496"/>
                    <a:pt x="535" y="1495"/>
                    <a:pt x="555" y="1493"/>
                  </a:cubicBezTo>
                  <a:cubicBezTo>
                    <a:pt x="872" y="1476"/>
                    <a:pt x="1184" y="1416"/>
                    <a:pt x="1487" y="1315"/>
                  </a:cubicBezTo>
                  <a:cubicBezTo>
                    <a:pt x="1817" y="1209"/>
                    <a:pt x="2011" y="1133"/>
                    <a:pt x="2106" y="920"/>
                  </a:cubicBezTo>
                  <a:cubicBezTo>
                    <a:pt x="2224" y="633"/>
                    <a:pt x="2108" y="305"/>
                    <a:pt x="1835" y="156"/>
                  </a:cubicBezTo>
                  <a:cubicBezTo>
                    <a:pt x="1679" y="61"/>
                    <a:pt x="1499" y="8"/>
                    <a:pt x="1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86325" y="753200"/>
              <a:ext cx="49550" cy="87925"/>
            </a:xfrm>
            <a:custGeom>
              <a:avLst/>
              <a:gdLst/>
              <a:ahLst/>
              <a:cxnLst/>
              <a:rect l="l" t="t" r="r" b="b"/>
              <a:pathLst>
                <a:path w="1982" h="3517" extrusionOk="0">
                  <a:moveTo>
                    <a:pt x="953" y="1"/>
                  </a:moveTo>
                  <a:cubicBezTo>
                    <a:pt x="930" y="1"/>
                    <a:pt x="908" y="2"/>
                    <a:pt x="885" y="4"/>
                  </a:cubicBezTo>
                  <a:cubicBezTo>
                    <a:pt x="742" y="17"/>
                    <a:pt x="605" y="71"/>
                    <a:pt x="492" y="159"/>
                  </a:cubicBezTo>
                  <a:cubicBezTo>
                    <a:pt x="441" y="202"/>
                    <a:pt x="396" y="253"/>
                    <a:pt x="361" y="309"/>
                  </a:cubicBezTo>
                  <a:cubicBezTo>
                    <a:pt x="0" y="833"/>
                    <a:pt x="608" y="1826"/>
                    <a:pt x="718" y="2105"/>
                  </a:cubicBezTo>
                  <a:cubicBezTo>
                    <a:pt x="830" y="2382"/>
                    <a:pt x="995" y="3430"/>
                    <a:pt x="1492" y="3513"/>
                  </a:cubicBezTo>
                  <a:cubicBezTo>
                    <a:pt x="1507" y="3516"/>
                    <a:pt x="1521" y="3517"/>
                    <a:pt x="1534" y="3517"/>
                  </a:cubicBezTo>
                  <a:cubicBezTo>
                    <a:pt x="1982" y="3517"/>
                    <a:pt x="1849" y="2198"/>
                    <a:pt x="1768" y="1634"/>
                  </a:cubicBezTo>
                  <a:cubicBezTo>
                    <a:pt x="1720" y="1302"/>
                    <a:pt x="1728" y="982"/>
                    <a:pt x="1693" y="677"/>
                  </a:cubicBezTo>
                  <a:cubicBezTo>
                    <a:pt x="1658" y="292"/>
                    <a:pt x="1334" y="1"/>
                    <a:pt x="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784725" y="750400"/>
              <a:ext cx="52950" cy="93325"/>
            </a:xfrm>
            <a:custGeom>
              <a:avLst/>
              <a:gdLst/>
              <a:ahLst/>
              <a:cxnLst/>
              <a:rect l="l" t="t" r="r" b="b"/>
              <a:pathLst>
                <a:path w="2118" h="3733" extrusionOk="0">
                  <a:moveTo>
                    <a:pt x="1021" y="205"/>
                  </a:moveTo>
                  <a:cubicBezTo>
                    <a:pt x="1089" y="205"/>
                    <a:pt x="1159" y="217"/>
                    <a:pt x="1224" y="239"/>
                  </a:cubicBezTo>
                  <a:cubicBezTo>
                    <a:pt x="1457" y="329"/>
                    <a:pt x="1620" y="539"/>
                    <a:pt x="1650" y="786"/>
                  </a:cubicBezTo>
                  <a:cubicBezTo>
                    <a:pt x="1665" y="921"/>
                    <a:pt x="1680" y="1061"/>
                    <a:pt x="1680" y="1201"/>
                  </a:cubicBezTo>
                  <a:cubicBezTo>
                    <a:pt x="1690" y="1379"/>
                    <a:pt x="1699" y="1562"/>
                    <a:pt x="1728" y="1748"/>
                  </a:cubicBezTo>
                  <a:cubicBezTo>
                    <a:pt x="1856" y="2638"/>
                    <a:pt x="1832" y="3319"/>
                    <a:pt x="1668" y="3479"/>
                  </a:cubicBezTo>
                  <a:cubicBezTo>
                    <a:pt x="1649" y="3499"/>
                    <a:pt x="1623" y="3509"/>
                    <a:pt x="1598" y="3509"/>
                  </a:cubicBezTo>
                  <a:cubicBezTo>
                    <a:pt x="1590" y="3509"/>
                    <a:pt x="1582" y="3508"/>
                    <a:pt x="1574" y="3506"/>
                  </a:cubicBezTo>
                  <a:cubicBezTo>
                    <a:pt x="1247" y="3457"/>
                    <a:pt x="1069" y="2820"/>
                    <a:pt x="965" y="2440"/>
                  </a:cubicBezTo>
                  <a:cubicBezTo>
                    <a:pt x="931" y="2322"/>
                    <a:pt x="901" y="2214"/>
                    <a:pt x="882" y="2168"/>
                  </a:cubicBezTo>
                  <a:cubicBezTo>
                    <a:pt x="864" y="2120"/>
                    <a:pt x="830" y="2052"/>
                    <a:pt x="788" y="1970"/>
                  </a:cubicBezTo>
                  <a:cubicBezTo>
                    <a:pt x="614" y="1612"/>
                    <a:pt x="248" y="862"/>
                    <a:pt x="511" y="476"/>
                  </a:cubicBezTo>
                  <a:cubicBezTo>
                    <a:pt x="544" y="429"/>
                    <a:pt x="583" y="384"/>
                    <a:pt x="627" y="347"/>
                  </a:cubicBezTo>
                  <a:cubicBezTo>
                    <a:pt x="730" y="256"/>
                    <a:pt x="861" y="207"/>
                    <a:pt x="998" y="205"/>
                  </a:cubicBezTo>
                  <a:cubicBezTo>
                    <a:pt x="1006" y="205"/>
                    <a:pt x="1013" y="205"/>
                    <a:pt x="1021" y="205"/>
                  </a:cubicBezTo>
                  <a:close/>
                  <a:moveTo>
                    <a:pt x="1006" y="1"/>
                  </a:moveTo>
                  <a:cubicBezTo>
                    <a:pt x="819" y="1"/>
                    <a:pt x="635" y="67"/>
                    <a:pt x="489" y="195"/>
                  </a:cubicBezTo>
                  <a:cubicBezTo>
                    <a:pt x="429" y="244"/>
                    <a:pt x="379" y="302"/>
                    <a:pt x="334" y="365"/>
                  </a:cubicBezTo>
                  <a:cubicBezTo>
                    <a:pt x="0" y="848"/>
                    <a:pt x="383" y="1645"/>
                    <a:pt x="597" y="2071"/>
                  </a:cubicBezTo>
                  <a:cubicBezTo>
                    <a:pt x="635" y="2148"/>
                    <a:pt x="663" y="2205"/>
                    <a:pt x="684" y="2257"/>
                  </a:cubicBezTo>
                  <a:cubicBezTo>
                    <a:pt x="706" y="2308"/>
                    <a:pt x="728" y="2400"/>
                    <a:pt x="758" y="2506"/>
                  </a:cubicBezTo>
                  <a:cubicBezTo>
                    <a:pt x="886" y="2963"/>
                    <a:pt x="1078" y="3654"/>
                    <a:pt x="1540" y="3731"/>
                  </a:cubicBezTo>
                  <a:cubicBezTo>
                    <a:pt x="1549" y="3732"/>
                    <a:pt x="1558" y="3732"/>
                    <a:pt x="1568" y="3732"/>
                  </a:cubicBezTo>
                  <a:cubicBezTo>
                    <a:pt x="1577" y="3732"/>
                    <a:pt x="1587" y="3732"/>
                    <a:pt x="1597" y="3731"/>
                  </a:cubicBezTo>
                  <a:lnTo>
                    <a:pt x="1597" y="3730"/>
                  </a:lnTo>
                  <a:cubicBezTo>
                    <a:pt x="1602" y="3730"/>
                    <a:pt x="1608" y="3730"/>
                    <a:pt x="1614" y="3730"/>
                  </a:cubicBezTo>
                  <a:cubicBezTo>
                    <a:pt x="1688" y="3730"/>
                    <a:pt x="1760" y="3703"/>
                    <a:pt x="1817" y="3654"/>
                  </a:cubicBezTo>
                  <a:cubicBezTo>
                    <a:pt x="2118" y="3353"/>
                    <a:pt x="2021" y="2322"/>
                    <a:pt x="1939" y="1734"/>
                  </a:cubicBezTo>
                  <a:cubicBezTo>
                    <a:pt x="1912" y="1557"/>
                    <a:pt x="1902" y="1350"/>
                    <a:pt x="1893" y="1207"/>
                  </a:cubicBezTo>
                  <a:cubicBezTo>
                    <a:pt x="1885" y="1064"/>
                    <a:pt x="1878" y="921"/>
                    <a:pt x="1862" y="781"/>
                  </a:cubicBezTo>
                  <a:cubicBezTo>
                    <a:pt x="1824" y="455"/>
                    <a:pt x="1610" y="178"/>
                    <a:pt x="1305" y="59"/>
                  </a:cubicBezTo>
                  <a:cubicBezTo>
                    <a:pt x="1208" y="20"/>
                    <a:pt x="1107" y="1"/>
                    <a:pt x="10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804275" y="796700"/>
              <a:ext cx="26250" cy="9025"/>
            </a:xfrm>
            <a:custGeom>
              <a:avLst/>
              <a:gdLst/>
              <a:ahLst/>
              <a:cxnLst/>
              <a:rect l="l" t="t" r="r" b="b"/>
              <a:pathLst>
                <a:path w="1050" h="361" extrusionOk="0">
                  <a:moveTo>
                    <a:pt x="800" y="0"/>
                  </a:moveTo>
                  <a:cubicBezTo>
                    <a:pt x="498" y="0"/>
                    <a:pt x="205" y="128"/>
                    <a:pt x="0" y="360"/>
                  </a:cubicBezTo>
                  <a:lnTo>
                    <a:pt x="1050" y="30"/>
                  </a:lnTo>
                  <a:cubicBezTo>
                    <a:pt x="967" y="10"/>
                    <a:pt x="883" y="0"/>
                    <a:pt x="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801625" y="794000"/>
              <a:ext cx="31950" cy="14375"/>
            </a:xfrm>
            <a:custGeom>
              <a:avLst/>
              <a:gdLst/>
              <a:ahLst/>
              <a:cxnLst/>
              <a:rect l="l" t="t" r="r" b="b"/>
              <a:pathLst>
                <a:path w="1278" h="575" extrusionOk="0">
                  <a:moveTo>
                    <a:pt x="908" y="1"/>
                  </a:moveTo>
                  <a:cubicBezTo>
                    <a:pt x="574" y="1"/>
                    <a:pt x="251" y="143"/>
                    <a:pt x="26" y="400"/>
                  </a:cubicBezTo>
                  <a:cubicBezTo>
                    <a:pt x="9" y="419"/>
                    <a:pt x="0" y="443"/>
                    <a:pt x="0" y="467"/>
                  </a:cubicBezTo>
                  <a:cubicBezTo>
                    <a:pt x="0" y="526"/>
                    <a:pt x="48" y="574"/>
                    <a:pt x="106" y="574"/>
                  </a:cubicBezTo>
                  <a:cubicBezTo>
                    <a:pt x="109" y="574"/>
                    <a:pt x="112" y="574"/>
                    <a:pt x="116" y="574"/>
                  </a:cubicBezTo>
                  <a:cubicBezTo>
                    <a:pt x="143" y="574"/>
                    <a:pt x="169" y="563"/>
                    <a:pt x="188" y="543"/>
                  </a:cubicBezTo>
                  <a:cubicBezTo>
                    <a:pt x="375" y="336"/>
                    <a:pt x="639" y="222"/>
                    <a:pt x="912" y="222"/>
                  </a:cubicBezTo>
                  <a:cubicBezTo>
                    <a:pt x="984" y="222"/>
                    <a:pt x="1058" y="230"/>
                    <a:pt x="1130" y="246"/>
                  </a:cubicBezTo>
                  <a:cubicBezTo>
                    <a:pt x="1139" y="249"/>
                    <a:pt x="1148" y="250"/>
                    <a:pt x="1157" y="250"/>
                  </a:cubicBezTo>
                  <a:cubicBezTo>
                    <a:pt x="1206" y="250"/>
                    <a:pt x="1250" y="216"/>
                    <a:pt x="1263" y="166"/>
                  </a:cubicBezTo>
                  <a:cubicBezTo>
                    <a:pt x="1278" y="108"/>
                    <a:pt x="1242" y="47"/>
                    <a:pt x="1184" y="34"/>
                  </a:cubicBezTo>
                  <a:cubicBezTo>
                    <a:pt x="1092" y="11"/>
                    <a:pt x="1000" y="1"/>
                    <a:pt x="9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732750" y="791925"/>
              <a:ext cx="50325" cy="69925"/>
            </a:xfrm>
            <a:custGeom>
              <a:avLst/>
              <a:gdLst/>
              <a:ahLst/>
              <a:cxnLst/>
              <a:rect l="l" t="t" r="r" b="b"/>
              <a:pathLst>
                <a:path w="2013" h="2797" extrusionOk="0">
                  <a:moveTo>
                    <a:pt x="759" y="1"/>
                  </a:moveTo>
                  <a:cubicBezTo>
                    <a:pt x="705" y="1"/>
                    <a:pt x="651" y="8"/>
                    <a:pt x="596" y="23"/>
                  </a:cubicBezTo>
                  <a:cubicBezTo>
                    <a:pt x="483" y="54"/>
                    <a:pt x="381" y="117"/>
                    <a:pt x="302" y="203"/>
                  </a:cubicBezTo>
                  <a:cubicBezTo>
                    <a:pt x="266" y="246"/>
                    <a:pt x="238" y="294"/>
                    <a:pt x="215" y="344"/>
                  </a:cubicBezTo>
                  <a:cubicBezTo>
                    <a:pt x="1" y="824"/>
                    <a:pt x="641" y="1547"/>
                    <a:pt x="763" y="1757"/>
                  </a:cubicBezTo>
                  <a:cubicBezTo>
                    <a:pt x="884" y="1969"/>
                    <a:pt x="1177" y="2797"/>
                    <a:pt x="1593" y="2797"/>
                  </a:cubicBezTo>
                  <a:cubicBezTo>
                    <a:pt x="1593" y="2797"/>
                    <a:pt x="1594" y="2797"/>
                    <a:pt x="1594" y="2797"/>
                  </a:cubicBezTo>
                  <a:cubicBezTo>
                    <a:pt x="2012" y="2795"/>
                    <a:pt x="1701" y="1686"/>
                    <a:pt x="1552" y="1224"/>
                  </a:cubicBezTo>
                  <a:cubicBezTo>
                    <a:pt x="1467" y="965"/>
                    <a:pt x="1426" y="702"/>
                    <a:pt x="1354" y="455"/>
                  </a:cubicBezTo>
                  <a:cubicBezTo>
                    <a:pt x="1278" y="181"/>
                    <a:pt x="1030" y="1"/>
                    <a:pt x="7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4730500" y="789150"/>
              <a:ext cx="52800" cy="75500"/>
            </a:xfrm>
            <a:custGeom>
              <a:avLst/>
              <a:gdLst/>
              <a:ahLst/>
              <a:cxnLst/>
              <a:rect l="l" t="t" r="r" b="b"/>
              <a:pathLst>
                <a:path w="2112" h="3020" extrusionOk="0">
                  <a:moveTo>
                    <a:pt x="823" y="214"/>
                  </a:moveTo>
                  <a:cubicBezTo>
                    <a:pt x="825" y="214"/>
                    <a:pt x="826" y="214"/>
                    <a:pt x="828" y="214"/>
                  </a:cubicBezTo>
                  <a:lnTo>
                    <a:pt x="829" y="214"/>
                  </a:lnTo>
                  <a:cubicBezTo>
                    <a:pt x="865" y="214"/>
                    <a:pt x="902" y="219"/>
                    <a:pt x="938" y="225"/>
                  </a:cubicBezTo>
                  <a:cubicBezTo>
                    <a:pt x="1133" y="262"/>
                    <a:pt x="1291" y="406"/>
                    <a:pt x="1348" y="597"/>
                  </a:cubicBezTo>
                  <a:cubicBezTo>
                    <a:pt x="1379" y="716"/>
                    <a:pt x="1406" y="817"/>
                    <a:pt x="1431" y="929"/>
                  </a:cubicBezTo>
                  <a:cubicBezTo>
                    <a:pt x="1465" y="1072"/>
                    <a:pt x="1498" y="1221"/>
                    <a:pt x="1547" y="1370"/>
                  </a:cubicBezTo>
                  <a:cubicBezTo>
                    <a:pt x="1776" y="2074"/>
                    <a:pt x="1855" y="2625"/>
                    <a:pt x="1747" y="2771"/>
                  </a:cubicBezTo>
                  <a:cubicBezTo>
                    <a:pt x="1739" y="2790"/>
                    <a:pt x="1720" y="2802"/>
                    <a:pt x="1701" y="2802"/>
                  </a:cubicBezTo>
                  <a:cubicBezTo>
                    <a:pt x="1697" y="2802"/>
                    <a:pt x="1693" y="2801"/>
                    <a:pt x="1688" y="2800"/>
                  </a:cubicBezTo>
                  <a:cubicBezTo>
                    <a:pt x="1417" y="2800"/>
                    <a:pt x="1179" y="2296"/>
                    <a:pt x="1048" y="2025"/>
                  </a:cubicBezTo>
                  <a:cubicBezTo>
                    <a:pt x="1007" y="1932"/>
                    <a:pt x="966" y="1848"/>
                    <a:pt x="943" y="1812"/>
                  </a:cubicBezTo>
                  <a:cubicBezTo>
                    <a:pt x="919" y="1775"/>
                    <a:pt x="883" y="1724"/>
                    <a:pt x="838" y="1663"/>
                  </a:cubicBezTo>
                  <a:cubicBezTo>
                    <a:pt x="643" y="1395"/>
                    <a:pt x="243" y="844"/>
                    <a:pt x="401" y="500"/>
                  </a:cubicBezTo>
                  <a:cubicBezTo>
                    <a:pt x="420" y="457"/>
                    <a:pt x="444" y="418"/>
                    <a:pt x="474" y="382"/>
                  </a:cubicBezTo>
                  <a:cubicBezTo>
                    <a:pt x="557" y="276"/>
                    <a:pt x="686" y="214"/>
                    <a:pt x="823" y="214"/>
                  </a:cubicBezTo>
                  <a:close/>
                  <a:moveTo>
                    <a:pt x="829" y="0"/>
                  </a:moveTo>
                  <a:cubicBezTo>
                    <a:pt x="630" y="0"/>
                    <a:pt x="439" y="89"/>
                    <a:pt x="310" y="247"/>
                  </a:cubicBezTo>
                  <a:cubicBezTo>
                    <a:pt x="270" y="296"/>
                    <a:pt x="235" y="351"/>
                    <a:pt x="208" y="411"/>
                  </a:cubicBezTo>
                  <a:cubicBezTo>
                    <a:pt x="0" y="866"/>
                    <a:pt x="433" y="1466"/>
                    <a:pt x="667" y="1788"/>
                  </a:cubicBezTo>
                  <a:cubicBezTo>
                    <a:pt x="707" y="1843"/>
                    <a:pt x="737" y="1882"/>
                    <a:pt x="764" y="1925"/>
                  </a:cubicBezTo>
                  <a:cubicBezTo>
                    <a:pt x="789" y="1967"/>
                    <a:pt x="820" y="2034"/>
                    <a:pt x="859" y="2114"/>
                  </a:cubicBezTo>
                  <a:cubicBezTo>
                    <a:pt x="1030" y="2473"/>
                    <a:pt x="1286" y="3015"/>
                    <a:pt x="1681" y="3015"/>
                  </a:cubicBezTo>
                  <a:lnTo>
                    <a:pt x="1685" y="3019"/>
                  </a:lnTo>
                  <a:cubicBezTo>
                    <a:pt x="1776" y="3019"/>
                    <a:pt x="1861" y="2975"/>
                    <a:pt x="1915" y="2902"/>
                  </a:cubicBezTo>
                  <a:cubicBezTo>
                    <a:pt x="2111" y="2626"/>
                    <a:pt x="1930" y="1882"/>
                    <a:pt x="1745" y="1309"/>
                  </a:cubicBezTo>
                  <a:cubicBezTo>
                    <a:pt x="1697" y="1163"/>
                    <a:pt x="1662" y="999"/>
                    <a:pt x="1633" y="881"/>
                  </a:cubicBezTo>
                  <a:cubicBezTo>
                    <a:pt x="1607" y="765"/>
                    <a:pt x="1580" y="649"/>
                    <a:pt x="1546" y="536"/>
                  </a:cubicBezTo>
                  <a:cubicBezTo>
                    <a:pt x="1468" y="269"/>
                    <a:pt x="1248" y="70"/>
                    <a:pt x="975" y="16"/>
                  </a:cubicBezTo>
                  <a:cubicBezTo>
                    <a:pt x="927" y="5"/>
                    <a:pt x="878" y="0"/>
                    <a:pt x="8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4751825" y="825175"/>
              <a:ext cx="20225" cy="10700"/>
            </a:xfrm>
            <a:custGeom>
              <a:avLst/>
              <a:gdLst/>
              <a:ahLst/>
              <a:cxnLst/>
              <a:rect l="l" t="t" r="r" b="b"/>
              <a:pathLst>
                <a:path w="809" h="428" extrusionOk="0">
                  <a:moveTo>
                    <a:pt x="760" y="0"/>
                  </a:moveTo>
                  <a:cubicBezTo>
                    <a:pt x="451" y="0"/>
                    <a:pt x="161" y="161"/>
                    <a:pt x="0" y="427"/>
                  </a:cubicBezTo>
                  <a:lnTo>
                    <a:pt x="809" y="2"/>
                  </a:lnTo>
                  <a:cubicBezTo>
                    <a:pt x="792" y="1"/>
                    <a:pt x="77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4748775" y="822650"/>
              <a:ext cx="26025" cy="15900"/>
            </a:xfrm>
            <a:custGeom>
              <a:avLst/>
              <a:gdLst/>
              <a:ahLst/>
              <a:cxnLst/>
              <a:rect l="l" t="t" r="r" b="b"/>
              <a:pathLst>
                <a:path w="1041" h="636" extrusionOk="0">
                  <a:moveTo>
                    <a:pt x="874" y="1"/>
                  </a:moveTo>
                  <a:cubicBezTo>
                    <a:pt x="531" y="1"/>
                    <a:pt x="211" y="179"/>
                    <a:pt x="30" y="476"/>
                  </a:cubicBezTo>
                  <a:lnTo>
                    <a:pt x="28" y="479"/>
                  </a:lnTo>
                  <a:cubicBezTo>
                    <a:pt x="0" y="528"/>
                    <a:pt x="18" y="592"/>
                    <a:pt x="69" y="621"/>
                  </a:cubicBezTo>
                  <a:cubicBezTo>
                    <a:pt x="85" y="631"/>
                    <a:pt x="103" y="636"/>
                    <a:pt x="122" y="636"/>
                  </a:cubicBezTo>
                  <a:cubicBezTo>
                    <a:pt x="159" y="636"/>
                    <a:pt x="195" y="615"/>
                    <a:pt x="213" y="582"/>
                  </a:cubicBezTo>
                  <a:cubicBezTo>
                    <a:pt x="360" y="353"/>
                    <a:pt x="614" y="215"/>
                    <a:pt x="884" y="215"/>
                  </a:cubicBezTo>
                  <a:cubicBezTo>
                    <a:pt x="897" y="215"/>
                    <a:pt x="909" y="215"/>
                    <a:pt x="922" y="216"/>
                  </a:cubicBezTo>
                  <a:cubicBezTo>
                    <a:pt x="924" y="216"/>
                    <a:pt x="927" y="216"/>
                    <a:pt x="930" y="216"/>
                  </a:cubicBezTo>
                  <a:cubicBezTo>
                    <a:pt x="986" y="216"/>
                    <a:pt x="1032" y="173"/>
                    <a:pt x="1036" y="117"/>
                  </a:cubicBezTo>
                  <a:cubicBezTo>
                    <a:pt x="1041" y="58"/>
                    <a:pt x="998" y="7"/>
                    <a:pt x="938" y="3"/>
                  </a:cubicBezTo>
                  <a:cubicBezTo>
                    <a:pt x="917" y="1"/>
                    <a:pt x="895" y="1"/>
                    <a:pt x="8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4754050" y="769475"/>
              <a:ext cx="55425" cy="76925"/>
            </a:xfrm>
            <a:custGeom>
              <a:avLst/>
              <a:gdLst/>
              <a:ahLst/>
              <a:cxnLst/>
              <a:rect l="l" t="t" r="r" b="b"/>
              <a:pathLst>
                <a:path w="2217" h="3077" extrusionOk="0">
                  <a:moveTo>
                    <a:pt x="839" y="0"/>
                  </a:moveTo>
                  <a:cubicBezTo>
                    <a:pt x="780" y="0"/>
                    <a:pt x="720" y="8"/>
                    <a:pt x="660" y="24"/>
                  </a:cubicBezTo>
                  <a:cubicBezTo>
                    <a:pt x="537" y="59"/>
                    <a:pt x="423" y="127"/>
                    <a:pt x="337" y="222"/>
                  </a:cubicBezTo>
                  <a:cubicBezTo>
                    <a:pt x="298" y="270"/>
                    <a:pt x="264" y="322"/>
                    <a:pt x="239" y="379"/>
                  </a:cubicBezTo>
                  <a:cubicBezTo>
                    <a:pt x="1" y="904"/>
                    <a:pt x="700" y="1702"/>
                    <a:pt x="843" y="1933"/>
                  </a:cubicBezTo>
                  <a:cubicBezTo>
                    <a:pt x="986" y="2162"/>
                    <a:pt x="1298" y="3077"/>
                    <a:pt x="1756" y="3077"/>
                  </a:cubicBezTo>
                  <a:cubicBezTo>
                    <a:pt x="1757" y="3077"/>
                    <a:pt x="1757" y="3077"/>
                    <a:pt x="1757" y="3077"/>
                  </a:cubicBezTo>
                  <a:cubicBezTo>
                    <a:pt x="2216" y="3074"/>
                    <a:pt x="1877" y="1854"/>
                    <a:pt x="1711" y="1347"/>
                  </a:cubicBezTo>
                  <a:cubicBezTo>
                    <a:pt x="1619" y="1061"/>
                    <a:pt x="1574" y="773"/>
                    <a:pt x="1494" y="499"/>
                  </a:cubicBezTo>
                  <a:cubicBezTo>
                    <a:pt x="1411" y="199"/>
                    <a:pt x="1137" y="0"/>
                    <a:pt x="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752050" y="766600"/>
              <a:ext cx="58050" cy="82450"/>
            </a:xfrm>
            <a:custGeom>
              <a:avLst/>
              <a:gdLst/>
              <a:ahLst/>
              <a:cxnLst/>
              <a:rect l="l" t="t" r="r" b="b"/>
              <a:pathLst>
                <a:path w="2322" h="3298" extrusionOk="0">
                  <a:moveTo>
                    <a:pt x="986" y="208"/>
                  </a:moveTo>
                  <a:cubicBezTo>
                    <a:pt x="997" y="208"/>
                    <a:pt x="1008" y="209"/>
                    <a:pt x="1019" y="209"/>
                  </a:cubicBezTo>
                  <a:cubicBezTo>
                    <a:pt x="1240" y="253"/>
                    <a:pt x="1418" y="418"/>
                    <a:pt x="1477" y="637"/>
                  </a:cubicBezTo>
                  <a:cubicBezTo>
                    <a:pt x="1513" y="756"/>
                    <a:pt x="1541" y="879"/>
                    <a:pt x="1569" y="1003"/>
                  </a:cubicBezTo>
                  <a:cubicBezTo>
                    <a:pt x="1605" y="1161"/>
                    <a:pt x="1644" y="1323"/>
                    <a:pt x="1697" y="1487"/>
                  </a:cubicBezTo>
                  <a:cubicBezTo>
                    <a:pt x="1945" y="2263"/>
                    <a:pt x="2031" y="2873"/>
                    <a:pt x="1910" y="3040"/>
                  </a:cubicBezTo>
                  <a:cubicBezTo>
                    <a:pt x="1895" y="3062"/>
                    <a:pt x="1872" y="3076"/>
                    <a:pt x="1845" y="3076"/>
                  </a:cubicBezTo>
                  <a:cubicBezTo>
                    <a:pt x="1843" y="3076"/>
                    <a:pt x="1840" y="3076"/>
                    <a:pt x="1837" y="3076"/>
                  </a:cubicBezTo>
                  <a:cubicBezTo>
                    <a:pt x="1543" y="3076"/>
                    <a:pt x="1276" y="2523"/>
                    <a:pt x="1133" y="2222"/>
                  </a:cubicBezTo>
                  <a:cubicBezTo>
                    <a:pt x="1087" y="2124"/>
                    <a:pt x="1047" y="2042"/>
                    <a:pt x="1017" y="1990"/>
                  </a:cubicBezTo>
                  <a:lnTo>
                    <a:pt x="901" y="1826"/>
                  </a:lnTo>
                  <a:cubicBezTo>
                    <a:pt x="688" y="1532"/>
                    <a:pt x="244" y="920"/>
                    <a:pt x="420" y="535"/>
                  </a:cubicBezTo>
                  <a:cubicBezTo>
                    <a:pt x="441" y="489"/>
                    <a:pt x="468" y="446"/>
                    <a:pt x="500" y="406"/>
                  </a:cubicBezTo>
                  <a:cubicBezTo>
                    <a:pt x="596" y="287"/>
                    <a:pt x="742" y="217"/>
                    <a:pt x="895" y="217"/>
                  </a:cubicBezTo>
                  <a:cubicBezTo>
                    <a:pt x="896" y="217"/>
                    <a:pt x="898" y="217"/>
                    <a:pt x="899" y="217"/>
                  </a:cubicBezTo>
                  <a:lnTo>
                    <a:pt x="899" y="215"/>
                  </a:lnTo>
                  <a:lnTo>
                    <a:pt x="898" y="215"/>
                  </a:lnTo>
                  <a:cubicBezTo>
                    <a:pt x="927" y="211"/>
                    <a:pt x="957" y="208"/>
                    <a:pt x="986" y="208"/>
                  </a:cubicBezTo>
                  <a:close/>
                  <a:moveTo>
                    <a:pt x="900" y="0"/>
                  </a:moveTo>
                  <a:cubicBezTo>
                    <a:pt x="684" y="0"/>
                    <a:pt x="477" y="96"/>
                    <a:pt x="337" y="267"/>
                  </a:cubicBezTo>
                  <a:cubicBezTo>
                    <a:pt x="292" y="321"/>
                    <a:pt x="255" y="382"/>
                    <a:pt x="225" y="446"/>
                  </a:cubicBezTo>
                  <a:cubicBezTo>
                    <a:pt x="0" y="943"/>
                    <a:pt x="475" y="1597"/>
                    <a:pt x="728" y="1950"/>
                  </a:cubicBezTo>
                  <a:cubicBezTo>
                    <a:pt x="774" y="2014"/>
                    <a:pt x="807" y="2053"/>
                    <a:pt x="835" y="2102"/>
                  </a:cubicBezTo>
                  <a:cubicBezTo>
                    <a:pt x="864" y="2151"/>
                    <a:pt x="899" y="2225"/>
                    <a:pt x="943" y="2315"/>
                  </a:cubicBezTo>
                  <a:cubicBezTo>
                    <a:pt x="1127" y="2706"/>
                    <a:pt x="1412" y="3297"/>
                    <a:pt x="1837" y="3297"/>
                  </a:cubicBezTo>
                  <a:lnTo>
                    <a:pt x="1840" y="3296"/>
                  </a:lnTo>
                  <a:cubicBezTo>
                    <a:pt x="1937" y="3296"/>
                    <a:pt x="2030" y="3248"/>
                    <a:pt x="2085" y="3169"/>
                  </a:cubicBezTo>
                  <a:cubicBezTo>
                    <a:pt x="2321" y="2857"/>
                    <a:pt x="2064" y="1944"/>
                    <a:pt x="1896" y="1427"/>
                  </a:cubicBezTo>
                  <a:cubicBezTo>
                    <a:pt x="1845" y="1271"/>
                    <a:pt x="1803" y="1092"/>
                    <a:pt x="1773" y="963"/>
                  </a:cubicBezTo>
                  <a:cubicBezTo>
                    <a:pt x="1744" y="832"/>
                    <a:pt x="1714" y="707"/>
                    <a:pt x="1678" y="583"/>
                  </a:cubicBezTo>
                  <a:cubicBezTo>
                    <a:pt x="1592" y="294"/>
                    <a:pt x="1354" y="75"/>
                    <a:pt x="1057" y="17"/>
                  </a:cubicBezTo>
                  <a:cubicBezTo>
                    <a:pt x="1005" y="6"/>
                    <a:pt x="952" y="0"/>
                    <a:pt x="9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4775125" y="806175"/>
              <a:ext cx="22250" cy="11650"/>
            </a:xfrm>
            <a:custGeom>
              <a:avLst/>
              <a:gdLst/>
              <a:ahLst/>
              <a:cxnLst/>
              <a:rect l="l" t="t" r="r" b="b"/>
              <a:pathLst>
                <a:path w="890" h="466" extrusionOk="0">
                  <a:moveTo>
                    <a:pt x="833" y="1"/>
                  </a:moveTo>
                  <a:cubicBezTo>
                    <a:pt x="495" y="1"/>
                    <a:pt x="179" y="176"/>
                    <a:pt x="0" y="465"/>
                  </a:cubicBezTo>
                  <a:lnTo>
                    <a:pt x="889" y="2"/>
                  </a:lnTo>
                  <a:cubicBezTo>
                    <a:pt x="870" y="1"/>
                    <a:pt x="851" y="1"/>
                    <a:pt x="8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772075" y="803475"/>
              <a:ext cx="28125" cy="17025"/>
            </a:xfrm>
            <a:custGeom>
              <a:avLst/>
              <a:gdLst/>
              <a:ahLst/>
              <a:cxnLst/>
              <a:rect l="l" t="t" r="r" b="b"/>
              <a:pathLst>
                <a:path w="1125" h="681" extrusionOk="0">
                  <a:moveTo>
                    <a:pt x="953" y="1"/>
                  </a:moveTo>
                  <a:cubicBezTo>
                    <a:pt x="578" y="1"/>
                    <a:pt x="228" y="197"/>
                    <a:pt x="30" y="520"/>
                  </a:cubicBezTo>
                  <a:lnTo>
                    <a:pt x="28" y="523"/>
                  </a:lnTo>
                  <a:cubicBezTo>
                    <a:pt x="0" y="573"/>
                    <a:pt x="18" y="637"/>
                    <a:pt x="69" y="666"/>
                  </a:cubicBezTo>
                  <a:cubicBezTo>
                    <a:pt x="85" y="673"/>
                    <a:pt x="103" y="679"/>
                    <a:pt x="122" y="680"/>
                  </a:cubicBezTo>
                  <a:lnTo>
                    <a:pt x="122" y="679"/>
                  </a:lnTo>
                  <a:cubicBezTo>
                    <a:pt x="159" y="679"/>
                    <a:pt x="195" y="660"/>
                    <a:pt x="213" y="627"/>
                  </a:cubicBezTo>
                  <a:cubicBezTo>
                    <a:pt x="371" y="370"/>
                    <a:pt x="648" y="216"/>
                    <a:pt x="946" y="216"/>
                  </a:cubicBezTo>
                  <a:cubicBezTo>
                    <a:pt x="965" y="216"/>
                    <a:pt x="983" y="216"/>
                    <a:pt x="1002" y="217"/>
                  </a:cubicBezTo>
                  <a:cubicBezTo>
                    <a:pt x="1005" y="218"/>
                    <a:pt x="1008" y="218"/>
                    <a:pt x="1011" y="218"/>
                  </a:cubicBezTo>
                  <a:cubicBezTo>
                    <a:pt x="1067" y="218"/>
                    <a:pt x="1114" y="176"/>
                    <a:pt x="1118" y="119"/>
                  </a:cubicBezTo>
                  <a:cubicBezTo>
                    <a:pt x="1124" y="61"/>
                    <a:pt x="1081" y="9"/>
                    <a:pt x="1022" y="3"/>
                  </a:cubicBezTo>
                  <a:cubicBezTo>
                    <a:pt x="999" y="2"/>
                    <a:pt x="976" y="1"/>
                    <a:pt x="9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5431800" y="953125"/>
              <a:ext cx="170025" cy="324050"/>
            </a:xfrm>
            <a:custGeom>
              <a:avLst/>
              <a:gdLst/>
              <a:ahLst/>
              <a:cxnLst/>
              <a:rect l="l" t="t" r="r" b="b"/>
              <a:pathLst>
                <a:path w="6801" h="12962" extrusionOk="0">
                  <a:moveTo>
                    <a:pt x="641" y="1"/>
                  </a:moveTo>
                  <a:lnTo>
                    <a:pt x="1" y="4448"/>
                  </a:lnTo>
                  <a:lnTo>
                    <a:pt x="3268" y="11841"/>
                  </a:lnTo>
                  <a:cubicBezTo>
                    <a:pt x="3531" y="12533"/>
                    <a:pt x="4190" y="12961"/>
                    <a:pt x="4891" y="12961"/>
                  </a:cubicBezTo>
                  <a:cubicBezTo>
                    <a:pt x="5079" y="12961"/>
                    <a:pt x="5271" y="12930"/>
                    <a:pt x="5458" y="12865"/>
                  </a:cubicBezTo>
                  <a:cubicBezTo>
                    <a:pt x="6316" y="12571"/>
                    <a:pt x="6801" y="11667"/>
                    <a:pt x="6576" y="10790"/>
                  </a:cubicBezTo>
                  <a:lnTo>
                    <a:pt x="4125" y="3326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5429250" y="950575"/>
              <a:ext cx="175575" cy="329375"/>
            </a:xfrm>
            <a:custGeom>
              <a:avLst/>
              <a:gdLst/>
              <a:ahLst/>
              <a:cxnLst/>
              <a:rect l="l" t="t" r="r" b="b"/>
              <a:pathLst>
                <a:path w="7023" h="13175" extrusionOk="0">
                  <a:moveTo>
                    <a:pt x="822" y="325"/>
                  </a:moveTo>
                  <a:lnTo>
                    <a:pt x="4134" y="3486"/>
                  </a:lnTo>
                  <a:lnTo>
                    <a:pt x="6575" y="10922"/>
                  </a:lnTo>
                  <a:cubicBezTo>
                    <a:pt x="6782" y="11745"/>
                    <a:pt x="6327" y="12589"/>
                    <a:pt x="5526" y="12869"/>
                  </a:cubicBezTo>
                  <a:cubicBezTo>
                    <a:pt x="5349" y="12931"/>
                    <a:pt x="5169" y="12960"/>
                    <a:pt x="4991" y="12960"/>
                  </a:cubicBezTo>
                  <a:cubicBezTo>
                    <a:pt x="4332" y="12960"/>
                    <a:pt x="3712" y="12555"/>
                    <a:pt x="3468" y="11903"/>
                  </a:cubicBezTo>
                  <a:lnTo>
                    <a:pt x="212" y="4537"/>
                  </a:lnTo>
                  <a:lnTo>
                    <a:pt x="822" y="325"/>
                  </a:lnTo>
                  <a:close/>
                  <a:moveTo>
                    <a:pt x="753" y="0"/>
                  </a:moveTo>
                  <a:cubicBezTo>
                    <a:pt x="741" y="0"/>
                    <a:pt x="729" y="2"/>
                    <a:pt x="718" y="6"/>
                  </a:cubicBezTo>
                  <a:cubicBezTo>
                    <a:pt x="679" y="18"/>
                    <a:pt x="651" y="51"/>
                    <a:pt x="645" y="91"/>
                  </a:cubicBezTo>
                  <a:lnTo>
                    <a:pt x="5" y="4537"/>
                  </a:lnTo>
                  <a:cubicBezTo>
                    <a:pt x="0" y="4556"/>
                    <a:pt x="0" y="4576"/>
                    <a:pt x="5" y="4595"/>
                  </a:cubicBezTo>
                  <a:lnTo>
                    <a:pt x="3270" y="11983"/>
                  </a:lnTo>
                  <a:cubicBezTo>
                    <a:pt x="3539" y="12699"/>
                    <a:pt x="4224" y="13173"/>
                    <a:pt x="4988" y="13174"/>
                  </a:cubicBezTo>
                  <a:lnTo>
                    <a:pt x="4990" y="13174"/>
                  </a:lnTo>
                  <a:cubicBezTo>
                    <a:pt x="5198" y="13173"/>
                    <a:pt x="5405" y="13137"/>
                    <a:pt x="5603" y="13067"/>
                  </a:cubicBezTo>
                  <a:cubicBezTo>
                    <a:pt x="6510" y="12747"/>
                    <a:pt x="7022" y="11790"/>
                    <a:pt x="6787" y="10858"/>
                  </a:cubicBezTo>
                  <a:lnTo>
                    <a:pt x="4335" y="3394"/>
                  </a:lnTo>
                  <a:cubicBezTo>
                    <a:pt x="4329" y="3377"/>
                    <a:pt x="4320" y="3361"/>
                    <a:pt x="4306" y="3349"/>
                  </a:cubicBezTo>
                  <a:lnTo>
                    <a:pt x="824" y="29"/>
                  </a:lnTo>
                  <a:cubicBezTo>
                    <a:pt x="804" y="10"/>
                    <a:pt x="779" y="0"/>
                    <a:pt x="7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447850" y="870200"/>
              <a:ext cx="111225" cy="184800"/>
            </a:xfrm>
            <a:custGeom>
              <a:avLst/>
              <a:gdLst/>
              <a:ahLst/>
              <a:cxnLst/>
              <a:rect l="l" t="t" r="r" b="b"/>
              <a:pathLst>
                <a:path w="4449" h="7392" extrusionOk="0">
                  <a:moveTo>
                    <a:pt x="513" y="1"/>
                  </a:moveTo>
                  <a:lnTo>
                    <a:pt x="1" y="3321"/>
                  </a:lnTo>
                  <a:lnTo>
                    <a:pt x="2840" y="7392"/>
                  </a:lnTo>
                  <a:lnTo>
                    <a:pt x="3537" y="7392"/>
                  </a:lnTo>
                  <a:cubicBezTo>
                    <a:pt x="3537" y="7392"/>
                    <a:pt x="4448" y="4445"/>
                    <a:pt x="3537" y="2410"/>
                  </a:cubicBezTo>
                  <a:cubicBezTo>
                    <a:pt x="2626" y="376"/>
                    <a:pt x="513" y="1"/>
                    <a:pt x="51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5445150" y="867550"/>
              <a:ext cx="116675" cy="190125"/>
            </a:xfrm>
            <a:custGeom>
              <a:avLst/>
              <a:gdLst/>
              <a:ahLst/>
              <a:cxnLst/>
              <a:rect l="l" t="t" r="r" b="b"/>
              <a:pathLst>
                <a:path w="4667" h="7605" extrusionOk="0">
                  <a:moveTo>
                    <a:pt x="710" y="235"/>
                  </a:moveTo>
                  <a:cubicBezTo>
                    <a:pt x="1144" y="343"/>
                    <a:pt x="2787" y="853"/>
                    <a:pt x="3548" y="2559"/>
                  </a:cubicBezTo>
                  <a:cubicBezTo>
                    <a:pt x="4352" y="4356"/>
                    <a:pt x="3699" y="6922"/>
                    <a:pt x="3566" y="7391"/>
                  </a:cubicBezTo>
                  <a:lnTo>
                    <a:pt x="3005" y="7391"/>
                  </a:lnTo>
                  <a:lnTo>
                    <a:pt x="222" y="3402"/>
                  </a:lnTo>
                  <a:lnTo>
                    <a:pt x="710" y="235"/>
                  </a:lnTo>
                  <a:close/>
                  <a:moveTo>
                    <a:pt x="616" y="0"/>
                  </a:moveTo>
                  <a:cubicBezTo>
                    <a:pt x="596" y="0"/>
                    <a:pt x="575" y="7"/>
                    <a:pt x="558" y="19"/>
                  </a:cubicBezTo>
                  <a:cubicBezTo>
                    <a:pt x="535" y="35"/>
                    <a:pt x="520" y="60"/>
                    <a:pt x="514" y="89"/>
                  </a:cubicBezTo>
                  <a:lnTo>
                    <a:pt x="4" y="3412"/>
                  </a:lnTo>
                  <a:cubicBezTo>
                    <a:pt x="0" y="3439"/>
                    <a:pt x="7" y="3466"/>
                    <a:pt x="22" y="3488"/>
                  </a:cubicBezTo>
                  <a:lnTo>
                    <a:pt x="2860" y="7559"/>
                  </a:lnTo>
                  <a:cubicBezTo>
                    <a:pt x="2881" y="7587"/>
                    <a:pt x="2912" y="7603"/>
                    <a:pt x="2948" y="7605"/>
                  </a:cubicBezTo>
                  <a:lnTo>
                    <a:pt x="3645" y="7605"/>
                  </a:lnTo>
                  <a:cubicBezTo>
                    <a:pt x="3690" y="7603"/>
                    <a:pt x="3730" y="7574"/>
                    <a:pt x="3743" y="7530"/>
                  </a:cubicBezTo>
                  <a:cubicBezTo>
                    <a:pt x="3783" y="7408"/>
                    <a:pt x="4666" y="4538"/>
                    <a:pt x="3743" y="2474"/>
                  </a:cubicBezTo>
                  <a:cubicBezTo>
                    <a:pt x="2820" y="409"/>
                    <a:pt x="661" y="2"/>
                    <a:pt x="637" y="2"/>
                  </a:cubicBezTo>
                  <a:cubicBezTo>
                    <a:pt x="630" y="1"/>
                    <a:pt x="623" y="0"/>
                    <a:pt x="6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5488875" y="1167625"/>
              <a:ext cx="192800" cy="111050"/>
            </a:xfrm>
            <a:custGeom>
              <a:avLst/>
              <a:gdLst/>
              <a:ahLst/>
              <a:cxnLst/>
              <a:rect l="l" t="t" r="r" b="b"/>
              <a:pathLst>
                <a:path w="7712" h="4442" extrusionOk="0">
                  <a:moveTo>
                    <a:pt x="1842" y="0"/>
                  </a:moveTo>
                  <a:cubicBezTo>
                    <a:pt x="896" y="0"/>
                    <a:pt x="211" y="462"/>
                    <a:pt x="114" y="1386"/>
                  </a:cubicBezTo>
                  <a:cubicBezTo>
                    <a:pt x="0" y="2457"/>
                    <a:pt x="845" y="4257"/>
                    <a:pt x="2533" y="4425"/>
                  </a:cubicBezTo>
                  <a:cubicBezTo>
                    <a:pt x="2646" y="4437"/>
                    <a:pt x="2763" y="4442"/>
                    <a:pt x="2883" y="4442"/>
                  </a:cubicBezTo>
                  <a:cubicBezTo>
                    <a:pt x="4578" y="4442"/>
                    <a:pt x="6981" y="3413"/>
                    <a:pt x="6981" y="3413"/>
                  </a:cubicBezTo>
                  <a:cubicBezTo>
                    <a:pt x="7429" y="3108"/>
                    <a:pt x="7703" y="2603"/>
                    <a:pt x="7712" y="2061"/>
                  </a:cubicBezTo>
                  <a:cubicBezTo>
                    <a:pt x="7704" y="1162"/>
                    <a:pt x="6698" y="1162"/>
                    <a:pt x="6698" y="1162"/>
                  </a:cubicBezTo>
                  <a:cubicBezTo>
                    <a:pt x="6698" y="1162"/>
                    <a:pt x="3489" y="203"/>
                    <a:pt x="2307" y="34"/>
                  </a:cubicBezTo>
                  <a:cubicBezTo>
                    <a:pt x="2146" y="12"/>
                    <a:pt x="1991" y="0"/>
                    <a:pt x="1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5487900" y="1165100"/>
              <a:ext cx="196275" cy="116450"/>
            </a:xfrm>
            <a:custGeom>
              <a:avLst/>
              <a:gdLst/>
              <a:ahLst/>
              <a:cxnLst/>
              <a:rect l="l" t="t" r="r" b="b"/>
              <a:pathLst>
                <a:path w="7851" h="4658" extrusionOk="0">
                  <a:moveTo>
                    <a:pt x="1799" y="213"/>
                  </a:moveTo>
                  <a:cubicBezTo>
                    <a:pt x="1826" y="213"/>
                    <a:pt x="1853" y="213"/>
                    <a:pt x="1880" y="214"/>
                  </a:cubicBezTo>
                  <a:cubicBezTo>
                    <a:pt x="2029" y="216"/>
                    <a:pt x="2178" y="229"/>
                    <a:pt x="2325" y="253"/>
                  </a:cubicBezTo>
                  <a:cubicBezTo>
                    <a:pt x="3485" y="417"/>
                    <a:pt x="6670" y="1376"/>
                    <a:pt x="6701" y="1376"/>
                  </a:cubicBezTo>
                  <a:lnTo>
                    <a:pt x="6731" y="1376"/>
                  </a:lnTo>
                  <a:cubicBezTo>
                    <a:pt x="6768" y="1376"/>
                    <a:pt x="7638" y="1388"/>
                    <a:pt x="7638" y="2168"/>
                  </a:cubicBezTo>
                  <a:cubicBezTo>
                    <a:pt x="7630" y="2670"/>
                    <a:pt x="7381" y="3137"/>
                    <a:pt x="6970" y="3422"/>
                  </a:cubicBezTo>
                  <a:cubicBezTo>
                    <a:pt x="6944" y="3433"/>
                    <a:pt x="4569" y="4443"/>
                    <a:pt x="2920" y="4443"/>
                  </a:cubicBezTo>
                  <a:cubicBezTo>
                    <a:pt x="2801" y="4443"/>
                    <a:pt x="2687" y="4438"/>
                    <a:pt x="2577" y="4427"/>
                  </a:cubicBezTo>
                  <a:cubicBezTo>
                    <a:pt x="1927" y="4355"/>
                    <a:pt x="1333" y="4025"/>
                    <a:pt x="930" y="3509"/>
                  </a:cubicBezTo>
                  <a:cubicBezTo>
                    <a:pt x="465" y="2948"/>
                    <a:pt x="223" y="2233"/>
                    <a:pt x="251" y="1505"/>
                  </a:cubicBezTo>
                  <a:cubicBezTo>
                    <a:pt x="275" y="1130"/>
                    <a:pt x="455" y="782"/>
                    <a:pt x="747" y="545"/>
                  </a:cubicBezTo>
                  <a:cubicBezTo>
                    <a:pt x="1055" y="328"/>
                    <a:pt x="1423" y="213"/>
                    <a:pt x="1799" y="213"/>
                  </a:cubicBezTo>
                  <a:close/>
                  <a:moveTo>
                    <a:pt x="1869" y="1"/>
                  </a:moveTo>
                  <a:cubicBezTo>
                    <a:pt x="1366" y="1"/>
                    <a:pt x="941" y="129"/>
                    <a:pt x="616" y="377"/>
                  </a:cubicBezTo>
                  <a:cubicBezTo>
                    <a:pt x="279" y="649"/>
                    <a:pt x="71" y="1050"/>
                    <a:pt x="39" y="1481"/>
                  </a:cubicBezTo>
                  <a:cubicBezTo>
                    <a:pt x="1" y="2268"/>
                    <a:pt x="260" y="3039"/>
                    <a:pt x="765" y="3643"/>
                  </a:cubicBezTo>
                  <a:cubicBezTo>
                    <a:pt x="1202" y="4203"/>
                    <a:pt x="1849" y="4562"/>
                    <a:pt x="2556" y="4640"/>
                  </a:cubicBezTo>
                  <a:cubicBezTo>
                    <a:pt x="2673" y="4657"/>
                    <a:pt x="2794" y="4657"/>
                    <a:pt x="2921" y="4657"/>
                  </a:cubicBezTo>
                  <a:cubicBezTo>
                    <a:pt x="4605" y="4657"/>
                    <a:pt x="6951" y="3663"/>
                    <a:pt x="7069" y="3609"/>
                  </a:cubicBezTo>
                  <a:cubicBezTo>
                    <a:pt x="7551" y="3288"/>
                    <a:pt x="7843" y="2749"/>
                    <a:pt x="7850" y="2168"/>
                  </a:cubicBezTo>
                  <a:cubicBezTo>
                    <a:pt x="7850" y="1374"/>
                    <a:pt x="7139" y="1161"/>
                    <a:pt x="6746" y="1161"/>
                  </a:cubicBezTo>
                  <a:cubicBezTo>
                    <a:pt x="6482" y="1082"/>
                    <a:pt x="3503" y="200"/>
                    <a:pt x="2355" y="37"/>
                  </a:cubicBezTo>
                  <a:cubicBezTo>
                    <a:pt x="2186" y="13"/>
                    <a:pt x="2023" y="1"/>
                    <a:pt x="18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5528375" y="1245500"/>
              <a:ext cx="98225" cy="33450"/>
            </a:xfrm>
            <a:custGeom>
              <a:avLst/>
              <a:gdLst/>
              <a:ahLst/>
              <a:cxnLst/>
              <a:rect l="l" t="t" r="r" b="b"/>
              <a:pathLst>
                <a:path w="3929" h="1338" extrusionOk="0">
                  <a:moveTo>
                    <a:pt x="3583" y="0"/>
                  </a:moveTo>
                  <a:cubicBezTo>
                    <a:pt x="2527" y="225"/>
                    <a:pt x="1715" y="289"/>
                    <a:pt x="1133" y="289"/>
                  </a:cubicBezTo>
                  <a:cubicBezTo>
                    <a:pt x="368" y="289"/>
                    <a:pt x="0" y="179"/>
                    <a:pt x="0" y="179"/>
                  </a:cubicBezTo>
                  <a:lnTo>
                    <a:pt x="0" y="179"/>
                  </a:lnTo>
                  <a:lnTo>
                    <a:pt x="335" y="1178"/>
                  </a:lnTo>
                  <a:cubicBezTo>
                    <a:pt x="530" y="1254"/>
                    <a:pt x="734" y="1301"/>
                    <a:pt x="943" y="1321"/>
                  </a:cubicBezTo>
                  <a:cubicBezTo>
                    <a:pt x="1055" y="1332"/>
                    <a:pt x="1171" y="1337"/>
                    <a:pt x="1292" y="1337"/>
                  </a:cubicBezTo>
                  <a:cubicBezTo>
                    <a:pt x="2120" y="1337"/>
                    <a:pt x="3118" y="1091"/>
                    <a:pt x="3928" y="840"/>
                  </a:cubicBezTo>
                  <a:lnTo>
                    <a:pt x="35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5525400" y="1242775"/>
              <a:ext cx="103800" cy="38700"/>
            </a:xfrm>
            <a:custGeom>
              <a:avLst/>
              <a:gdLst/>
              <a:ahLst/>
              <a:cxnLst/>
              <a:rect l="l" t="t" r="r" b="b"/>
              <a:pathLst>
                <a:path w="4152" h="1548" extrusionOk="0">
                  <a:moveTo>
                    <a:pt x="3642" y="237"/>
                  </a:moveTo>
                  <a:lnTo>
                    <a:pt x="3907" y="876"/>
                  </a:lnTo>
                  <a:cubicBezTo>
                    <a:pt x="3172" y="1101"/>
                    <a:pt x="2218" y="1335"/>
                    <a:pt x="1420" y="1335"/>
                  </a:cubicBezTo>
                  <a:cubicBezTo>
                    <a:pt x="1304" y="1335"/>
                    <a:pt x="1190" y="1330"/>
                    <a:pt x="1081" y="1320"/>
                  </a:cubicBezTo>
                  <a:cubicBezTo>
                    <a:pt x="898" y="1302"/>
                    <a:pt x="719" y="1262"/>
                    <a:pt x="545" y="1202"/>
                  </a:cubicBezTo>
                  <a:lnTo>
                    <a:pt x="290" y="435"/>
                  </a:lnTo>
                  <a:lnTo>
                    <a:pt x="290" y="435"/>
                  </a:lnTo>
                  <a:cubicBezTo>
                    <a:pt x="477" y="469"/>
                    <a:pt x="800" y="511"/>
                    <a:pt x="1267" y="511"/>
                  </a:cubicBezTo>
                  <a:cubicBezTo>
                    <a:pt x="1838" y="511"/>
                    <a:pt x="2624" y="449"/>
                    <a:pt x="3642" y="237"/>
                  </a:cubicBezTo>
                  <a:close/>
                  <a:moveTo>
                    <a:pt x="3700" y="1"/>
                  </a:moveTo>
                  <a:cubicBezTo>
                    <a:pt x="3692" y="1"/>
                    <a:pt x="3684" y="2"/>
                    <a:pt x="3676" y="3"/>
                  </a:cubicBezTo>
                  <a:cubicBezTo>
                    <a:pt x="2645" y="225"/>
                    <a:pt x="1847" y="288"/>
                    <a:pt x="1273" y="288"/>
                  </a:cubicBezTo>
                  <a:cubicBezTo>
                    <a:pt x="524" y="288"/>
                    <a:pt x="157" y="181"/>
                    <a:pt x="151" y="181"/>
                  </a:cubicBezTo>
                  <a:cubicBezTo>
                    <a:pt x="140" y="177"/>
                    <a:pt x="129" y="175"/>
                    <a:pt x="118" y="175"/>
                  </a:cubicBezTo>
                  <a:cubicBezTo>
                    <a:pt x="106" y="175"/>
                    <a:pt x="94" y="177"/>
                    <a:pt x="82" y="182"/>
                  </a:cubicBezTo>
                  <a:cubicBezTo>
                    <a:pt x="27" y="201"/>
                    <a:pt x="0" y="261"/>
                    <a:pt x="19" y="316"/>
                  </a:cubicBezTo>
                  <a:lnTo>
                    <a:pt x="352" y="1318"/>
                  </a:lnTo>
                  <a:cubicBezTo>
                    <a:pt x="362" y="1348"/>
                    <a:pt x="386" y="1373"/>
                    <a:pt x="416" y="1384"/>
                  </a:cubicBezTo>
                  <a:cubicBezTo>
                    <a:pt x="623" y="1460"/>
                    <a:pt x="837" y="1510"/>
                    <a:pt x="1056" y="1533"/>
                  </a:cubicBezTo>
                  <a:cubicBezTo>
                    <a:pt x="1169" y="1547"/>
                    <a:pt x="1288" y="1547"/>
                    <a:pt x="1412" y="1547"/>
                  </a:cubicBezTo>
                  <a:cubicBezTo>
                    <a:pt x="2318" y="1506"/>
                    <a:pt x="3215" y="1337"/>
                    <a:pt x="4075" y="1047"/>
                  </a:cubicBezTo>
                  <a:cubicBezTo>
                    <a:pt x="4104" y="1037"/>
                    <a:pt x="4126" y="1016"/>
                    <a:pt x="4139" y="989"/>
                  </a:cubicBezTo>
                  <a:cubicBezTo>
                    <a:pt x="4151" y="962"/>
                    <a:pt x="4151" y="931"/>
                    <a:pt x="4139" y="904"/>
                  </a:cubicBezTo>
                  <a:lnTo>
                    <a:pt x="3798" y="67"/>
                  </a:lnTo>
                  <a:cubicBezTo>
                    <a:pt x="3782" y="27"/>
                    <a:pt x="3742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5762425" y="1232075"/>
              <a:ext cx="48525" cy="48225"/>
            </a:xfrm>
            <a:custGeom>
              <a:avLst/>
              <a:gdLst/>
              <a:ahLst/>
              <a:cxnLst/>
              <a:rect l="l" t="t" r="r" b="b"/>
              <a:pathLst>
                <a:path w="1941" h="1929" extrusionOk="0">
                  <a:moveTo>
                    <a:pt x="259" y="1"/>
                  </a:moveTo>
                  <a:cubicBezTo>
                    <a:pt x="106" y="1"/>
                    <a:pt x="1" y="34"/>
                    <a:pt x="1" y="126"/>
                  </a:cubicBezTo>
                  <a:cubicBezTo>
                    <a:pt x="1" y="466"/>
                    <a:pt x="723" y="1739"/>
                    <a:pt x="1013" y="1891"/>
                  </a:cubicBezTo>
                  <a:cubicBezTo>
                    <a:pt x="1064" y="1917"/>
                    <a:pt x="1120" y="1929"/>
                    <a:pt x="1179" y="1929"/>
                  </a:cubicBezTo>
                  <a:cubicBezTo>
                    <a:pt x="1461" y="1929"/>
                    <a:pt x="1805" y="1665"/>
                    <a:pt x="1866" y="1480"/>
                  </a:cubicBezTo>
                  <a:cubicBezTo>
                    <a:pt x="1941" y="1253"/>
                    <a:pt x="1417" y="239"/>
                    <a:pt x="1417" y="239"/>
                  </a:cubicBezTo>
                  <a:cubicBezTo>
                    <a:pt x="1417" y="239"/>
                    <a:pt x="667" y="1"/>
                    <a:pt x="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5759675" y="1229500"/>
              <a:ext cx="54225" cy="53450"/>
            </a:xfrm>
            <a:custGeom>
              <a:avLst/>
              <a:gdLst/>
              <a:ahLst/>
              <a:cxnLst/>
              <a:rect l="l" t="t" r="r" b="b"/>
              <a:pathLst>
                <a:path w="2169" h="2138" extrusionOk="0">
                  <a:moveTo>
                    <a:pt x="317" y="207"/>
                  </a:moveTo>
                  <a:cubicBezTo>
                    <a:pt x="326" y="207"/>
                    <a:pt x="335" y="207"/>
                    <a:pt x="344" y="208"/>
                  </a:cubicBezTo>
                  <a:cubicBezTo>
                    <a:pt x="720" y="237"/>
                    <a:pt x="1090" y="313"/>
                    <a:pt x="1448" y="432"/>
                  </a:cubicBezTo>
                  <a:cubicBezTo>
                    <a:pt x="1684" y="893"/>
                    <a:pt x="1908" y="1440"/>
                    <a:pt x="1874" y="1548"/>
                  </a:cubicBezTo>
                  <a:cubicBezTo>
                    <a:pt x="1787" y="1700"/>
                    <a:pt x="1652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59" y="1900"/>
                  </a:cubicBezTo>
                  <a:cubicBezTo>
                    <a:pt x="910" y="1773"/>
                    <a:pt x="200" y="543"/>
                    <a:pt x="200" y="238"/>
                  </a:cubicBezTo>
                  <a:cubicBezTo>
                    <a:pt x="235" y="217"/>
                    <a:pt x="275" y="207"/>
                    <a:pt x="317" y="207"/>
                  </a:cubicBezTo>
                  <a:close/>
                  <a:moveTo>
                    <a:pt x="379" y="1"/>
                  </a:moveTo>
                  <a:cubicBezTo>
                    <a:pt x="254" y="1"/>
                    <a:pt x="150" y="19"/>
                    <a:pt x="87" y="65"/>
                  </a:cubicBezTo>
                  <a:cubicBezTo>
                    <a:pt x="33" y="103"/>
                    <a:pt x="0" y="165"/>
                    <a:pt x="2" y="231"/>
                  </a:cubicBezTo>
                  <a:cubicBezTo>
                    <a:pt x="2" y="597"/>
                    <a:pt x="718" y="1915"/>
                    <a:pt x="1068" y="2089"/>
                  </a:cubicBezTo>
                  <a:cubicBezTo>
                    <a:pt x="1134" y="2122"/>
                    <a:pt x="1207" y="2138"/>
                    <a:pt x="1281" y="2138"/>
                  </a:cubicBezTo>
                  <a:cubicBezTo>
                    <a:pt x="1384" y="2138"/>
                    <a:pt x="1485" y="2116"/>
                    <a:pt x="1579" y="2074"/>
                  </a:cubicBezTo>
                  <a:cubicBezTo>
                    <a:pt x="1801" y="1992"/>
                    <a:pt x="1982" y="1828"/>
                    <a:pt x="2086" y="1617"/>
                  </a:cubicBezTo>
                  <a:cubicBezTo>
                    <a:pt x="2168" y="1361"/>
                    <a:pt x="1756" y="542"/>
                    <a:pt x="1628" y="295"/>
                  </a:cubicBezTo>
                  <a:cubicBezTo>
                    <a:pt x="1616" y="268"/>
                    <a:pt x="1594" y="250"/>
                    <a:pt x="1567" y="243"/>
                  </a:cubicBezTo>
                  <a:cubicBezTo>
                    <a:pt x="1354" y="175"/>
                    <a:pt x="766" y="1"/>
                    <a:pt x="3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5771475" y="1267550"/>
              <a:ext cx="44200" cy="35475"/>
            </a:xfrm>
            <a:custGeom>
              <a:avLst/>
              <a:gdLst/>
              <a:ahLst/>
              <a:cxnLst/>
              <a:rect l="l" t="t" r="r" b="b"/>
              <a:pathLst>
                <a:path w="1768" h="1419" extrusionOk="0">
                  <a:moveTo>
                    <a:pt x="1365" y="1"/>
                  </a:moveTo>
                  <a:cubicBezTo>
                    <a:pt x="1087" y="1"/>
                    <a:pt x="641" y="472"/>
                    <a:pt x="641" y="472"/>
                  </a:cubicBezTo>
                  <a:cubicBezTo>
                    <a:pt x="641" y="472"/>
                    <a:pt x="0" y="1073"/>
                    <a:pt x="115" y="1299"/>
                  </a:cubicBezTo>
                  <a:cubicBezTo>
                    <a:pt x="157" y="1381"/>
                    <a:pt x="262" y="1418"/>
                    <a:pt x="392" y="1418"/>
                  </a:cubicBezTo>
                  <a:cubicBezTo>
                    <a:pt x="624" y="1418"/>
                    <a:pt x="937" y="1302"/>
                    <a:pt x="1129" y="1112"/>
                  </a:cubicBezTo>
                  <a:cubicBezTo>
                    <a:pt x="1430" y="813"/>
                    <a:pt x="1768" y="361"/>
                    <a:pt x="1504" y="61"/>
                  </a:cubicBezTo>
                  <a:cubicBezTo>
                    <a:pt x="1467" y="18"/>
                    <a:pt x="1419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5768650" y="1265100"/>
              <a:ext cx="48600" cy="40575"/>
            </a:xfrm>
            <a:custGeom>
              <a:avLst/>
              <a:gdLst/>
              <a:ahLst/>
              <a:cxnLst/>
              <a:rect l="l" t="t" r="r" b="b"/>
              <a:pathLst>
                <a:path w="1944" h="1623" extrusionOk="0">
                  <a:moveTo>
                    <a:pt x="1499" y="200"/>
                  </a:moveTo>
                  <a:cubicBezTo>
                    <a:pt x="1518" y="200"/>
                    <a:pt x="1536" y="209"/>
                    <a:pt x="1547" y="224"/>
                  </a:cubicBezTo>
                  <a:cubicBezTo>
                    <a:pt x="1772" y="488"/>
                    <a:pt x="1363" y="942"/>
                    <a:pt x="1178" y="1128"/>
                  </a:cubicBezTo>
                  <a:cubicBezTo>
                    <a:pt x="993" y="1303"/>
                    <a:pt x="749" y="1400"/>
                    <a:pt x="496" y="1400"/>
                  </a:cubicBezTo>
                  <a:cubicBezTo>
                    <a:pt x="478" y="1400"/>
                    <a:pt x="460" y="1400"/>
                    <a:pt x="443" y="1399"/>
                  </a:cubicBezTo>
                  <a:cubicBezTo>
                    <a:pt x="410" y="1393"/>
                    <a:pt x="353" y="1380"/>
                    <a:pt x="335" y="1344"/>
                  </a:cubicBezTo>
                  <a:cubicBezTo>
                    <a:pt x="295" y="1265"/>
                    <a:pt x="541" y="924"/>
                    <a:pt x="839" y="644"/>
                  </a:cubicBezTo>
                  <a:cubicBezTo>
                    <a:pt x="992" y="474"/>
                    <a:pt x="1311" y="205"/>
                    <a:pt x="1479" y="205"/>
                  </a:cubicBezTo>
                  <a:lnTo>
                    <a:pt x="1491" y="200"/>
                  </a:lnTo>
                  <a:cubicBezTo>
                    <a:pt x="1494" y="200"/>
                    <a:pt x="1496" y="200"/>
                    <a:pt x="1499" y="200"/>
                  </a:cubicBezTo>
                  <a:close/>
                  <a:moveTo>
                    <a:pt x="1490" y="1"/>
                  </a:moveTo>
                  <a:cubicBezTo>
                    <a:pt x="1488" y="1"/>
                    <a:pt x="1486" y="1"/>
                    <a:pt x="1485" y="1"/>
                  </a:cubicBezTo>
                  <a:cubicBezTo>
                    <a:pt x="1174" y="1"/>
                    <a:pt x="739" y="441"/>
                    <a:pt x="679" y="503"/>
                  </a:cubicBezTo>
                  <a:cubicBezTo>
                    <a:pt x="468" y="702"/>
                    <a:pt x="0" y="1186"/>
                    <a:pt x="133" y="1452"/>
                  </a:cubicBezTo>
                  <a:cubicBezTo>
                    <a:pt x="186" y="1549"/>
                    <a:pt x="286" y="1612"/>
                    <a:pt x="398" y="1621"/>
                  </a:cubicBezTo>
                  <a:cubicBezTo>
                    <a:pt x="416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0" y="1613"/>
                    <a:pt x="1096" y="1497"/>
                    <a:pt x="1317" y="1293"/>
                  </a:cubicBezTo>
                  <a:cubicBezTo>
                    <a:pt x="1806" y="802"/>
                    <a:pt x="1943" y="377"/>
                    <a:pt x="1698" y="96"/>
                  </a:cubicBezTo>
                  <a:cubicBezTo>
                    <a:pt x="1645" y="36"/>
                    <a:pt x="1570" y="1"/>
                    <a:pt x="14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5738000" y="1232075"/>
              <a:ext cx="48800" cy="48225"/>
            </a:xfrm>
            <a:custGeom>
              <a:avLst/>
              <a:gdLst/>
              <a:ahLst/>
              <a:cxnLst/>
              <a:rect l="l" t="t" r="r" b="b"/>
              <a:pathLst>
                <a:path w="1952" h="1929" extrusionOk="0">
                  <a:moveTo>
                    <a:pt x="260" y="1"/>
                  </a:moveTo>
                  <a:cubicBezTo>
                    <a:pt x="107" y="1"/>
                    <a:pt x="1" y="34"/>
                    <a:pt x="1" y="126"/>
                  </a:cubicBezTo>
                  <a:cubicBezTo>
                    <a:pt x="1" y="466"/>
                    <a:pt x="713" y="1739"/>
                    <a:pt x="1013" y="1891"/>
                  </a:cubicBezTo>
                  <a:cubicBezTo>
                    <a:pt x="1066" y="1917"/>
                    <a:pt x="1123" y="1929"/>
                    <a:pt x="1184" y="1929"/>
                  </a:cubicBezTo>
                  <a:cubicBezTo>
                    <a:pt x="1471" y="1929"/>
                    <a:pt x="1815" y="1665"/>
                    <a:pt x="1877" y="1480"/>
                  </a:cubicBezTo>
                  <a:cubicBezTo>
                    <a:pt x="1951" y="1253"/>
                    <a:pt x="1424" y="239"/>
                    <a:pt x="1424" y="239"/>
                  </a:cubicBezTo>
                  <a:cubicBezTo>
                    <a:pt x="1424" y="239"/>
                    <a:pt x="671" y="1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5735300" y="1229500"/>
              <a:ext cx="54225" cy="53450"/>
            </a:xfrm>
            <a:custGeom>
              <a:avLst/>
              <a:gdLst/>
              <a:ahLst/>
              <a:cxnLst/>
              <a:rect l="l" t="t" r="r" b="b"/>
              <a:pathLst>
                <a:path w="2169" h="2138" extrusionOk="0">
                  <a:moveTo>
                    <a:pt x="318" y="207"/>
                  </a:moveTo>
                  <a:cubicBezTo>
                    <a:pt x="327" y="207"/>
                    <a:pt x="336" y="207"/>
                    <a:pt x="346" y="208"/>
                  </a:cubicBezTo>
                  <a:cubicBezTo>
                    <a:pt x="721" y="237"/>
                    <a:pt x="1092" y="313"/>
                    <a:pt x="1447" y="432"/>
                  </a:cubicBezTo>
                  <a:cubicBezTo>
                    <a:pt x="1687" y="893"/>
                    <a:pt x="1909" y="1440"/>
                    <a:pt x="1875" y="1548"/>
                  </a:cubicBezTo>
                  <a:cubicBezTo>
                    <a:pt x="1788" y="1700"/>
                    <a:pt x="1651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60" y="1900"/>
                  </a:cubicBezTo>
                  <a:cubicBezTo>
                    <a:pt x="910" y="1773"/>
                    <a:pt x="203" y="543"/>
                    <a:pt x="203" y="238"/>
                  </a:cubicBezTo>
                  <a:cubicBezTo>
                    <a:pt x="238" y="217"/>
                    <a:pt x="277" y="207"/>
                    <a:pt x="318" y="207"/>
                  </a:cubicBezTo>
                  <a:close/>
                  <a:moveTo>
                    <a:pt x="378" y="1"/>
                  </a:moveTo>
                  <a:cubicBezTo>
                    <a:pt x="252" y="1"/>
                    <a:pt x="148" y="19"/>
                    <a:pt x="85" y="65"/>
                  </a:cubicBezTo>
                  <a:cubicBezTo>
                    <a:pt x="31" y="104"/>
                    <a:pt x="0" y="165"/>
                    <a:pt x="2" y="231"/>
                  </a:cubicBezTo>
                  <a:cubicBezTo>
                    <a:pt x="2" y="597"/>
                    <a:pt x="721" y="1915"/>
                    <a:pt x="1068" y="2089"/>
                  </a:cubicBezTo>
                  <a:cubicBezTo>
                    <a:pt x="1135" y="2122"/>
                    <a:pt x="1208" y="2138"/>
                    <a:pt x="1281" y="2138"/>
                  </a:cubicBezTo>
                  <a:cubicBezTo>
                    <a:pt x="1383" y="2138"/>
                    <a:pt x="1486" y="2116"/>
                    <a:pt x="1580" y="2074"/>
                  </a:cubicBezTo>
                  <a:cubicBezTo>
                    <a:pt x="1800" y="1992"/>
                    <a:pt x="1982" y="1828"/>
                    <a:pt x="2085" y="1617"/>
                  </a:cubicBezTo>
                  <a:cubicBezTo>
                    <a:pt x="2168" y="1361"/>
                    <a:pt x="1757" y="542"/>
                    <a:pt x="1629" y="295"/>
                  </a:cubicBezTo>
                  <a:cubicBezTo>
                    <a:pt x="1616" y="268"/>
                    <a:pt x="1593" y="250"/>
                    <a:pt x="1565" y="243"/>
                  </a:cubicBezTo>
                  <a:cubicBezTo>
                    <a:pt x="1353" y="175"/>
                    <a:pt x="764" y="1"/>
                    <a:pt x="3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746950" y="1267550"/>
              <a:ext cx="44250" cy="35475"/>
            </a:xfrm>
            <a:custGeom>
              <a:avLst/>
              <a:gdLst/>
              <a:ahLst/>
              <a:cxnLst/>
              <a:rect l="l" t="t" r="r" b="b"/>
              <a:pathLst>
                <a:path w="1770" h="1419" extrusionOk="0">
                  <a:moveTo>
                    <a:pt x="1367" y="1"/>
                  </a:moveTo>
                  <a:cubicBezTo>
                    <a:pt x="1090" y="1"/>
                    <a:pt x="640" y="472"/>
                    <a:pt x="640" y="472"/>
                  </a:cubicBezTo>
                  <a:cubicBezTo>
                    <a:pt x="640" y="472"/>
                    <a:pt x="0" y="1073"/>
                    <a:pt x="113" y="1299"/>
                  </a:cubicBezTo>
                  <a:cubicBezTo>
                    <a:pt x="154" y="1381"/>
                    <a:pt x="259" y="1418"/>
                    <a:pt x="390" y="1418"/>
                  </a:cubicBezTo>
                  <a:cubicBezTo>
                    <a:pt x="622" y="1418"/>
                    <a:pt x="937" y="1302"/>
                    <a:pt x="1129" y="1112"/>
                  </a:cubicBezTo>
                  <a:cubicBezTo>
                    <a:pt x="1430" y="813"/>
                    <a:pt x="1769" y="361"/>
                    <a:pt x="1504" y="61"/>
                  </a:cubicBezTo>
                  <a:cubicBezTo>
                    <a:pt x="1468" y="18"/>
                    <a:pt x="1420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5744225" y="1265100"/>
              <a:ext cx="48675" cy="40575"/>
            </a:xfrm>
            <a:custGeom>
              <a:avLst/>
              <a:gdLst/>
              <a:ahLst/>
              <a:cxnLst/>
              <a:rect l="l" t="t" r="r" b="b"/>
              <a:pathLst>
                <a:path w="1947" h="1623" extrusionOk="0">
                  <a:moveTo>
                    <a:pt x="1499" y="200"/>
                  </a:moveTo>
                  <a:cubicBezTo>
                    <a:pt x="1518" y="200"/>
                    <a:pt x="1537" y="208"/>
                    <a:pt x="1549" y="224"/>
                  </a:cubicBezTo>
                  <a:cubicBezTo>
                    <a:pt x="1772" y="488"/>
                    <a:pt x="1366" y="942"/>
                    <a:pt x="1178" y="1128"/>
                  </a:cubicBezTo>
                  <a:cubicBezTo>
                    <a:pt x="993" y="1303"/>
                    <a:pt x="750" y="1400"/>
                    <a:pt x="497" y="1400"/>
                  </a:cubicBezTo>
                  <a:cubicBezTo>
                    <a:pt x="479" y="1400"/>
                    <a:pt x="461" y="1400"/>
                    <a:pt x="443" y="1399"/>
                  </a:cubicBezTo>
                  <a:cubicBezTo>
                    <a:pt x="410" y="1393"/>
                    <a:pt x="353" y="1380"/>
                    <a:pt x="336" y="1344"/>
                  </a:cubicBezTo>
                  <a:cubicBezTo>
                    <a:pt x="297" y="1265"/>
                    <a:pt x="541" y="925"/>
                    <a:pt x="839" y="644"/>
                  </a:cubicBezTo>
                  <a:cubicBezTo>
                    <a:pt x="995" y="474"/>
                    <a:pt x="1311" y="205"/>
                    <a:pt x="1479" y="205"/>
                  </a:cubicBezTo>
                  <a:lnTo>
                    <a:pt x="1494" y="200"/>
                  </a:lnTo>
                  <a:cubicBezTo>
                    <a:pt x="1496" y="200"/>
                    <a:pt x="1497" y="200"/>
                    <a:pt x="1499" y="200"/>
                  </a:cubicBezTo>
                  <a:close/>
                  <a:moveTo>
                    <a:pt x="1493" y="1"/>
                  </a:moveTo>
                  <a:cubicBezTo>
                    <a:pt x="1491" y="1"/>
                    <a:pt x="1490" y="1"/>
                    <a:pt x="1488" y="1"/>
                  </a:cubicBezTo>
                  <a:cubicBezTo>
                    <a:pt x="1178" y="1"/>
                    <a:pt x="739" y="441"/>
                    <a:pt x="680" y="503"/>
                  </a:cubicBezTo>
                  <a:cubicBezTo>
                    <a:pt x="470" y="702"/>
                    <a:pt x="1" y="1186"/>
                    <a:pt x="136" y="1452"/>
                  </a:cubicBezTo>
                  <a:cubicBezTo>
                    <a:pt x="188" y="1549"/>
                    <a:pt x="288" y="1613"/>
                    <a:pt x="398" y="1621"/>
                  </a:cubicBezTo>
                  <a:cubicBezTo>
                    <a:pt x="417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2" y="1613"/>
                    <a:pt x="1099" y="1497"/>
                    <a:pt x="1321" y="1293"/>
                  </a:cubicBezTo>
                  <a:cubicBezTo>
                    <a:pt x="1811" y="802"/>
                    <a:pt x="1947" y="377"/>
                    <a:pt x="1701" y="96"/>
                  </a:cubicBezTo>
                  <a:cubicBezTo>
                    <a:pt x="1648" y="35"/>
                    <a:pt x="1573" y="1"/>
                    <a:pt x="14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727100" y="1218000"/>
              <a:ext cx="35475" cy="56200"/>
            </a:xfrm>
            <a:custGeom>
              <a:avLst/>
              <a:gdLst/>
              <a:ahLst/>
              <a:cxnLst/>
              <a:rect l="l" t="t" r="r" b="b"/>
              <a:pathLst>
                <a:path w="1419" h="2248" extrusionOk="0">
                  <a:moveTo>
                    <a:pt x="248" y="0"/>
                  </a:moveTo>
                  <a:cubicBezTo>
                    <a:pt x="202" y="0"/>
                    <a:pt x="167" y="17"/>
                    <a:pt x="148" y="56"/>
                  </a:cubicBezTo>
                  <a:cubicBezTo>
                    <a:pt x="1" y="359"/>
                    <a:pt x="87" y="1822"/>
                    <a:pt x="294" y="2084"/>
                  </a:cubicBezTo>
                  <a:cubicBezTo>
                    <a:pt x="387" y="2202"/>
                    <a:pt x="555" y="2248"/>
                    <a:pt x="727" y="2248"/>
                  </a:cubicBezTo>
                  <a:cubicBezTo>
                    <a:pt x="940" y="2248"/>
                    <a:pt x="1159" y="2177"/>
                    <a:pt x="1251" y="2084"/>
                  </a:cubicBezTo>
                  <a:cubicBezTo>
                    <a:pt x="1418" y="1916"/>
                    <a:pt x="1384" y="776"/>
                    <a:pt x="1384" y="776"/>
                  </a:cubicBezTo>
                  <a:cubicBezTo>
                    <a:pt x="1384" y="776"/>
                    <a:pt x="558" y="0"/>
                    <a:pt x="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5724450" y="1215325"/>
              <a:ext cx="40375" cy="61600"/>
            </a:xfrm>
            <a:custGeom>
              <a:avLst/>
              <a:gdLst/>
              <a:ahLst/>
              <a:cxnLst/>
              <a:rect l="l" t="t" r="r" b="b"/>
              <a:pathLst>
                <a:path w="1615" h="2464" extrusionOk="0">
                  <a:moveTo>
                    <a:pt x="361" y="208"/>
                  </a:moveTo>
                  <a:cubicBezTo>
                    <a:pt x="497" y="208"/>
                    <a:pt x="954" y="533"/>
                    <a:pt x="1384" y="933"/>
                  </a:cubicBezTo>
                  <a:cubicBezTo>
                    <a:pt x="1395" y="1450"/>
                    <a:pt x="1359" y="2041"/>
                    <a:pt x="1280" y="2123"/>
                  </a:cubicBezTo>
                  <a:cubicBezTo>
                    <a:pt x="1156" y="2208"/>
                    <a:pt x="1008" y="2254"/>
                    <a:pt x="859" y="2254"/>
                  </a:cubicBezTo>
                  <a:cubicBezTo>
                    <a:pt x="836" y="2254"/>
                    <a:pt x="813" y="2253"/>
                    <a:pt x="790" y="2251"/>
                  </a:cubicBezTo>
                  <a:cubicBezTo>
                    <a:pt x="785" y="2251"/>
                    <a:pt x="780" y="2251"/>
                    <a:pt x="774" y="2251"/>
                  </a:cubicBezTo>
                  <a:cubicBezTo>
                    <a:pt x="665" y="2251"/>
                    <a:pt x="560" y="2207"/>
                    <a:pt x="485" y="2127"/>
                  </a:cubicBezTo>
                  <a:cubicBezTo>
                    <a:pt x="314" y="1899"/>
                    <a:pt x="214" y="483"/>
                    <a:pt x="343" y="208"/>
                  </a:cubicBezTo>
                  <a:close/>
                  <a:moveTo>
                    <a:pt x="349" y="0"/>
                  </a:moveTo>
                  <a:cubicBezTo>
                    <a:pt x="334" y="0"/>
                    <a:pt x="320" y="1"/>
                    <a:pt x="306" y="4"/>
                  </a:cubicBezTo>
                  <a:cubicBezTo>
                    <a:pt x="241" y="14"/>
                    <a:pt x="186" y="58"/>
                    <a:pt x="159" y="117"/>
                  </a:cubicBezTo>
                  <a:cubicBezTo>
                    <a:pt x="1" y="434"/>
                    <a:pt x="77" y="1943"/>
                    <a:pt x="317" y="2249"/>
                  </a:cubicBezTo>
                  <a:cubicBezTo>
                    <a:pt x="430" y="2384"/>
                    <a:pt x="596" y="2462"/>
                    <a:pt x="772" y="2462"/>
                  </a:cubicBezTo>
                  <a:cubicBezTo>
                    <a:pt x="773" y="2462"/>
                    <a:pt x="775" y="2462"/>
                    <a:pt x="777" y="2462"/>
                  </a:cubicBezTo>
                  <a:lnTo>
                    <a:pt x="836" y="2462"/>
                  </a:lnTo>
                  <a:cubicBezTo>
                    <a:pt x="849" y="2463"/>
                    <a:pt x="861" y="2463"/>
                    <a:pt x="874" y="2463"/>
                  </a:cubicBezTo>
                  <a:cubicBezTo>
                    <a:pt x="1077" y="2463"/>
                    <a:pt x="1275" y="2395"/>
                    <a:pt x="1433" y="2269"/>
                  </a:cubicBezTo>
                  <a:cubicBezTo>
                    <a:pt x="1615" y="2081"/>
                    <a:pt x="1596" y="1159"/>
                    <a:pt x="1596" y="880"/>
                  </a:cubicBezTo>
                  <a:cubicBezTo>
                    <a:pt x="1596" y="851"/>
                    <a:pt x="1584" y="824"/>
                    <a:pt x="1561" y="805"/>
                  </a:cubicBezTo>
                  <a:cubicBezTo>
                    <a:pt x="1356" y="611"/>
                    <a:pt x="683" y="0"/>
                    <a:pt x="3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5713600" y="1266400"/>
              <a:ext cx="47450" cy="24625"/>
            </a:xfrm>
            <a:custGeom>
              <a:avLst/>
              <a:gdLst/>
              <a:ahLst/>
              <a:cxnLst/>
              <a:rect l="l" t="t" r="r" b="b"/>
              <a:pathLst>
                <a:path w="1898" h="985" extrusionOk="0">
                  <a:moveTo>
                    <a:pt x="1501" y="0"/>
                  </a:moveTo>
                  <a:cubicBezTo>
                    <a:pt x="1217" y="0"/>
                    <a:pt x="834" y="147"/>
                    <a:pt x="834" y="147"/>
                  </a:cubicBezTo>
                  <a:cubicBezTo>
                    <a:pt x="834" y="147"/>
                    <a:pt x="0" y="410"/>
                    <a:pt x="2" y="662"/>
                  </a:cubicBezTo>
                  <a:cubicBezTo>
                    <a:pt x="4" y="849"/>
                    <a:pt x="332" y="984"/>
                    <a:pt x="665" y="984"/>
                  </a:cubicBezTo>
                  <a:cubicBezTo>
                    <a:pt x="780" y="984"/>
                    <a:pt x="895" y="968"/>
                    <a:pt x="998" y="933"/>
                  </a:cubicBezTo>
                  <a:cubicBezTo>
                    <a:pt x="1398" y="794"/>
                    <a:pt x="1897" y="534"/>
                    <a:pt x="1791" y="148"/>
                  </a:cubicBezTo>
                  <a:cubicBezTo>
                    <a:pt x="1760" y="37"/>
                    <a:pt x="1643" y="0"/>
                    <a:pt x="1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5710975" y="1263750"/>
              <a:ext cx="52475" cy="29950"/>
            </a:xfrm>
            <a:custGeom>
              <a:avLst/>
              <a:gdLst/>
              <a:ahLst/>
              <a:cxnLst/>
              <a:rect l="l" t="t" r="r" b="b"/>
              <a:pathLst>
                <a:path w="2099" h="1198" extrusionOk="0">
                  <a:moveTo>
                    <a:pt x="1637" y="213"/>
                  </a:moveTo>
                  <a:cubicBezTo>
                    <a:pt x="1680" y="213"/>
                    <a:pt x="1722" y="220"/>
                    <a:pt x="1761" y="235"/>
                  </a:cubicBezTo>
                  <a:cubicBezTo>
                    <a:pt x="1782" y="244"/>
                    <a:pt x="1797" y="262"/>
                    <a:pt x="1803" y="283"/>
                  </a:cubicBezTo>
                  <a:cubicBezTo>
                    <a:pt x="1892" y="610"/>
                    <a:pt x="1325" y="850"/>
                    <a:pt x="1074" y="935"/>
                  </a:cubicBezTo>
                  <a:cubicBezTo>
                    <a:pt x="975" y="967"/>
                    <a:pt x="873" y="982"/>
                    <a:pt x="771" y="982"/>
                  </a:cubicBezTo>
                  <a:cubicBezTo>
                    <a:pt x="606" y="982"/>
                    <a:pt x="442" y="941"/>
                    <a:pt x="294" y="860"/>
                  </a:cubicBezTo>
                  <a:cubicBezTo>
                    <a:pt x="269" y="841"/>
                    <a:pt x="221" y="802"/>
                    <a:pt x="221" y="764"/>
                  </a:cubicBezTo>
                  <a:cubicBezTo>
                    <a:pt x="221" y="674"/>
                    <a:pt x="589" y="475"/>
                    <a:pt x="979" y="353"/>
                  </a:cubicBezTo>
                  <a:cubicBezTo>
                    <a:pt x="1183" y="272"/>
                    <a:pt x="1399" y="226"/>
                    <a:pt x="1619" y="214"/>
                  </a:cubicBezTo>
                  <a:lnTo>
                    <a:pt x="1608" y="214"/>
                  </a:lnTo>
                  <a:cubicBezTo>
                    <a:pt x="1617" y="213"/>
                    <a:pt x="1627" y="213"/>
                    <a:pt x="1637" y="213"/>
                  </a:cubicBezTo>
                  <a:close/>
                  <a:moveTo>
                    <a:pt x="1603" y="0"/>
                  </a:moveTo>
                  <a:cubicBezTo>
                    <a:pt x="1316" y="0"/>
                    <a:pt x="966" y="128"/>
                    <a:pt x="905" y="152"/>
                  </a:cubicBezTo>
                  <a:cubicBezTo>
                    <a:pt x="629" y="239"/>
                    <a:pt x="1" y="472"/>
                    <a:pt x="1" y="768"/>
                  </a:cubicBezTo>
                  <a:cubicBezTo>
                    <a:pt x="7" y="880"/>
                    <a:pt x="69" y="979"/>
                    <a:pt x="165" y="1037"/>
                  </a:cubicBezTo>
                  <a:cubicBezTo>
                    <a:pt x="336" y="1142"/>
                    <a:pt x="533" y="1197"/>
                    <a:pt x="735" y="1197"/>
                  </a:cubicBezTo>
                  <a:cubicBezTo>
                    <a:pt x="745" y="1197"/>
                    <a:pt x="756" y="1197"/>
                    <a:pt x="766" y="1197"/>
                  </a:cubicBezTo>
                  <a:cubicBezTo>
                    <a:pt x="774" y="1197"/>
                    <a:pt x="782" y="1197"/>
                    <a:pt x="790" y="1197"/>
                  </a:cubicBezTo>
                  <a:cubicBezTo>
                    <a:pt x="910" y="1197"/>
                    <a:pt x="1030" y="1176"/>
                    <a:pt x="1146" y="1140"/>
                  </a:cubicBezTo>
                  <a:cubicBezTo>
                    <a:pt x="1785" y="911"/>
                    <a:pt x="2099" y="588"/>
                    <a:pt x="1999" y="227"/>
                  </a:cubicBezTo>
                  <a:cubicBezTo>
                    <a:pt x="1977" y="149"/>
                    <a:pt x="1923" y="83"/>
                    <a:pt x="1849" y="47"/>
                  </a:cubicBezTo>
                  <a:cubicBezTo>
                    <a:pt x="1781" y="13"/>
                    <a:pt x="1695" y="0"/>
                    <a:pt x="16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5643475" y="1194225"/>
              <a:ext cx="105325" cy="61825"/>
            </a:xfrm>
            <a:custGeom>
              <a:avLst/>
              <a:gdLst/>
              <a:ahLst/>
              <a:cxnLst/>
              <a:rect l="l" t="t" r="r" b="b"/>
              <a:pathLst>
                <a:path w="4213" h="2473" extrusionOk="0">
                  <a:moveTo>
                    <a:pt x="2150" y="1"/>
                  </a:moveTo>
                  <a:cubicBezTo>
                    <a:pt x="1946" y="1"/>
                    <a:pt x="1742" y="9"/>
                    <a:pt x="1538" y="26"/>
                  </a:cubicBezTo>
                  <a:cubicBezTo>
                    <a:pt x="1324" y="41"/>
                    <a:pt x="1118" y="115"/>
                    <a:pt x="946" y="241"/>
                  </a:cubicBezTo>
                  <a:cubicBezTo>
                    <a:pt x="609" y="483"/>
                    <a:pt x="92" y="933"/>
                    <a:pt x="58" y="1457"/>
                  </a:cubicBezTo>
                  <a:cubicBezTo>
                    <a:pt x="0" y="2246"/>
                    <a:pt x="789" y="2472"/>
                    <a:pt x="1520" y="2472"/>
                  </a:cubicBezTo>
                  <a:cubicBezTo>
                    <a:pt x="2253" y="2472"/>
                    <a:pt x="3654" y="1457"/>
                    <a:pt x="3654" y="1457"/>
                  </a:cubicBezTo>
                  <a:cubicBezTo>
                    <a:pt x="3654" y="1457"/>
                    <a:pt x="4212" y="312"/>
                    <a:pt x="3594" y="144"/>
                  </a:cubicBezTo>
                  <a:cubicBezTo>
                    <a:pt x="3118" y="48"/>
                    <a:pt x="263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5641500" y="1191725"/>
              <a:ext cx="104975" cy="66900"/>
            </a:xfrm>
            <a:custGeom>
              <a:avLst/>
              <a:gdLst/>
              <a:ahLst/>
              <a:cxnLst/>
              <a:rect l="l" t="t" r="r" b="b"/>
              <a:pathLst>
                <a:path w="4199" h="2676" extrusionOk="0">
                  <a:moveTo>
                    <a:pt x="2452" y="212"/>
                  </a:moveTo>
                  <a:cubicBezTo>
                    <a:pt x="2853" y="212"/>
                    <a:pt x="3252" y="256"/>
                    <a:pt x="3644" y="342"/>
                  </a:cubicBezTo>
                  <a:cubicBezTo>
                    <a:pt x="3721" y="360"/>
                    <a:pt x="3786" y="414"/>
                    <a:pt x="3818" y="486"/>
                  </a:cubicBezTo>
                  <a:cubicBezTo>
                    <a:pt x="3937" y="749"/>
                    <a:pt x="3743" y="1270"/>
                    <a:pt x="3645" y="1483"/>
                  </a:cubicBezTo>
                  <a:cubicBezTo>
                    <a:pt x="3466" y="1609"/>
                    <a:pt x="2231" y="2461"/>
                    <a:pt x="1592" y="2461"/>
                  </a:cubicBezTo>
                  <a:cubicBezTo>
                    <a:pt x="1273" y="2461"/>
                    <a:pt x="695" y="2415"/>
                    <a:pt x="405" y="2103"/>
                  </a:cubicBezTo>
                  <a:cubicBezTo>
                    <a:pt x="271" y="1958"/>
                    <a:pt x="209" y="1758"/>
                    <a:pt x="235" y="1561"/>
                  </a:cubicBezTo>
                  <a:cubicBezTo>
                    <a:pt x="277" y="1063"/>
                    <a:pt x="788" y="637"/>
                    <a:pt x="1089" y="422"/>
                  </a:cubicBezTo>
                  <a:cubicBezTo>
                    <a:pt x="1245" y="311"/>
                    <a:pt x="1431" y="244"/>
                    <a:pt x="1623" y="233"/>
                  </a:cubicBezTo>
                  <a:cubicBezTo>
                    <a:pt x="1811" y="214"/>
                    <a:pt x="2056" y="214"/>
                    <a:pt x="2323" y="214"/>
                  </a:cubicBezTo>
                  <a:cubicBezTo>
                    <a:pt x="2366" y="213"/>
                    <a:pt x="2409" y="212"/>
                    <a:pt x="2452" y="212"/>
                  </a:cubicBezTo>
                  <a:close/>
                  <a:moveTo>
                    <a:pt x="2308" y="0"/>
                  </a:moveTo>
                  <a:cubicBezTo>
                    <a:pt x="2039" y="0"/>
                    <a:pt x="1791" y="10"/>
                    <a:pt x="1602" y="20"/>
                  </a:cubicBezTo>
                  <a:cubicBezTo>
                    <a:pt x="1371" y="34"/>
                    <a:pt x="1150" y="114"/>
                    <a:pt x="962" y="250"/>
                  </a:cubicBezTo>
                  <a:cubicBezTo>
                    <a:pt x="560" y="539"/>
                    <a:pt x="69" y="999"/>
                    <a:pt x="30" y="1547"/>
                  </a:cubicBezTo>
                  <a:cubicBezTo>
                    <a:pt x="0" y="1803"/>
                    <a:pt x="83" y="2059"/>
                    <a:pt x="259" y="2248"/>
                  </a:cubicBezTo>
                  <a:cubicBezTo>
                    <a:pt x="585" y="2601"/>
                    <a:pt x="1173" y="2675"/>
                    <a:pt x="1599" y="2675"/>
                  </a:cubicBezTo>
                  <a:cubicBezTo>
                    <a:pt x="2357" y="2675"/>
                    <a:pt x="3743" y="1690"/>
                    <a:pt x="3792" y="1640"/>
                  </a:cubicBezTo>
                  <a:cubicBezTo>
                    <a:pt x="3807" y="1630"/>
                    <a:pt x="3819" y="1617"/>
                    <a:pt x="3827" y="1600"/>
                  </a:cubicBezTo>
                  <a:cubicBezTo>
                    <a:pt x="3864" y="1521"/>
                    <a:pt x="4199" y="813"/>
                    <a:pt x="4011" y="399"/>
                  </a:cubicBezTo>
                  <a:cubicBezTo>
                    <a:pt x="3953" y="268"/>
                    <a:pt x="3837" y="171"/>
                    <a:pt x="3699" y="137"/>
                  </a:cubicBezTo>
                  <a:cubicBezTo>
                    <a:pt x="3305" y="30"/>
                    <a:pt x="2776" y="0"/>
                    <a:pt x="2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5695575" y="1197900"/>
              <a:ext cx="92900" cy="48825"/>
            </a:xfrm>
            <a:custGeom>
              <a:avLst/>
              <a:gdLst/>
              <a:ahLst/>
              <a:cxnLst/>
              <a:rect l="l" t="t" r="r" b="b"/>
              <a:pathLst>
                <a:path w="3716" h="1953" extrusionOk="0">
                  <a:moveTo>
                    <a:pt x="1737" y="0"/>
                  </a:moveTo>
                  <a:cubicBezTo>
                    <a:pt x="1547" y="0"/>
                    <a:pt x="1360" y="20"/>
                    <a:pt x="1177" y="70"/>
                  </a:cubicBezTo>
                  <a:cubicBezTo>
                    <a:pt x="553" y="238"/>
                    <a:pt x="1" y="1364"/>
                    <a:pt x="337" y="1813"/>
                  </a:cubicBezTo>
                  <a:cubicBezTo>
                    <a:pt x="856" y="1906"/>
                    <a:pt x="1382" y="1953"/>
                    <a:pt x="1908" y="1953"/>
                  </a:cubicBezTo>
                  <a:cubicBezTo>
                    <a:pt x="2135" y="1953"/>
                    <a:pt x="2362" y="1944"/>
                    <a:pt x="2588" y="1926"/>
                  </a:cubicBezTo>
                  <a:cubicBezTo>
                    <a:pt x="3656" y="1813"/>
                    <a:pt x="3715" y="406"/>
                    <a:pt x="3096" y="238"/>
                  </a:cubicBezTo>
                  <a:cubicBezTo>
                    <a:pt x="2659" y="119"/>
                    <a:pt x="2193" y="0"/>
                    <a:pt x="1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5697800" y="1195450"/>
              <a:ext cx="88525" cy="54125"/>
            </a:xfrm>
            <a:custGeom>
              <a:avLst/>
              <a:gdLst/>
              <a:ahLst/>
              <a:cxnLst/>
              <a:rect l="l" t="t" r="r" b="b"/>
              <a:pathLst>
                <a:path w="3541" h="2165" extrusionOk="0">
                  <a:moveTo>
                    <a:pt x="1648" y="210"/>
                  </a:moveTo>
                  <a:cubicBezTo>
                    <a:pt x="2073" y="210"/>
                    <a:pt x="2519" y="320"/>
                    <a:pt x="2977" y="445"/>
                  </a:cubicBezTo>
                  <a:cubicBezTo>
                    <a:pt x="3190" y="495"/>
                    <a:pt x="3321" y="762"/>
                    <a:pt x="3296" y="1083"/>
                  </a:cubicBezTo>
                  <a:cubicBezTo>
                    <a:pt x="3272" y="1524"/>
                    <a:pt x="2928" y="1880"/>
                    <a:pt x="2489" y="1919"/>
                  </a:cubicBezTo>
                  <a:cubicBezTo>
                    <a:pt x="2267" y="1935"/>
                    <a:pt x="2045" y="1943"/>
                    <a:pt x="1823" y="1943"/>
                  </a:cubicBezTo>
                  <a:cubicBezTo>
                    <a:pt x="1317" y="1943"/>
                    <a:pt x="812" y="1901"/>
                    <a:pt x="312" y="1816"/>
                  </a:cubicBezTo>
                  <a:cubicBezTo>
                    <a:pt x="230" y="1613"/>
                    <a:pt x="236" y="1386"/>
                    <a:pt x="325" y="1186"/>
                  </a:cubicBezTo>
                  <a:cubicBezTo>
                    <a:pt x="480" y="742"/>
                    <a:pt x="811" y="361"/>
                    <a:pt x="1121" y="276"/>
                  </a:cubicBezTo>
                  <a:cubicBezTo>
                    <a:pt x="1292" y="230"/>
                    <a:pt x="1468" y="210"/>
                    <a:pt x="1648" y="210"/>
                  </a:cubicBezTo>
                  <a:close/>
                  <a:moveTo>
                    <a:pt x="1648" y="1"/>
                  </a:moveTo>
                  <a:cubicBezTo>
                    <a:pt x="1451" y="1"/>
                    <a:pt x="1256" y="23"/>
                    <a:pt x="1064" y="75"/>
                  </a:cubicBezTo>
                  <a:cubicBezTo>
                    <a:pt x="623" y="195"/>
                    <a:pt x="267" y="696"/>
                    <a:pt x="121" y="1122"/>
                  </a:cubicBezTo>
                  <a:cubicBezTo>
                    <a:pt x="1" y="1471"/>
                    <a:pt x="13" y="1777"/>
                    <a:pt x="163" y="1975"/>
                  </a:cubicBezTo>
                  <a:cubicBezTo>
                    <a:pt x="180" y="1996"/>
                    <a:pt x="202" y="2011"/>
                    <a:pt x="229" y="2016"/>
                  </a:cubicBezTo>
                  <a:cubicBezTo>
                    <a:pt x="763" y="2112"/>
                    <a:pt x="1307" y="2161"/>
                    <a:pt x="1850" y="2163"/>
                  </a:cubicBezTo>
                  <a:lnTo>
                    <a:pt x="1849" y="2163"/>
                  </a:lnTo>
                  <a:cubicBezTo>
                    <a:pt x="1886" y="2164"/>
                    <a:pt x="1924" y="2164"/>
                    <a:pt x="1962" y="2164"/>
                  </a:cubicBezTo>
                  <a:cubicBezTo>
                    <a:pt x="2145" y="2164"/>
                    <a:pt x="2328" y="2155"/>
                    <a:pt x="2510" y="2139"/>
                  </a:cubicBezTo>
                  <a:cubicBezTo>
                    <a:pt x="3052" y="2091"/>
                    <a:pt x="3475" y="1654"/>
                    <a:pt x="3506" y="1112"/>
                  </a:cubicBezTo>
                  <a:cubicBezTo>
                    <a:pt x="3540" y="686"/>
                    <a:pt x="3346" y="329"/>
                    <a:pt x="3035" y="244"/>
                  </a:cubicBezTo>
                  <a:cubicBezTo>
                    <a:pt x="2556" y="114"/>
                    <a:pt x="2095" y="1"/>
                    <a:pt x="16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5645800" y="1233250"/>
              <a:ext cx="55375" cy="74350"/>
            </a:xfrm>
            <a:custGeom>
              <a:avLst/>
              <a:gdLst/>
              <a:ahLst/>
              <a:cxnLst/>
              <a:rect l="l" t="t" r="r" b="b"/>
              <a:pathLst>
                <a:path w="2215" h="2974" extrusionOk="0">
                  <a:moveTo>
                    <a:pt x="512" y="0"/>
                  </a:moveTo>
                  <a:cubicBezTo>
                    <a:pt x="129" y="0"/>
                    <a:pt x="0" y="400"/>
                    <a:pt x="188" y="907"/>
                  </a:cubicBezTo>
                  <a:cubicBezTo>
                    <a:pt x="413" y="1509"/>
                    <a:pt x="1240" y="2484"/>
                    <a:pt x="1316" y="2782"/>
                  </a:cubicBezTo>
                  <a:cubicBezTo>
                    <a:pt x="1345" y="2901"/>
                    <a:pt x="1472" y="2973"/>
                    <a:pt x="1617" y="2973"/>
                  </a:cubicBezTo>
                  <a:cubicBezTo>
                    <a:pt x="1835" y="2973"/>
                    <a:pt x="2096" y="2812"/>
                    <a:pt x="2140" y="2406"/>
                  </a:cubicBezTo>
                  <a:cubicBezTo>
                    <a:pt x="2215" y="1730"/>
                    <a:pt x="1654" y="643"/>
                    <a:pt x="1654" y="643"/>
                  </a:cubicBezTo>
                  <a:cubicBezTo>
                    <a:pt x="1409" y="369"/>
                    <a:pt x="1098" y="164"/>
                    <a:pt x="751" y="43"/>
                  </a:cubicBezTo>
                  <a:cubicBezTo>
                    <a:pt x="663" y="14"/>
                    <a:pt x="583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5644550" y="1230300"/>
              <a:ext cx="59500" cy="80050"/>
            </a:xfrm>
            <a:custGeom>
              <a:avLst/>
              <a:gdLst/>
              <a:ahLst/>
              <a:cxnLst/>
              <a:rect l="l" t="t" r="r" b="b"/>
              <a:pathLst>
                <a:path w="2380" h="3202" extrusionOk="0">
                  <a:moveTo>
                    <a:pt x="543" y="223"/>
                  </a:moveTo>
                  <a:cubicBezTo>
                    <a:pt x="550" y="223"/>
                    <a:pt x="556" y="223"/>
                    <a:pt x="563" y="224"/>
                  </a:cubicBezTo>
                  <a:cubicBezTo>
                    <a:pt x="627" y="228"/>
                    <a:pt x="690" y="240"/>
                    <a:pt x="751" y="261"/>
                  </a:cubicBezTo>
                  <a:cubicBezTo>
                    <a:pt x="1077" y="376"/>
                    <a:pt x="1370" y="566"/>
                    <a:pt x="1604" y="821"/>
                  </a:cubicBezTo>
                  <a:cubicBezTo>
                    <a:pt x="1659" y="934"/>
                    <a:pt x="2141" y="1912"/>
                    <a:pt x="2074" y="2514"/>
                  </a:cubicBezTo>
                  <a:cubicBezTo>
                    <a:pt x="2037" y="2844"/>
                    <a:pt x="1846" y="2974"/>
                    <a:pt x="1678" y="2984"/>
                  </a:cubicBezTo>
                  <a:cubicBezTo>
                    <a:pt x="1671" y="2985"/>
                    <a:pt x="1663" y="2985"/>
                    <a:pt x="1656" y="2985"/>
                  </a:cubicBezTo>
                  <a:cubicBezTo>
                    <a:pt x="1562" y="2985"/>
                    <a:pt x="1481" y="2942"/>
                    <a:pt x="1465" y="2874"/>
                  </a:cubicBezTo>
                  <a:cubicBezTo>
                    <a:pt x="1346" y="2600"/>
                    <a:pt x="1191" y="2343"/>
                    <a:pt x="1007" y="2109"/>
                  </a:cubicBezTo>
                  <a:cubicBezTo>
                    <a:pt x="745" y="1759"/>
                    <a:pt x="520" y="1382"/>
                    <a:pt x="335" y="986"/>
                  </a:cubicBezTo>
                  <a:cubicBezTo>
                    <a:pt x="224" y="690"/>
                    <a:pt x="231" y="428"/>
                    <a:pt x="350" y="303"/>
                  </a:cubicBezTo>
                  <a:cubicBezTo>
                    <a:pt x="402" y="252"/>
                    <a:pt x="471" y="223"/>
                    <a:pt x="543" y="223"/>
                  </a:cubicBezTo>
                  <a:close/>
                  <a:moveTo>
                    <a:pt x="593" y="1"/>
                  </a:moveTo>
                  <a:cubicBezTo>
                    <a:pt x="451" y="1"/>
                    <a:pt x="311" y="54"/>
                    <a:pt x="203" y="155"/>
                  </a:cubicBezTo>
                  <a:cubicBezTo>
                    <a:pt x="21" y="343"/>
                    <a:pt x="0" y="681"/>
                    <a:pt x="143" y="1061"/>
                  </a:cubicBezTo>
                  <a:cubicBezTo>
                    <a:pt x="332" y="1473"/>
                    <a:pt x="565" y="1865"/>
                    <a:pt x="835" y="2228"/>
                  </a:cubicBezTo>
                  <a:cubicBezTo>
                    <a:pt x="1002" y="2445"/>
                    <a:pt x="1145" y="2679"/>
                    <a:pt x="1263" y="2925"/>
                  </a:cubicBezTo>
                  <a:cubicBezTo>
                    <a:pt x="1314" y="3090"/>
                    <a:pt x="1467" y="3200"/>
                    <a:pt x="1637" y="3200"/>
                  </a:cubicBezTo>
                  <a:cubicBezTo>
                    <a:pt x="1647" y="3200"/>
                    <a:pt x="1657" y="3200"/>
                    <a:pt x="1666" y="3199"/>
                  </a:cubicBezTo>
                  <a:lnTo>
                    <a:pt x="1665" y="3197"/>
                  </a:lnTo>
                  <a:lnTo>
                    <a:pt x="1711" y="3202"/>
                  </a:lnTo>
                  <a:cubicBezTo>
                    <a:pt x="2046" y="3163"/>
                    <a:pt x="2301" y="2880"/>
                    <a:pt x="2304" y="2541"/>
                  </a:cubicBezTo>
                  <a:cubicBezTo>
                    <a:pt x="2380" y="1842"/>
                    <a:pt x="1827" y="763"/>
                    <a:pt x="1805" y="715"/>
                  </a:cubicBezTo>
                  <a:lnTo>
                    <a:pt x="1791" y="699"/>
                  </a:lnTo>
                  <a:cubicBezTo>
                    <a:pt x="1537" y="407"/>
                    <a:pt x="1209" y="185"/>
                    <a:pt x="843" y="59"/>
                  </a:cubicBezTo>
                  <a:cubicBezTo>
                    <a:pt x="763" y="20"/>
                    <a:pt x="678" y="1"/>
                    <a:pt x="5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5663675" y="1267725"/>
              <a:ext cx="30950" cy="10725"/>
            </a:xfrm>
            <a:custGeom>
              <a:avLst/>
              <a:gdLst/>
              <a:ahLst/>
              <a:cxnLst/>
              <a:rect l="l" t="t" r="r" b="b"/>
              <a:pathLst>
                <a:path w="1238" h="429" extrusionOk="0">
                  <a:moveTo>
                    <a:pt x="770" y="0"/>
                  </a:moveTo>
                  <a:cubicBezTo>
                    <a:pt x="348" y="0"/>
                    <a:pt x="1" y="429"/>
                    <a:pt x="1" y="429"/>
                  </a:cubicBezTo>
                  <a:lnTo>
                    <a:pt x="1238" y="202"/>
                  </a:lnTo>
                  <a:cubicBezTo>
                    <a:pt x="1081" y="55"/>
                    <a:pt x="921" y="0"/>
                    <a:pt x="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5660650" y="1264950"/>
              <a:ext cx="36925" cy="16150"/>
            </a:xfrm>
            <a:custGeom>
              <a:avLst/>
              <a:gdLst/>
              <a:ahLst/>
              <a:cxnLst/>
              <a:rect l="l" t="t" r="r" b="b"/>
              <a:pathLst>
                <a:path w="1477" h="646" extrusionOk="0">
                  <a:moveTo>
                    <a:pt x="887" y="1"/>
                  </a:moveTo>
                  <a:cubicBezTo>
                    <a:pt x="872" y="1"/>
                    <a:pt x="856" y="1"/>
                    <a:pt x="841" y="2"/>
                  </a:cubicBezTo>
                  <a:cubicBezTo>
                    <a:pt x="527" y="54"/>
                    <a:pt x="242" y="220"/>
                    <a:pt x="41" y="467"/>
                  </a:cubicBezTo>
                  <a:cubicBezTo>
                    <a:pt x="40" y="468"/>
                    <a:pt x="40" y="468"/>
                    <a:pt x="38" y="470"/>
                  </a:cubicBezTo>
                  <a:cubicBezTo>
                    <a:pt x="1" y="516"/>
                    <a:pt x="7" y="584"/>
                    <a:pt x="53" y="622"/>
                  </a:cubicBezTo>
                  <a:cubicBezTo>
                    <a:pt x="72" y="638"/>
                    <a:pt x="98" y="646"/>
                    <a:pt x="122" y="646"/>
                  </a:cubicBezTo>
                  <a:cubicBezTo>
                    <a:pt x="156" y="644"/>
                    <a:pt x="187" y="625"/>
                    <a:pt x="205" y="595"/>
                  </a:cubicBezTo>
                  <a:cubicBezTo>
                    <a:pt x="370" y="395"/>
                    <a:pt x="601" y="258"/>
                    <a:pt x="856" y="209"/>
                  </a:cubicBezTo>
                  <a:cubicBezTo>
                    <a:pt x="864" y="209"/>
                    <a:pt x="872" y="209"/>
                    <a:pt x="881" y="209"/>
                  </a:cubicBezTo>
                  <a:cubicBezTo>
                    <a:pt x="1032" y="209"/>
                    <a:pt x="1177" y="272"/>
                    <a:pt x="1281" y="382"/>
                  </a:cubicBezTo>
                  <a:lnTo>
                    <a:pt x="1283" y="382"/>
                  </a:lnTo>
                  <a:cubicBezTo>
                    <a:pt x="1304" y="403"/>
                    <a:pt x="1331" y="413"/>
                    <a:pt x="1358" y="413"/>
                  </a:cubicBezTo>
                  <a:cubicBezTo>
                    <a:pt x="1385" y="413"/>
                    <a:pt x="1412" y="403"/>
                    <a:pt x="1433" y="382"/>
                  </a:cubicBezTo>
                  <a:cubicBezTo>
                    <a:pt x="1435" y="380"/>
                    <a:pt x="1436" y="379"/>
                    <a:pt x="1438" y="378"/>
                  </a:cubicBezTo>
                  <a:cubicBezTo>
                    <a:pt x="1476" y="336"/>
                    <a:pt x="1475" y="270"/>
                    <a:pt x="1433" y="232"/>
                  </a:cubicBezTo>
                  <a:cubicBezTo>
                    <a:pt x="1289" y="83"/>
                    <a:pt x="1092" y="1"/>
                    <a:pt x="8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5764875" y="1206175"/>
              <a:ext cx="66700" cy="47800"/>
            </a:xfrm>
            <a:custGeom>
              <a:avLst/>
              <a:gdLst/>
              <a:ahLst/>
              <a:cxnLst/>
              <a:rect l="l" t="t" r="r" b="b"/>
              <a:pathLst>
                <a:path w="2668" h="1912" extrusionOk="0">
                  <a:moveTo>
                    <a:pt x="564" y="1"/>
                  </a:moveTo>
                  <a:cubicBezTo>
                    <a:pt x="564" y="1"/>
                    <a:pt x="1" y="337"/>
                    <a:pt x="1" y="864"/>
                  </a:cubicBezTo>
                  <a:cubicBezTo>
                    <a:pt x="1" y="1391"/>
                    <a:pt x="263" y="1505"/>
                    <a:pt x="564" y="1576"/>
                  </a:cubicBezTo>
                  <a:cubicBezTo>
                    <a:pt x="815" y="1637"/>
                    <a:pt x="1328" y="1912"/>
                    <a:pt x="1667" y="1912"/>
                  </a:cubicBezTo>
                  <a:cubicBezTo>
                    <a:pt x="1733" y="1912"/>
                    <a:pt x="1793" y="1901"/>
                    <a:pt x="1843" y="1877"/>
                  </a:cubicBezTo>
                  <a:cubicBezTo>
                    <a:pt x="2148" y="1728"/>
                    <a:pt x="2668" y="1201"/>
                    <a:pt x="2105" y="638"/>
                  </a:cubicBezTo>
                  <a:cubicBezTo>
                    <a:pt x="1542" y="75"/>
                    <a:pt x="564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5762425" y="1203500"/>
              <a:ext cx="64725" cy="53150"/>
            </a:xfrm>
            <a:custGeom>
              <a:avLst/>
              <a:gdLst/>
              <a:ahLst/>
              <a:cxnLst/>
              <a:rect l="l" t="t" r="r" b="b"/>
              <a:pathLst>
                <a:path w="2589" h="2126" extrusionOk="0">
                  <a:moveTo>
                    <a:pt x="698" y="217"/>
                  </a:moveTo>
                  <a:cubicBezTo>
                    <a:pt x="889" y="239"/>
                    <a:pt x="1664" y="355"/>
                    <a:pt x="2131" y="819"/>
                  </a:cubicBezTo>
                  <a:cubicBezTo>
                    <a:pt x="2285" y="948"/>
                    <a:pt x="2364" y="1143"/>
                    <a:pt x="2344" y="1341"/>
                  </a:cubicBezTo>
                  <a:cubicBezTo>
                    <a:pt x="2282" y="1579"/>
                    <a:pt x="2119" y="1778"/>
                    <a:pt x="1898" y="1889"/>
                  </a:cubicBezTo>
                  <a:cubicBezTo>
                    <a:pt x="1864" y="1906"/>
                    <a:pt x="1821" y="1913"/>
                    <a:pt x="1771" y="1913"/>
                  </a:cubicBezTo>
                  <a:cubicBezTo>
                    <a:pt x="1574" y="1913"/>
                    <a:pt x="1275" y="1795"/>
                    <a:pt x="1044" y="1702"/>
                  </a:cubicBezTo>
                  <a:cubicBezTo>
                    <a:pt x="931" y="1655"/>
                    <a:pt x="815" y="1613"/>
                    <a:pt x="697" y="1579"/>
                  </a:cubicBezTo>
                  <a:cubicBezTo>
                    <a:pt x="416" y="1509"/>
                    <a:pt x="215" y="1423"/>
                    <a:pt x="215" y="971"/>
                  </a:cubicBezTo>
                  <a:cubicBezTo>
                    <a:pt x="215" y="578"/>
                    <a:pt x="588" y="292"/>
                    <a:pt x="698" y="217"/>
                  </a:cubicBezTo>
                  <a:close/>
                  <a:moveTo>
                    <a:pt x="671" y="0"/>
                  </a:moveTo>
                  <a:cubicBezTo>
                    <a:pt x="651" y="0"/>
                    <a:pt x="631" y="6"/>
                    <a:pt x="614" y="15"/>
                  </a:cubicBezTo>
                  <a:cubicBezTo>
                    <a:pt x="589" y="30"/>
                    <a:pt x="1" y="370"/>
                    <a:pt x="1" y="971"/>
                  </a:cubicBezTo>
                  <a:cubicBezTo>
                    <a:pt x="1" y="1573"/>
                    <a:pt x="328" y="1710"/>
                    <a:pt x="639" y="1786"/>
                  </a:cubicBezTo>
                  <a:cubicBezTo>
                    <a:pt x="718" y="1807"/>
                    <a:pt x="836" y="1851"/>
                    <a:pt x="960" y="1900"/>
                  </a:cubicBezTo>
                  <a:cubicBezTo>
                    <a:pt x="1214" y="2021"/>
                    <a:pt x="1487" y="2097"/>
                    <a:pt x="1767" y="2125"/>
                  </a:cubicBezTo>
                  <a:cubicBezTo>
                    <a:pt x="1773" y="2126"/>
                    <a:pt x="1779" y="2126"/>
                    <a:pt x="1785" y="2126"/>
                  </a:cubicBezTo>
                  <a:cubicBezTo>
                    <a:pt x="1857" y="2126"/>
                    <a:pt x="1928" y="2109"/>
                    <a:pt x="1994" y="2078"/>
                  </a:cubicBezTo>
                  <a:cubicBezTo>
                    <a:pt x="2276" y="1938"/>
                    <a:pt x="2481" y="1680"/>
                    <a:pt x="2556" y="1375"/>
                  </a:cubicBezTo>
                  <a:cubicBezTo>
                    <a:pt x="2588" y="1108"/>
                    <a:pt x="2487" y="845"/>
                    <a:pt x="2285" y="671"/>
                  </a:cubicBezTo>
                  <a:cubicBezTo>
                    <a:pt x="1700" y="85"/>
                    <a:pt x="718" y="1"/>
                    <a:pt x="678" y="1"/>
                  </a:cubicBezTo>
                  <a:cubicBezTo>
                    <a:pt x="676" y="0"/>
                    <a:pt x="674" y="0"/>
                    <a:pt x="6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5804425" y="1233350"/>
              <a:ext cx="38475" cy="36875"/>
            </a:xfrm>
            <a:custGeom>
              <a:avLst/>
              <a:gdLst/>
              <a:ahLst/>
              <a:cxnLst/>
              <a:rect l="l" t="t" r="r" b="b"/>
              <a:pathLst>
                <a:path w="1539" h="1475" extrusionOk="0">
                  <a:moveTo>
                    <a:pt x="751" y="0"/>
                  </a:moveTo>
                  <a:cubicBezTo>
                    <a:pt x="605" y="0"/>
                    <a:pt x="68" y="27"/>
                    <a:pt x="37" y="415"/>
                  </a:cubicBezTo>
                  <a:cubicBezTo>
                    <a:pt x="0" y="864"/>
                    <a:pt x="186" y="940"/>
                    <a:pt x="374" y="1089"/>
                  </a:cubicBezTo>
                  <a:cubicBezTo>
                    <a:pt x="518" y="1204"/>
                    <a:pt x="861" y="1475"/>
                    <a:pt x="1115" y="1475"/>
                  </a:cubicBezTo>
                  <a:cubicBezTo>
                    <a:pt x="1191" y="1475"/>
                    <a:pt x="1260" y="1450"/>
                    <a:pt x="1312" y="1390"/>
                  </a:cubicBezTo>
                  <a:cubicBezTo>
                    <a:pt x="1538" y="1128"/>
                    <a:pt x="1199" y="188"/>
                    <a:pt x="788" y="1"/>
                  </a:cubicBezTo>
                  <a:cubicBezTo>
                    <a:pt x="788" y="1"/>
                    <a:pt x="774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5801025" y="1230700"/>
              <a:ext cx="41225" cy="42200"/>
            </a:xfrm>
            <a:custGeom>
              <a:avLst/>
              <a:gdLst/>
              <a:ahLst/>
              <a:cxnLst/>
              <a:rect l="l" t="t" r="r" b="b"/>
              <a:pathLst>
                <a:path w="1649" h="1688" extrusionOk="0">
                  <a:moveTo>
                    <a:pt x="891" y="214"/>
                  </a:moveTo>
                  <a:cubicBezTo>
                    <a:pt x="1152" y="410"/>
                    <a:pt x="1327" y="699"/>
                    <a:pt x="1382" y="1019"/>
                  </a:cubicBezTo>
                  <a:cubicBezTo>
                    <a:pt x="1432" y="1152"/>
                    <a:pt x="1426" y="1299"/>
                    <a:pt x="1363" y="1427"/>
                  </a:cubicBezTo>
                  <a:cubicBezTo>
                    <a:pt x="1341" y="1452"/>
                    <a:pt x="1305" y="1474"/>
                    <a:pt x="1244" y="1474"/>
                  </a:cubicBezTo>
                  <a:cubicBezTo>
                    <a:pt x="1130" y="1474"/>
                    <a:pt x="929" y="1397"/>
                    <a:pt x="571" y="1112"/>
                  </a:cubicBezTo>
                  <a:lnTo>
                    <a:pt x="501" y="1058"/>
                  </a:lnTo>
                  <a:cubicBezTo>
                    <a:pt x="313" y="954"/>
                    <a:pt x="220" y="737"/>
                    <a:pt x="273" y="530"/>
                  </a:cubicBezTo>
                  <a:cubicBezTo>
                    <a:pt x="298" y="235"/>
                    <a:pt x="751" y="214"/>
                    <a:pt x="879" y="214"/>
                  </a:cubicBezTo>
                  <a:close/>
                  <a:moveTo>
                    <a:pt x="876" y="0"/>
                  </a:moveTo>
                  <a:cubicBezTo>
                    <a:pt x="714" y="0"/>
                    <a:pt x="101" y="29"/>
                    <a:pt x="62" y="512"/>
                  </a:cubicBezTo>
                  <a:cubicBezTo>
                    <a:pt x="1" y="793"/>
                    <a:pt x="127" y="1082"/>
                    <a:pt x="373" y="1229"/>
                  </a:cubicBezTo>
                  <a:cubicBezTo>
                    <a:pt x="394" y="1246"/>
                    <a:pt x="418" y="1261"/>
                    <a:pt x="440" y="1280"/>
                  </a:cubicBezTo>
                  <a:cubicBezTo>
                    <a:pt x="584" y="1395"/>
                    <a:pt x="951" y="1688"/>
                    <a:pt x="1250" y="1688"/>
                  </a:cubicBezTo>
                  <a:cubicBezTo>
                    <a:pt x="1353" y="1688"/>
                    <a:pt x="1449" y="1643"/>
                    <a:pt x="1516" y="1566"/>
                  </a:cubicBezTo>
                  <a:cubicBezTo>
                    <a:pt x="1625" y="1387"/>
                    <a:pt x="1649" y="1171"/>
                    <a:pt x="1582" y="973"/>
                  </a:cubicBezTo>
                  <a:cubicBezTo>
                    <a:pt x="1499" y="600"/>
                    <a:pt x="1256" y="148"/>
                    <a:pt x="954" y="11"/>
                  </a:cubicBezTo>
                  <a:cubicBezTo>
                    <a:pt x="942" y="5"/>
                    <a:pt x="928" y="2"/>
                    <a:pt x="915" y="1"/>
                  </a:cubicBezTo>
                  <a:cubicBezTo>
                    <a:pt x="912" y="1"/>
                    <a:pt x="898" y="0"/>
                    <a:pt x="8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4914075" y="1643400"/>
              <a:ext cx="171025" cy="491575"/>
            </a:xfrm>
            <a:custGeom>
              <a:avLst/>
              <a:gdLst/>
              <a:ahLst/>
              <a:cxnLst/>
              <a:rect l="l" t="t" r="r" b="b"/>
              <a:pathLst>
                <a:path w="6841" h="19663" extrusionOk="0">
                  <a:moveTo>
                    <a:pt x="5791" y="1"/>
                  </a:moveTo>
                  <a:lnTo>
                    <a:pt x="1655" y="297"/>
                  </a:lnTo>
                  <a:cubicBezTo>
                    <a:pt x="1655" y="297"/>
                    <a:pt x="0" y="4125"/>
                    <a:pt x="0" y="6677"/>
                  </a:cubicBezTo>
                  <a:cubicBezTo>
                    <a:pt x="0" y="9231"/>
                    <a:pt x="1729" y="15234"/>
                    <a:pt x="1729" y="15234"/>
                  </a:cubicBezTo>
                  <a:lnTo>
                    <a:pt x="1729" y="19662"/>
                  </a:lnTo>
                  <a:lnTo>
                    <a:pt x="4740" y="19662"/>
                  </a:lnTo>
                  <a:lnTo>
                    <a:pt x="4817" y="14411"/>
                  </a:lnTo>
                  <a:cubicBezTo>
                    <a:pt x="4817" y="14411"/>
                    <a:pt x="6541" y="9381"/>
                    <a:pt x="6692" y="5252"/>
                  </a:cubicBezTo>
                  <a:cubicBezTo>
                    <a:pt x="6841" y="1125"/>
                    <a:pt x="5791" y="1"/>
                    <a:pt x="579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4911425" y="1640675"/>
              <a:ext cx="176125" cy="496900"/>
            </a:xfrm>
            <a:custGeom>
              <a:avLst/>
              <a:gdLst/>
              <a:ahLst/>
              <a:cxnLst/>
              <a:rect l="l" t="t" r="r" b="b"/>
              <a:pathLst>
                <a:path w="7045" h="19876" extrusionOk="0">
                  <a:moveTo>
                    <a:pt x="5843" y="216"/>
                  </a:moveTo>
                  <a:cubicBezTo>
                    <a:pt x="6012" y="451"/>
                    <a:pt x="6819" y="1730"/>
                    <a:pt x="6686" y="5355"/>
                  </a:cubicBezTo>
                  <a:cubicBezTo>
                    <a:pt x="6539" y="9420"/>
                    <a:pt x="4832" y="14432"/>
                    <a:pt x="4816" y="14481"/>
                  </a:cubicBezTo>
                  <a:cubicBezTo>
                    <a:pt x="4814" y="14491"/>
                    <a:pt x="4814" y="14503"/>
                    <a:pt x="4816" y="14515"/>
                  </a:cubicBezTo>
                  <a:lnTo>
                    <a:pt x="4741" y="19663"/>
                  </a:lnTo>
                  <a:lnTo>
                    <a:pt x="1951" y="19663"/>
                  </a:lnTo>
                  <a:lnTo>
                    <a:pt x="1944" y="15346"/>
                  </a:lnTo>
                  <a:cubicBezTo>
                    <a:pt x="1944" y="15337"/>
                    <a:pt x="1944" y="15327"/>
                    <a:pt x="1944" y="15316"/>
                  </a:cubicBezTo>
                  <a:cubicBezTo>
                    <a:pt x="1926" y="15252"/>
                    <a:pt x="220" y="9295"/>
                    <a:pt x="220" y="6786"/>
                  </a:cubicBezTo>
                  <a:cubicBezTo>
                    <a:pt x="220" y="4458"/>
                    <a:pt x="1625" y="1003"/>
                    <a:pt x="1840" y="509"/>
                  </a:cubicBezTo>
                  <a:lnTo>
                    <a:pt x="5843" y="216"/>
                  </a:lnTo>
                  <a:close/>
                  <a:moveTo>
                    <a:pt x="5889" y="1"/>
                  </a:moveTo>
                  <a:cubicBezTo>
                    <a:pt x="5886" y="1"/>
                    <a:pt x="5883" y="1"/>
                    <a:pt x="5881" y="1"/>
                  </a:cubicBezTo>
                  <a:lnTo>
                    <a:pt x="1752" y="302"/>
                  </a:lnTo>
                  <a:cubicBezTo>
                    <a:pt x="1711" y="303"/>
                    <a:pt x="1677" y="329"/>
                    <a:pt x="1662" y="366"/>
                  </a:cubicBezTo>
                  <a:cubicBezTo>
                    <a:pt x="1644" y="403"/>
                    <a:pt x="1" y="4288"/>
                    <a:pt x="1" y="6786"/>
                  </a:cubicBezTo>
                  <a:cubicBezTo>
                    <a:pt x="1" y="9286"/>
                    <a:pt x="1613" y="14955"/>
                    <a:pt x="1728" y="15357"/>
                  </a:cubicBezTo>
                  <a:lnTo>
                    <a:pt x="1728" y="19770"/>
                  </a:lnTo>
                  <a:cubicBezTo>
                    <a:pt x="1728" y="19828"/>
                    <a:pt x="1776" y="19875"/>
                    <a:pt x="1835" y="19875"/>
                  </a:cubicBezTo>
                  <a:lnTo>
                    <a:pt x="4846" y="19875"/>
                  </a:lnTo>
                  <a:cubicBezTo>
                    <a:pt x="4899" y="19871"/>
                    <a:pt x="4941" y="19826"/>
                    <a:pt x="4941" y="19771"/>
                  </a:cubicBezTo>
                  <a:lnTo>
                    <a:pt x="5018" y="14536"/>
                  </a:lnTo>
                  <a:cubicBezTo>
                    <a:pt x="5126" y="14216"/>
                    <a:pt x="6750" y="9346"/>
                    <a:pt x="6893" y="5366"/>
                  </a:cubicBezTo>
                  <a:cubicBezTo>
                    <a:pt x="7045" y="1240"/>
                    <a:pt x="6009" y="82"/>
                    <a:pt x="5965" y="35"/>
                  </a:cubicBezTo>
                  <a:cubicBezTo>
                    <a:pt x="5945" y="14"/>
                    <a:pt x="5917" y="1"/>
                    <a:pt x="58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4989150" y="1643400"/>
              <a:ext cx="95950" cy="491575"/>
            </a:xfrm>
            <a:custGeom>
              <a:avLst/>
              <a:gdLst/>
              <a:ahLst/>
              <a:cxnLst/>
              <a:rect l="l" t="t" r="r" b="b"/>
              <a:pathLst>
                <a:path w="3838" h="19663" extrusionOk="0">
                  <a:moveTo>
                    <a:pt x="2788" y="1"/>
                  </a:moveTo>
                  <a:lnTo>
                    <a:pt x="1" y="199"/>
                  </a:lnTo>
                  <a:lnTo>
                    <a:pt x="1" y="19662"/>
                  </a:lnTo>
                  <a:lnTo>
                    <a:pt x="1737" y="19662"/>
                  </a:lnTo>
                  <a:lnTo>
                    <a:pt x="1814" y="14411"/>
                  </a:lnTo>
                  <a:cubicBezTo>
                    <a:pt x="1814" y="14411"/>
                    <a:pt x="3538" y="9381"/>
                    <a:pt x="3689" y="5252"/>
                  </a:cubicBezTo>
                  <a:cubicBezTo>
                    <a:pt x="3838" y="1125"/>
                    <a:pt x="2788" y="1"/>
                    <a:pt x="27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4986775" y="1640700"/>
              <a:ext cx="100850" cy="496875"/>
            </a:xfrm>
            <a:custGeom>
              <a:avLst/>
              <a:gdLst/>
              <a:ahLst/>
              <a:cxnLst/>
              <a:rect l="l" t="t" r="r" b="b"/>
              <a:pathLst>
                <a:path w="4034" h="19875" extrusionOk="0">
                  <a:moveTo>
                    <a:pt x="2829" y="215"/>
                  </a:moveTo>
                  <a:cubicBezTo>
                    <a:pt x="2998" y="450"/>
                    <a:pt x="3805" y="1729"/>
                    <a:pt x="3672" y="5354"/>
                  </a:cubicBezTo>
                  <a:cubicBezTo>
                    <a:pt x="3525" y="9419"/>
                    <a:pt x="1818" y="14431"/>
                    <a:pt x="1802" y="14480"/>
                  </a:cubicBezTo>
                  <a:cubicBezTo>
                    <a:pt x="1800" y="14490"/>
                    <a:pt x="1800" y="14502"/>
                    <a:pt x="1802" y="14514"/>
                  </a:cubicBezTo>
                  <a:lnTo>
                    <a:pt x="1727" y="19662"/>
                  </a:lnTo>
                  <a:lnTo>
                    <a:pt x="213" y="19662"/>
                  </a:lnTo>
                  <a:lnTo>
                    <a:pt x="209" y="407"/>
                  </a:lnTo>
                  <a:lnTo>
                    <a:pt x="2829" y="215"/>
                  </a:lnTo>
                  <a:close/>
                  <a:moveTo>
                    <a:pt x="2875" y="0"/>
                  </a:moveTo>
                  <a:cubicBezTo>
                    <a:pt x="2873" y="0"/>
                    <a:pt x="2871" y="0"/>
                    <a:pt x="2869" y="0"/>
                  </a:cubicBezTo>
                  <a:lnTo>
                    <a:pt x="99" y="200"/>
                  </a:lnTo>
                  <a:cubicBezTo>
                    <a:pt x="42" y="204"/>
                    <a:pt x="0" y="252"/>
                    <a:pt x="0" y="307"/>
                  </a:cubicBezTo>
                  <a:lnTo>
                    <a:pt x="0" y="19769"/>
                  </a:lnTo>
                  <a:cubicBezTo>
                    <a:pt x="0" y="19827"/>
                    <a:pt x="48" y="19874"/>
                    <a:pt x="106" y="19874"/>
                  </a:cubicBezTo>
                  <a:lnTo>
                    <a:pt x="1832" y="19874"/>
                  </a:lnTo>
                  <a:cubicBezTo>
                    <a:pt x="1885" y="19871"/>
                    <a:pt x="1927" y="19825"/>
                    <a:pt x="1927" y="19770"/>
                  </a:cubicBezTo>
                  <a:lnTo>
                    <a:pt x="2009" y="14535"/>
                  </a:lnTo>
                  <a:cubicBezTo>
                    <a:pt x="2115" y="14215"/>
                    <a:pt x="3741" y="9345"/>
                    <a:pt x="3883" y="5365"/>
                  </a:cubicBezTo>
                  <a:cubicBezTo>
                    <a:pt x="4034" y="1239"/>
                    <a:pt x="2998" y="81"/>
                    <a:pt x="2956" y="34"/>
                  </a:cubicBezTo>
                  <a:cubicBezTo>
                    <a:pt x="2935" y="12"/>
                    <a:pt x="2906" y="0"/>
                    <a:pt x="28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4863200" y="1401000"/>
              <a:ext cx="294825" cy="274750"/>
            </a:xfrm>
            <a:custGeom>
              <a:avLst/>
              <a:gdLst/>
              <a:ahLst/>
              <a:cxnLst/>
              <a:rect l="l" t="t" r="r" b="b"/>
              <a:pathLst>
                <a:path w="11793" h="10990" extrusionOk="0">
                  <a:moveTo>
                    <a:pt x="6959" y="0"/>
                  </a:moveTo>
                  <a:cubicBezTo>
                    <a:pt x="5051" y="0"/>
                    <a:pt x="2620" y="2370"/>
                    <a:pt x="1431" y="4740"/>
                  </a:cubicBezTo>
                  <a:cubicBezTo>
                    <a:pt x="0" y="7591"/>
                    <a:pt x="2710" y="10145"/>
                    <a:pt x="5408" y="10821"/>
                  </a:cubicBezTo>
                  <a:cubicBezTo>
                    <a:pt x="5884" y="10940"/>
                    <a:pt x="6309" y="10989"/>
                    <a:pt x="6686" y="10989"/>
                  </a:cubicBezTo>
                  <a:cubicBezTo>
                    <a:pt x="8447" y="10989"/>
                    <a:pt x="9167" y="9919"/>
                    <a:pt x="9167" y="9919"/>
                  </a:cubicBezTo>
                  <a:cubicBezTo>
                    <a:pt x="9167" y="9919"/>
                    <a:pt x="11042" y="8717"/>
                    <a:pt x="11417" y="6692"/>
                  </a:cubicBezTo>
                  <a:cubicBezTo>
                    <a:pt x="11792" y="4666"/>
                    <a:pt x="9992" y="1588"/>
                    <a:pt x="8042" y="314"/>
                  </a:cubicBezTo>
                  <a:cubicBezTo>
                    <a:pt x="7712" y="98"/>
                    <a:pt x="7346" y="0"/>
                    <a:pt x="6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883300" y="1398225"/>
              <a:ext cx="277875" cy="280125"/>
            </a:xfrm>
            <a:custGeom>
              <a:avLst/>
              <a:gdLst/>
              <a:ahLst/>
              <a:cxnLst/>
              <a:rect l="l" t="t" r="r" b="b"/>
              <a:pathLst>
                <a:path w="11115" h="11205" extrusionOk="0">
                  <a:moveTo>
                    <a:pt x="6176" y="217"/>
                  </a:moveTo>
                  <a:cubicBezTo>
                    <a:pt x="6533" y="217"/>
                    <a:pt x="6881" y="323"/>
                    <a:pt x="7178" y="518"/>
                  </a:cubicBezTo>
                  <a:cubicBezTo>
                    <a:pt x="9030" y="1729"/>
                    <a:pt x="10890" y="4732"/>
                    <a:pt x="10509" y="6788"/>
                  </a:cubicBezTo>
                  <a:cubicBezTo>
                    <a:pt x="10146" y="8743"/>
                    <a:pt x="8323" y="9933"/>
                    <a:pt x="8305" y="9945"/>
                  </a:cubicBezTo>
                  <a:cubicBezTo>
                    <a:pt x="8293" y="9952"/>
                    <a:pt x="8283" y="9963"/>
                    <a:pt x="8274" y="9975"/>
                  </a:cubicBezTo>
                  <a:cubicBezTo>
                    <a:pt x="8241" y="10021"/>
                    <a:pt x="7561" y="10990"/>
                    <a:pt x="5896" y="10990"/>
                  </a:cubicBezTo>
                  <a:cubicBezTo>
                    <a:pt x="5526" y="10990"/>
                    <a:pt x="5107" y="10943"/>
                    <a:pt x="4637" y="10826"/>
                  </a:cubicBezTo>
                  <a:cubicBezTo>
                    <a:pt x="2853" y="10386"/>
                    <a:pt x="1298" y="9205"/>
                    <a:pt x="658" y="7826"/>
                  </a:cubicBezTo>
                  <a:cubicBezTo>
                    <a:pt x="220" y="6894"/>
                    <a:pt x="247" y="5809"/>
                    <a:pt x="730" y="4899"/>
                  </a:cubicBezTo>
                  <a:cubicBezTo>
                    <a:pt x="1840" y="2685"/>
                    <a:pt x="3828" y="757"/>
                    <a:pt x="5466" y="316"/>
                  </a:cubicBezTo>
                  <a:cubicBezTo>
                    <a:pt x="5689" y="252"/>
                    <a:pt x="5922" y="219"/>
                    <a:pt x="6154" y="218"/>
                  </a:cubicBezTo>
                  <a:cubicBezTo>
                    <a:pt x="6161" y="218"/>
                    <a:pt x="6169" y="217"/>
                    <a:pt x="6176" y="217"/>
                  </a:cubicBezTo>
                  <a:close/>
                  <a:moveTo>
                    <a:pt x="6109" y="1"/>
                  </a:moveTo>
                  <a:cubicBezTo>
                    <a:pt x="5873" y="1"/>
                    <a:pt x="5637" y="38"/>
                    <a:pt x="5408" y="113"/>
                  </a:cubicBezTo>
                  <a:cubicBezTo>
                    <a:pt x="3493" y="627"/>
                    <a:pt x="1507" y="2863"/>
                    <a:pt x="538" y="4805"/>
                  </a:cubicBezTo>
                  <a:cubicBezTo>
                    <a:pt x="27" y="5773"/>
                    <a:pt x="0" y="6924"/>
                    <a:pt x="465" y="7914"/>
                  </a:cubicBezTo>
                  <a:cubicBezTo>
                    <a:pt x="1124" y="9349"/>
                    <a:pt x="2743" y="10573"/>
                    <a:pt x="4585" y="11033"/>
                  </a:cubicBezTo>
                  <a:cubicBezTo>
                    <a:pt x="5007" y="11143"/>
                    <a:pt x="5441" y="11200"/>
                    <a:pt x="5877" y="11204"/>
                  </a:cubicBezTo>
                  <a:cubicBezTo>
                    <a:pt x="7550" y="11204"/>
                    <a:pt x="8317" y="10257"/>
                    <a:pt x="8438" y="10113"/>
                  </a:cubicBezTo>
                  <a:cubicBezTo>
                    <a:pt x="8640" y="9978"/>
                    <a:pt x="10356" y="8795"/>
                    <a:pt x="10720" y="6827"/>
                  </a:cubicBezTo>
                  <a:cubicBezTo>
                    <a:pt x="11115" y="4692"/>
                    <a:pt x="9203" y="1587"/>
                    <a:pt x="7294" y="340"/>
                  </a:cubicBezTo>
                  <a:cubicBezTo>
                    <a:pt x="6935" y="116"/>
                    <a:pt x="6523" y="1"/>
                    <a:pt x="61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4975075" y="1422775"/>
              <a:ext cx="66700" cy="170625"/>
            </a:xfrm>
            <a:custGeom>
              <a:avLst/>
              <a:gdLst/>
              <a:ahLst/>
              <a:cxnLst/>
              <a:rect l="l" t="t" r="r" b="b"/>
              <a:pathLst>
                <a:path w="2668" h="6825" extrusionOk="0">
                  <a:moveTo>
                    <a:pt x="117" y="0"/>
                  </a:moveTo>
                  <a:cubicBezTo>
                    <a:pt x="113" y="0"/>
                    <a:pt x="108" y="0"/>
                    <a:pt x="104" y="1"/>
                  </a:cubicBezTo>
                  <a:cubicBezTo>
                    <a:pt x="102" y="1"/>
                    <a:pt x="102" y="2"/>
                    <a:pt x="101" y="2"/>
                  </a:cubicBezTo>
                  <a:cubicBezTo>
                    <a:pt x="42" y="8"/>
                    <a:pt x="1" y="59"/>
                    <a:pt x="8" y="117"/>
                  </a:cubicBezTo>
                  <a:lnTo>
                    <a:pt x="278" y="2837"/>
                  </a:lnTo>
                  <a:cubicBezTo>
                    <a:pt x="282" y="2872"/>
                    <a:pt x="303" y="2901"/>
                    <a:pt x="331" y="2918"/>
                  </a:cubicBezTo>
                  <a:cubicBezTo>
                    <a:pt x="346" y="2926"/>
                    <a:pt x="362" y="2930"/>
                    <a:pt x="378" y="2930"/>
                  </a:cubicBezTo>
                  <a:cubicBezTo>
                    <a:pt x="394" y="2930"/>
                    <a:pt x="410" y="2926"/>
                    <a:pt x="425" y="2918"/>
                  </a:cubicBezTo>
                  <a:lnTo>
                    <a:pt x="2017" y="2249"/>
                  </a:lnTo>
                  <a:cubicBezTo>
                    <a:pt x="2061" y="2547"/>
                    <a:pt x="2136" y="3280"/>
                    <a:pt x="2274" y="4106"/>
                  </a:cubicBezTo>
                  <a:cubicBezTo>
                    <a:pt x="2392" y="4972"/>
                    <a:pt x="2452" y="5845"/>
                    <a:pt x="2453" y="6719"/>
                  </a:cubicBezTo>
                  <a:cubicBezTo>
                    <a:pt x="2455" y="6777"/>
                    <a:pt x="2502" y="6825"/>
                    <a:pt x="2560" y="6825"/>
                  </a:cubicBezTo>
                  <a:lnTo>
                    <a:pt x="2562" y="6825"/>
                  </a:lnTo>
                  <a:cubicBezTo>
                    <a:pt x="2621" y="6825"/>
                    <a:pt x="2667" y="6776"/>
                    <a:pt x="2666" y="6716"/>
                  </a:cubicBezTo>
                  <a:cubicBezTo>
                    <a:pt x="2664" y="5832"/>
                    <a:pt x="2603" y="4947"/>
                    <a:pt x="2486" y="4070"/>
                  </a:cubicBezTo>
                  <a:cubicBezTo>
                    <a:pt x="2306" y="2998"/>
                    <a:pt x="2215" y="2082"/>
                    <a:pt x="2215" y="2082"/>
                  </a:cubicBezTo>
                  <a:cubicBezTo>
                    <a:pt x="2210" y="2048"/>
                    <a:pt x="2191" y="2018"/>
                    <a:pt x="2161" y="2002"/>
                  </a:cubicBezTo>
                  <a:cubicBezTo>
                    <a:pt x="2146" y="1994"/>
                    <a:pt x="2130" y="1990"/>
                    <a:pt x="2113" y="1990"/>
                  </a:cubicBezTo>
                  <a:cubicBezTo>
                    <a:pt x="2097" y="1990"/>
                    <a:pt x="2080" y="1994"/>
                    <a:pt x="2064" y="2002"/>
                  </a:cubicBezTo>
                  <a:lnTo>
                    <a:pt x="476" y="2671"/>
                  </a:lnTo>
                  <a:lnTo>
                    <a:pt x="218" y="95"/>
                  </a:lnTo>
                  <a:cubicBezTo>
                    <a:pt x="218" y="93"/>
                    <a:pt x="218" y="92"/>
                    <a:pt x="218" y="90"/>
                  </a:cubicBezTo>
                  <a:cubicBezTo>
                    <a:pt x="211" y="38"/>
                    <a:pt x="168" y="0"/>
                    <a:pt x="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4944150" y="1568300"/>
              <a:ext cx="151975" cy="151950"/>
            </a:xfrm>
            <a:custGeom>
              <a:avLst/>
              <a:gdLst/>
              <a:ahLst/>
              <a:cxnLst/>
              <a:rect l="l" t="t" r="r" b="b"/>
              <a:pathLst>
                <a:path w="6079" h="6078" extrusionOk="0">
                  <a:moveTo>
                    <a:pt x="3039" y="0"/>
                  </a:moveTo>
                  <a:cubicBezTo>
                    <a:pt x="1361" y="0"/>
                    <a:pt x="0" y="1361"/>
                    <a:pt x="0" y="3039"/>
                  </a:cubicBezTo>
                  <a:cubicBezTo>
                    <a:pt x="0" y="4717"/>
                    <a:pt x="1361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4941350" y="1565575"/>
              <a:ext cx="157450" cy="157400"/>
            </a:xfrm>
            <a:custGeom>
              <a:avLst/>
              <a:gdLst/>
              <a:ahLst/>
              <a:cxnLst/>
              <a:rect l="l" t="t" r="r" b="b"/>
              <a:pathLst>
                <a:path w="6298" h="6296" extrusionOk="0">
                  <a:moveTo>
                    <a:pt x="3151" y="215"/>
                  </a:moveTo>
                  <a:cubicBezTo>
                    <a:pt x="4774" y="218"/>
                    <a:pt x="6086" y="1534"/>
                    <a:pt x="6085" y="3157"/>
                  </a:cubicBezTo>
                  <a:cubicBezTo>
                    <a:pt x="6080" y="4775"/>
                    <a:pt x="4768" y="6084"/>
                    <a:pt x="3150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7" y="6083"/>
                    <a:pt x="214" y="4768"/>
                    <a:pt x="215" y="3148"/>
                  </a:cubicBezTo>
                  <a:cubicBezTo>
                    <a:pt x="217" y="1527"/>
                    <a:pt x="1531" y="215"/>
                    <a:pt x="3151" y="215"/>
                  </a:cubicBezTo>
                  <a:close/>
                  <a:moveTo>
                    <a:pt x="3151" y="0"/>
                  </a:moveTo>
                  <a:cubicBezTo>
                    <a:pt x="3150" y="0"/>
                    <a:pt x="3149" y="0"/>
                    <a:pt x="3148" y="0"/>
                  </a:cubicBezTo>
                  <a:cubicBezTo>
                    <a:pt x="1409" y="2"/>
                    <a:pt x="1" y="1412"/>
                    <a:pt x="2" y="3150"/>
                  </a:cubicBezTo>
                  <a:cubicBezTo>
                    <a:pt x="4" y="4888"/>
                    <a:pt x="1412" y="6296"/>
                    <a:pt x="3149" y="6296"/>
                  </a:cubicBezTo>
                  <a:cubicBezTo>
                    <a:pt x="3150" y="6296"/>
                    <a:pt x="3150" y="6296"/>
                    <a:pt x="3151" y="6296"/>
                  </a:cubicBezTo>
                  <a:cubicBezTo>
                    <a:pt x="4885" y="6291"/>
                    <a:pt x="6290" y="4890"/>
                    <a:pt x="6298" y="3157"/>
                  </a:cubicBezTo>
                  <a:lnTo>
                    <a:pt x="6298" y="3145"/>
                  </a:lnTo>
                  <a:cubicBezTo>
                    <a:pt x="6296" y="1408"/>
                    <a:pt x="4887" y="0"/>
                    <a:pt x="31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4964800" y="1568500"/>
              <a:ext cx="109050" cy="82450"/>
            </a:xfrm>
            <a:custGeom>
              <a:avLst/>
              <a:gdLst/>
              <a:ahLst/>
              <a:cxnLst/>
              <a:rect l="l" t="t" r="r" b="b"/>
              <a:pathLst>
                <a:path w="4362" h="3298" extrusionOk="0">
                  <a:moveTo>
                    <a:pt x="2221" y="0"/>
                  </a:moveTo>
                  <a:cubicBezTo>
                    <a:pt x="1442" y="0"/>
                    <a:pt x="662" y="298"/>
                    <a:pt x="69" y="894"/>
                  </a:cubicBezTo>
                  <a:cubicBezTo>
                    <a:pt x="48" y="915"/>
                    <a:pt x="28" y="938"/>
                    <a:pt x="7" y="960"/>
                  </a:cubicBezTo>
                  <a:lnTo>
                    <a:pt x="1" y="951"/>
                  </a:lnTo>
                  <a:lnTo>
                    <a:pt x="427" y="3298"/>
                  </a:lnTo>
                  <a:lnTo>
                    <a:pt x="3801" y="3298"/>
                  </a:lnTo>
                  <a:lnTo>
                    <a:pt x="4362" y="883"/>
                  </a:lnTo>
                  <a:cubicBezTo>
                    <a:pt x="3770" y="294"/>
                    <a:pt x="2996" y="0"/>
                    <a:pt x="222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4961875" y="1565400"/>
              <a:ext cx="114450" cy="88000"/>
            </a:xfrm>
            <a:custGeom>
              <a:avLst/>
              <a:gdLst/>
              <a:ahLst/>
              <a:cxnLst/>
              <a:rect l="l" t="t" r="r" b="b"/>
              <a:pathLst>
                <a:path w="4578" h="3520" extrusionOk="0">
                  <a:moveTo>
                    <a:pt x="2333" y="220"/>
                  </a:moveTo>
                  <a:cubicBezTo>
                    <a:pt x="3060" y="220"/>
                    <a:pt x="3788" y="489"/>
                    <a:pt x="4355" y="1030"/>
                  </a:cubicBezTo>
                  <a:lnTo>
                    <a:pt x="3825" y="3305"/>
                  </a:lnTo>
                  <a:lnTo>
                    <a:pt x="627" y="3305"/>
                  </a:lnTo>
                  <a:lnTo>
                    <a:pt x="232" y="1108"/>
                  </a:lnTo>
                  <a:cubicBezTo>
                    <a:pt x="806" y="517"/>
                    <a:pt x="1569" y="220"/>
                    <a:pt x="2333" y="220"/>
                  </a:cubicBezTo>
                  <a:close/>
                  <a:moveTo>
                    <a:pt x="2327" y="1"/>
                  </a:moveTo>
                  <a:cubicBezTo>
                    <a:pt x="1489" y="1"/>
                    <a:pt x="653" y="335"/>
                    <a:pt x="34" y="995"/>
                  </a:cubicBezTo>
                  <a:cubicBezTo>
                    <a:pt x="11" y="1018"/>
                    <a:pt x="0" y="1053"/>
                    <a:pt x="6" y="1085"/>
                  </a:cubicBezTo>
                  <a:lnTo>
                    <a:pt x="433" y="3432"/>
                  </a:lnTo>
                  <a:cubicBezTo>
                    <a:pt x="441" y="3483"/>
                    <a:pt x="486" y="3520"/>
                    <a:pt x="538" y="3520"/>
                  </a:cubicBezTo>
                  <a:lnTo>
                    <a:pt x="3912" y="3520"/>
                  </a:lnTo>
                  <a:cubicBezTo>
                    <a:pt x="3959" y="3515"/>
                    <a:pt x="3999" y="3478"/>
                    <a:pt x="4007" y="3429"/>
                  </a:cubicBezTo>
                  <a:lnTo>
                    <a:pt x="4570" y="1014"/>
                  </a:lnTo>
                  <a:cubicBezTo>
                    <a:pt x="4577" y="978"/>
                    <a:pt x="4567" y="941"/>
                    <a:pt x="4540" y="916"/>
                  </a:cubicBezTo>
                  <a:cubicBezTo>
                    <a:pt x="4518" y="893"/>
                    <a:pt x="4495" y="871"/>
                    <a:pt x="4471" y="849"/>
                  </a:cubicBezTo>
                  <a:cubicBezTo>
                    <a:pt x="3866" y="282"/>
                    <a:pt x="3095" y="1"/>
                    <a:pt x="23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4810925" y="2134950"/>
              <a:ext cx="232450" cy="197100"/>
            </a:xfrm>
            <a:custGeom>
              <a:avLst/>
              <a:gdLst/>
              <a:ahLst/>
              <a:cxnLst/>
              <a:rect l="l" t="t" r="r" b="b"/>
              <a:pathLst>
                <a:path w="9298" h="7884" extrusionOk="0">
                  <a:moveTo>
                    <a:pt x="5855" y="0"/>
                  </a:moveTo>
                  <a:cubicBezTo>
                    <a:pt x="5855" y="0"/>
                    <a:pt x="4878" y="2852"/>
                    <a:pt x="4429" y="3453"/>
                  </a:cubicBezTo>
                  <a:cubicBezTo>
                    <a:pt x="3978" y="4055"/>
                    <a:pt x="2253" y="6013"/>
                    <a:pt x="1126" y="6754"/>
                  </a:cubicBezTo>
                  <a:cubicBezTo>
                    <a:pt x="1" y="7497"/>
                    <a:pt x="976" y="7881"/>
                    <a:pt x="1277" y="7881"/>
                  </a:cubicBezTo>
                  <a:lnTo>
                    <a:pt x="8706" y="7881"/>
                  </a:lnTo>
                  <a:cubicBezTo>
                    <a:pt x="8706" y="7881"/>
                    <a:pt x="8717" y="7884"/>
                    <a:pt x="8736" y="7884"/>
                  </a:cubicBezTo>
                  <a:cubicBezTo>
                    <a:pt x="8855" y="7884"/>
                    <a:pt x="9298" y="7771"/>
                    <a:pt x="9230" y="6081"/>
                  </a:cubicBezTo>
                  <a:cubicBezTo>
                    <a:pt x="9155" y="4129"/>
                    <a:pt x="8866" y="0"/>
                    <a:pt x="88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4821500" y="2132325"/>
              <a:ext cx="224100" cy="202300"/>
            </a:xfrm>
            <a:custGeom>
              <a:avLst/>
              <a:gdLst/>
              <a:ahLst/>
              <a:cxnLst/>
              <a:rect l="l" t="t" r="r" b="b"/>
              <a:pathLst>
                <a:path w="8964" h="8092" extrusionOk="0">
                  <a:moveTo>
                    <a:pt x="8338" y="214"/>
                  </a:moveTo>
                  <a:cubicBezTo>
                    <a:pt x="8385" y="854"/>
                    <a:pt x="8639" y="4425"/>
                    <a:pt x="8705" y="6186"/>
                  </a:cubicBezTo>
                  <a:cubicBezTo>
                    <a:pt x="8752" y="7356"/>
                    <a:pt x="8550" y="7717"/>
                    <a:pt x="8426" y="7827"/>
                  </a:cubicBezTo>
                  <a:cubicBezTo>
                    <a:pt x="8397" y="7860"/>
                    <a:pt x="8356" y="7878"/>
                    <a:pt x="8313" y="7879"/>
                  </a:cubicBezTo>
                  <a:lnTo>
                    <a:pt x="8309" y="7883"/>
                  </a:lnTo>
                  <a:lnTo>
                    <a:pt x="854" y="7883"/>
                  </a:lnTo>
                  <a:cubicBezTo>
                    <a:pt x="693" y="7883"/>
                    <a:pt x="340" y="7732"/>
                    <a:pt x="291" y="7569"/>
                  </a:cubicBezTo>
                  <a:cubicBezTo>
                    <a:pt x="242" y="7407"/>
                    <a:pt x="407" y="7190"/>
                    <a:pt x="761" y="6953"/>
                  </a:cubicBezTo>
                  <a:cubicBezTo>
                    <a:pt x="1862" y="6219"/>
                    <a:pt x="3593" y="4289"/>
                    <a:pt x="4091" y="3627"/>
                  </a:cubicBezTo>
                  <a:cubicBezTo>
                    <a:pt x="4510" y="3064"/>
                    <a:pt x="5349" y="673"/>
                    <a:pt x="5507" y="214"/>
                  </a:cubicBezTo>
                  <a:close/>
                  <a:moveTo>
                    <a:pt x="8446" y="1"/>
                  </a:moveTo>
                  <a:cubicBezTo>
                    <a:pt x="8445" y="1"/>
                    <a:pt x="8444" y="1"/>
                    <a:pt x="8443" y="1"/>
                  </a:cubicBezTo>
                  <a:lnTo>
                    <a:pt x="5428" y="1"/>
                  </a:lnTo>
                  <a:cubicBezTo>
                    <a:pt x="5381" y="1"/>
                    <a:pt x="5340" y="31"/>
                    <a:pt x="5325" y="74"/>
                  </a:cubicBezTo>
                  <a:cubicBezTo>
                    <a:pt x="5316" y="101"/>
                    <a:pt x="4342" y="2916"/>
                    <a:pt x="3915" y="3497"/>
                  </a:cubicBezTo>
                  <a:cubicBezTo>
                    <a:pt x="3425" y="4151"/>
                    <a:pt x="1719" y="6054"/>
                    <a:pt x="639" y="6774"/>
                  </a:cubicBezTo>
                  <a:cubicBezTo>
                    <a:pt x="188" y="7072"/>
                    <a:pt x="0" y="7361"/>
                    <a:pt x="81" y="7627"/>
                  </a:cubicBezTo>
                  <a:cubicBezTo>
                    <a:pt x="182" y="7958"/>
                    <a:pt x="666" y="8092"/>
                    <a:pt x="849" y="8092"/>
                  </a:cubicBezTo>
                  <a:lnTo>
                    <a:pt x="8313" y="8092"/>
                  </a:lnTo>
                  <a:cubicBezTo>
                    <a:pt x="8315" y="8092"/>
                    <a:pt x="8317" y="8092"/>
                    <a:pt x="8320" y="8092"/>
                  </a:cubicBezTo>
                  <a:cubicBezTo>
                    <a:pt x="8407" y="8092"/>
                    <a:pt x="8491" y="8062"/>
                    <a:pt x="8559" y="8007"/>
                  </a:cubicBezTo>
                  <a:cubicBezTo>
                    <a:pt x="8840" y="7779"/>
                    <a:pt x="8964" y="7164"/>
                    <a:pt x="8925" y="6183"/>
                  </a:cubicBezTo>
                  <a:cubicBezTo>
                    <a:pt x="8852" y="4252"/>
                    <a:pt x="8550" y="142"/>
                    <a:pt x="8550" y="99"/>
                  </a:cubicBezTo>
                  <a:cubicBezTo>
                    <a:pt x="8547" y="44"/>
                    <a:pt x="8501" y="1"/>
                    <a:pt x="84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4826225" y="2221325"/>
              <a:ext cx="159975" cy="95625"/>
            </a:xfrm>
            <a:custGeom>
              <a:avLst/>
              <a:gdLst/>
              <a:ahLst/>
              <a:cxnLst/>
              <a:rect l="l" t="t" r="r" b="b"/>
              <a:pathLst>
                <a:path w="6399" h="3825" extrusionOk="0">
                  <a:moveTo>
                    <a:pt x="4125" y="0"/>
                  </a:moveTo>
                  <a:cubicBezTo>
                    <a:pt x="4009" y="0"/>
                    <a:pt x="3892" y="13"/>
                    <a:pt x="3775" y="38"/>
                  </a:cubicBezTo>
                  <a:cubicBezTo>
                    <a:pt x="3282" y="679"/>
                    <a:pt x="1609" y="2564"/>
                    <a:pt x="507" y="3298"/>
                  </a:cubicBezTo>
                  <a:cubicBezTo>
                    <a:pt x="288" y="3417"/>
                    <a:pt x="111" y="3600"/>
                    <a:pt x="1" y="3825"/>
                  </a:cubicBezTo>
                  <a:lnTo>
                    <a:pt x="6360" y="3825"/>
                  </a:lnTo>
                  <a:cubicBezTo>
                    <a:pt x="6398" y="2763"/>
                    <a:pt x="6110" y="1715"/>
                    <a:pt x="5535" y="821"/>
                  </a:cubicBezTo>
                  <a:cubicBezTo>
                    <a:pt x="5243" y="306"/>
                    <a:pt x="4700" y="0"/>
                    <a:pt x="4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4823650" y="2218675"/>
              <a:ext cx="165525" cy="100925"/>
            </a:xfrm>
            <a:custGeom>
              <a:avLst/>
              <a:gdLst/>
              <a:ahLst/>
              <a:cxnLst/>
              <a:rect l="l" t="t" r="r" b="b"/>
              <a:pathLst>
                <a:path w="6621" h="4037" extrusionOk="0">
                  <a:moveTo>
                    <a:pt x="4233" y="213"/>
                  </a:moveTo>
                  <a:cubicBezTo>
                    <a:pt x="4771" y="213"/>
                    <a:pt x="5278" y="502"/>
                    <a:pt x="5549" y="983"/>
                  </a:cubicBezTo>
                  <a:cubicBezTo>
                    <a:pt x="6086" y="1831"/>
                    <a:pt x="6369" y="2818"/>
                    <a:pt x="6363" y="3823"/>
                  </a:cubicBezTo>
                  <a:lnTo>
                    <a:pt x="294" y="3823"/>
                  </a:lnTo>
                  <a:cubicBezTo>
                    <a:pt x="401" y="3694"/>
                    <a:pt x="528" y="3582"/>
                    <a:pt x="669" y="3493"/>
                  </a:cubicBezTo>
                  <a:cubicBezTo>
                    <a:pt x="1767" y="2762"/>
                    <a:pt x="3422" y="908"/>
                    <a:pt x="3938" y="243"/>
                  </a:cubicBezTo>
                  <a:cubicBezTo>
                    <a:pt x="4036" y="223"/>
                    <a:pt x="4135" y="213"/>
                    <a:pt x="4233" y="213"/>
                  </a:cubicBezTo>
                  <a:close/>
                  <a:moveTo>
                    <a:pt x="4234" y="0"/>
                  </a:moveTo>
                  <a:cubicBezTo>
                    <a:pt x="4113" y="0"/>
                    <a:pt x="3992" y="13"/>
                    <a:pt x="3871" y="39"/>
                  </a:cubicBezTo>
                  <a:cubicBezTo>
                    <a:pt x="3842" y="43"/>
                    <a:pt x="3818" y="56"/>
                    <a:pt x="3802" y="79"/>
                  </a:cubicBezTo>
                  <a:cubicBezTo>
                    <a:pt x="3330" y="703"/>
                    <a:pt x="1654" y="2585"/>
                    <a:pt x="558" y="3316"/>
                  </a:cubicBezTo>
                  <a:cubicBezTo>
                    <a:pt x="321" y="3447"/>
                    <a:pt x="129" y="3649"/>
                    <a:pt x="13" y="3893"/>
                  </a:cubicBezTo>
                  <a:cubicBezTo>
                    <a:pt x="1" y="3926"/>
                    <a:pt x="7" y="3963"/>
                    <a:pt x="28" y="3992"/>
                  </a:cubicBezTo>
                  <a:cubicBezTo>
                    <a:pt x="47" y="4020"/>
                    <a:pt x="78" y="4036"/>
                    <a:pt x="112" y="4036"/>
                  </a:cubicBezTo>
                  <a:lnTo>
                    <a:pt x="6472" y="4036"/>
                  </a:lnTo>
                  <a:cubicBezTo>
                    <a:pt x="6525" y="4035"/>
                    <a:pt x="6571" y="3995"/>
                    <a:pt x="6576" y="3941"/>
                  </a:cubicBezTo>
                  <a:cubicBezTo>
                    <a:pt x="6621" y="2856"/>
                    <a:pt x="6327" y="1784"/>
                    <a:pt x="5736" y="872"/>
                  </a:cubicBezTo>
                  <a:cubicBezTo>
                    <a:pt x="5423" y="325"/>
                    <a:pt x="4845" y="0"/>
                    <a:pt x="4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5002300" y="2238425"/>
              <a:ext cx="39925" cy="74725"/>
            </a:xfrm>
            <a:custGeom>
              <a:avLst/>
              <a:gdLst/>
              <a:ahLst/>
              <a:cxnLst/>
              <a:rect l="l" t="t" r="r" b="b"/>
              <a:pathLst>
                <a:path w="1597" h="2989" extrusionOk="0">
                  <a:moveTo>
                    <a:pt x="1477" y="0"/>
                  </a:moveTo>
                  <a:cubicBezTo>
                    <a:pt x="876" y="724"/>
                    <a:pt x="0" y="1952"/>
                    <a:pt x="0" y="2987"/>
                  </a:cubicBezTo>
                  <a:lnTo>
                    <a:pt x="1532" y="2989"/>
                  </a:lnTo>
                  <a:cubicBezTo>
                    <a:pt x="1581" y="2642"/>
                    <a:pt x="1596" y="2290"/>
                    <a:pt x="1575" y="1939"/>
                  </a:cubicBezTo>
                  <a:cubicBezTo>
                    <a:pt x="1556" y="1411"/>
                    <a:pt x="1520" y="724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4999600" y="2235800"/>
              <a:ext cx="45050" cy="80025"/>
            </a:xfrm>
            <a:custGeom>
              <a:avLst/>
              <a:gdLst/>
              <a:ahLst/>
              <a:cxnLst/>
              <a:rect l="l" t="t" r="r" b="b"/>
              <a:pathLst>
                <a:path w="1802" h="3201" extrusionOk="0">
                  <a:moveTo>
                    <a:pt x="1493" y="387"/>
                  </a:moveTo>
                  <a:cubicBezTo>
                    <a:pt x="1535" y="1070"/>
                    <a:pt x="1561" y="1621"/>
                    <a:pt x="1576" y="2049"/>
                  </a:cubicBezTo>
                  <a:cubicBezTo>
                    <a:pt x="1593" y="2361"/>
                    <a:pt x="1584" y="2675"/>
                    <a:pt x="1549" y="2987"/>
                  </a:cubicBezTo>
                  <a:lnTo>
                    <a:pt x="218" y="2987"/>
                  </a:lnTo>
                  <a:cubicBezTo>
                    <a:pt x="272" y="2092"/>
                    <a:pt x="973" y="1047"/>
                    <a:pt x="1493" y="387"/>
                  </a:cubicBezTo>
                  <a:close/>
                  <a:moveTo>
                    <a:pt x="1575" y="0"/>
                  </a:moveTo>
                  <a:cubicBezTo>
                    <a:pt x="1545" y="0"/>
                    <a:pt x="1515" y="13"/>
                    <a:pt x="1494" y="38"/>
                  </a:cubicBezTo>
                  <a:cubicBezTo>
                    <a:pt x="817" y="860"/>
                    <a:pt x="1" y="2059"/>
                    <a:pt x="1" y="3094"/>
                  </a:cubicBezTo>
                  <a:cubicBezTo>
                    <a:pt x="1" y="3152"/>
                    <a:pt x="49" y="3201"/>
                    <a:pt x="108" y="3201"/>
                  </a:cubicBezTo>
                  <a:lnTo>
                    <a:pt x="1640" y="3201"/>
                  </a:lnTo>
                  <a:cubicBezTo>
                    <a:pt x="1692" y="3197"/>
                    <a:pt x="1733" y="3156"/>
                    <a:pt x="1739" y="3107"/>
                  </a:cubicBezTo>
                  <a:cubicBezTo>
                    <a:pt x="1786" y="2753"/>
                    <a:pt x="1801" y="2397"/>
                    <a:pt x="1782" y="2040"/>
                  </a:cubicBezTo>
                  <a:cubicBezTo>
                    <a:pt x="1765" y="1563"/>
                    <a:pt x="1731" y="910"/>
                    <a:pt x="1682" y="100"/>
                  </a:cubicBezTo>
                  <a:cubicBezTo>
                    <a:pt x="1679" y="56"/>
                    <a:pt x="1651" y="19"/>
                    <a:pt x="1609" y="6"/>
                  </a:cubicBezTo>
                  <a:cubicBezTo>
                    <a:pt x="1598" y="2"/>
                    <a:pt x="1586" y="0"/>
                    <a:pt x="15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4944375" y="2134900"/>
              <a:ext cx="90450" cy="35700"/>
            </a:xfrm>
            <a:custGeom>
              <a:avLst/>
              <a:gdLst/>
              <a:ahLst/>
              <a:cxnLst/>
              <a:rect l="l" t="t" r="r" b="b"/>
              <a:pathLst>
                <a:path w="3618" h="1428" extrusionOk="0">
                  <a:moveTo>
                    <a:pt x="517" y="1"/>
                  </a:moveTo>
                  <a:cubicBezTo>
                    <a:pt x="517" y="1"/>
                    <a:pt x="288" y="668"/>
                    <a:pt x="0" y="1427"/>
                  </a:cubicBezTo>
                  <a:lnTo>
                    <a:pt x="3617" y="1427"/>
                  </a:lnTo>
                  <a:cubicBezTo>
                    <a:pt x="3562" y="589"/>
                    <a:pt x="3517" y="1"/>
                    <a:pt x="3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4941325" y="2132225"/>
              <a:ext cx="96550" cy="41050"/>
            </a:xfrm>
            <a:custGeom>
              <a:avLst/>
              <a:gdLst/>
              <a:ahLst/>
              <a:cxnLst/>
              <a:rect l="l" t="t" r="r" b="b"/>
              <a:pathLst>
                <a:path w="3862" h="1642" extrusionOk="0">
                  <a:moveTo>
                    <a:pt x="3541" y="213"/>
                  </a:moveTo>
                  <a:cubicBezTo>
                    <a:pt x="3554" y="404"/>
                    <a:pt x="3586" y="848"/>
                    <a:pt x="3626" y="1427"/>
                  </a:cubicBezTo>
                  <a:lnTo>
                    <a:pt x="276" y="1427"/>
                  </a:lnTo>
                  <a:cubicBezTo>
                    <a:pt x="483" y="878"/>
                    <a:pt x="651" y="391"/>
                    <a:pt x="714" y="213"/>
                  </a:cubicBezTo>
                  <a:close/>
                  <a:moveTo>
                    <a:pt x="3653" y="1"/>
                  </a:moveTo>
                  <a:cubicBezTo>
                    <a:pt x="3652" y="1"/>
                    <a:pt x="3651" y="1"/>
                    <a:pt x="3650" y="1"/>
                  </a:cubicBezTo>
                  <a:lnTo>
                    <a:pt x="630" y="1"/>
                  </a:lnTo>
                  <a:cubicBezTo>
                    <a:pt x="584" y="1"/>
                    <a:pt x="542" y="30"/>
                    <a:pt x="527" y="74"/>
                  </a:cubicBezTo>
                  <a:cubicBezTo>
                    <a:pt x="526" y="79"/>
                    <a:pt x="297" y="749"/>
                    <a:pt x="14" y="1495"/>
                  </a:cubicBezTo>
                  <a:cubicBezTo>
                    <a:pt x="0" y="1528"/>
                    <a:pt x="6" y="1565"/>
                    <a:pt x="27" y="1594"/>
                  </a:cubicBezTo>
                  <a:cubicBezTo>
                    <a:pt x="46" y="1623"/>
                    <a:pt x="79" y="1641"/>
                    <a:pt x="113" y="1641"/>
                  </a:cubicBezTo>
                  <a:lnTo>
                    <a:pt x="3749" y="1641"/>
                  </a:lnTo>
                  <a:cubicBezTo>
                    <a:pt x="3752" y="1641"/>
                    <a:pt x="3755" y="1640"/>
                    <a:pt x="3758" y="1640"/>
                  </a:cubicBezTo>
                  <a:cubicBezTo>
                    <a:pt x="3818" y="1635"/>
                    <a:pt x="3861" y="1583"/>
                    <a:pt x="3857" y="1525"/>
                  </a:cubicBezTo>
                  <a:cubicBezTo>
                    <a:pt x="3799" y="687"/>
                    <a:pt x="3757" y="99"/>
                    <a:pt x="3757" y="99"/>
                  </a:cubicBezTo>
                  <a:cubicBezTo>
                    <a:pt x="3753" y="43"/>
                    <a:pt x="3708" y="1"/>
                    <a:pt x="36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5324225" y="1643400"/>
              <a:ext cx="170825" cy="491575"/>
            </a:xfrm>
            <a:custGeom>
              <a:avLst/>
              <a:gdLst/>
              <a:ahLst/>
              <a:cxnLst/>
              <a:rect l="l" t="t" r="r" b="b"/>
              <a:pathLst>
                <a:path w="6833" h="19663" extrusionOk="0">
                  <a:moveTo>
                    <a:pt x="1051" y="1"/>
                  </a:moveTo>
                  <a:cubicBezTo>
                    <a:pt x="1051" y="1"/>
                    <a:pt x="1" y="1125"/>
                    <a:pt x="150" y="5252"/>
                  </a:cubicBezTo>
                  <a:cubicBezTo>
                    <a:pt x="299" y="9381"/>
                    <a:pt x="2027" y="14411"/>
                    <a:pt x="2027" y="14411"/>
                  </a:cubicBezTo>
                  <a:lnTo>
                    <a:pt x="2102" y="19662"/>
                  </a:lnTo>
                  <a:lnTo>
                    <a:pt x="5107" y="19662"/>
                  </a:lnTo>
                  <a:lnTo>
                    <a:pt x="5107" y="15234"/>
                  </a:lnTo>
                  <a:cubicBezTo>
                    <a:pt x="5107" y="15234"/>
                    <a:pt x="6832" y="9231"/>
                    <a:pt x="6832" y="6677"/>
                  </a:cubicBezTo>
                  <a:cubicBezTo>
                    <a:pt x="6832" y="4125"/>
                    <a:pt x="5181" y="297"/>
                    <a:pt x="5181" y="297"/>
                  </a:cubicBezTo>
                  <a:lnTo>
                    <a:pt x="105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5321550" y="1640600"/>
              <a:ext cx="175975" cy="496975"/>
            </a:xfrm>
            <a:custGeom>
              <a:avLst/>
              <a:gdLst/>
              <a:ahLst/>
              <a:cxnLst/>
              <a:rect l="l" t="t" r="r" b="b"/>
              <a:pathLst>
                <a:path w="7039" h="19879" extrusionOk="0">
                  <a:moveTo>
                    <a:pt x="1202" y="216"/>
                  </a:moveTo>
                  <a:lnTo>
                    <a:pt x="5209" y="507"/>
                  </a:lnTo>
                  <a:cubicBezTo>
                    <a:pt x="5416" y="1002"/>
                    <a:pt x="6826" y="4456"/>
                    <a:pt x="6826" y="6785"/>
                  </a:cubicBezTo>
                  <a:cubicBezTo>
                    <a:pt x="6826" y="9298"/>
                    <a:pt x="5121" y="15255"/>
                    <a:pt x="5102" y="15315"/>
                  </a:cubicBezTo>
                  <a:cubicBezTo>
                    <a:pt x="5102" y="15325"/>
                    <a:pt x="5102" y="15336"/>
                    <a:pt x="5102" y="15345"/>
                  </a:cubicBezTo>
                  <a:lnTo>
                    <a:pt x="5102" y="19666"/>
                  </a:lnTo>
                  <a:lnTo>
                    <a:pt x="2313" y="19666"/>
                  </a:lnTo>
                  <a:lnTo>
                    <a:pt x="2230" y="14514"/>
                  </a:lnTo>
                  <a:cubicBezTo>
                    <a:pt x="2231" y="14502"/>
                    <a:pt x="2231" y="14492"/>
                    <a:pt x="2230" y="14480"/>
                  </a:cubicBezTo>
                  <a:cubicBezTo>
                    <a:pt x="2213" y="14430"/>
                    <a:pt x="507" y="9419"/>
                    <a:pt x="360" y="5354"/>
                  </a:cubicBezTo>
                  <a:cubicBezTo>
                    <a:pt x="227" y="1733"/>
                    <a:pt x="1036" y="443"/>
                    <a:pt x="1202" y="216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1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5209" y="19878"/>
                  </a:lnTo>
                  <a:cubicBezTo>
                    <a:pt x="5266" y="19877"/>
                    <a:pt x="5310" y="19831"/>
                    <a:pt x="5312" y="19774"/>
                  </a:cubicBezTo>
                  <a:lnTo>
                    <a:pt x="5312" y="15361"/>
                  </a:lnTo>
                  <a:cubicBezTo>
                    <a:pt x="5426" y="14958"/>
                    <a:pt x="7039" y="9334"/>
                    <a:pt x="7039" y="6789"/>
                  </a:cubicBezTo>
                  <a:cubicBezTo>
                    <a:pt x="7039" y="4246"/>
                    <a:pt x="5394" y="408"/>
                    <a:pt x="5380" y="369"/>
                  </a:cubicBezTo>
                  <a:cubicBezTo>
                    <a:pt x="5362" y="332"/>
                    <a:pt x="5328" y="308"/>
                    <a:pt x="5288" y="305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5324225" y="1643400"/>
              <a:ext cx="95675" cy="491575"/>
            </a:xfrm>
            <a:custGeom>
              <a:avLst/>
              <a:gdLst/>
              <a:ahLst/>
              <a:cxnLst/>
              <a:rect l="l" t="t" r="r" b="b"/>
              <a:pathLst>
                <a:path w="3827" h="19663" extrusionOk="0">
                  <a:moveTo>
                    <a:pt x="1049" y="1"/>
                  </a:moveTo>
                  <a:cubicBezTo>
                    <a:pt x="1049" y="1"/>
                    <a:pt x="1" y="1125"/>
                    <a:pt x="150" y="5252"/>
                  </a:cubicBezTo>
                  <a:cubicBezTo>
                    <a:pt x="299" y="9381"/>
                    <a:pt x="2026" y="14411"/>
                    <a:pt x="2026" y="14411"/>
                  </a:cubicBezTo>
                  <a:lnTo>
                    <a:pt x="2102" y="19662"/>
                  </a:lnTo>
                  <a:lnTo>
                    <a:pt x="3826" y="19662"/>
                  </a:lnTo>
                  <a:lnTo>
                    <a:pt x="3826" y="199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5321550" y="1640600"/>
              <a:ext cx="100900" cy="496975"/>
            </a:xfrm>
            <a:custGeom>
              <a:avLst/>
              <a:gdLst/>
              <a:ahLst/>
              <a:cxnLst/>
              <a:rect l="l" t="t" r="r" b="b"/>
              <a:pathLst>
                <a:path w="4036" h="19879" extrusionOk="0">
                  <a:moveTo>
                    <a:pt x="1207" y="219"/>
                  </a:moveTo>
                  <a:lnTo>
                    <a:pt x="3827" y="411"/>
                  </a:lnTo>
                  <a:lnTo>
                    <a:pt x="3827" y="19666"/>
                  </a:lnTo>
                  <a:lnTo>
                    <a:pt x="2313" y="19666"/>
                  </a:lnTo>
                  <a:lnTo>
                    <a:pt x="2234" y="14518"/>
                  </a:lnTo>
                  <a:cubicBezTo>
                    <a:pt x="2236" y="14506"/>
                    <a:pt x="2236" y="14494"/>
                    <a:pt x="2234" y="14484"/>
                  </a:cubicBezTo>
                  <a:cubicBezTo>
                    <a:pt x="2216" y="14435"/>
                    <a:pt x="511" y="9423"/>
                    <a:pt x="364" y="5358"/>
                  </a:cubicBezTo>
                  <a:cubicBezTo>
                    <a:pt x="232" y="1737"/>
                    <a:pt x="1040" y="448"/>
                    <a:pt x="1207" y="219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0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3933" y="19878"/>
                  </a:lnTo>
                  <a:cubicBezTo>
                    <a:pt x="3990" y="19877"/>
                    <a:pt x="4034" y="19831"/>
                    <a:pt x="4036" y="19774"/>
                  </a:cubicBezTo>
                  <a:lnTo>
                    <a:pt x="4036" y="309"/>
                  </a:lnTo>
                  <a:cubicBezTo>
                    <a:pt x="4036" y="253"/>
                    <a:pt x="3993" y="207"/>
                    <a:pt x="3937" y="202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5251025" y="1401000"/>
              <a:ext cx="294975" cy="274750"/>
            </a:xfrm>
            <a:custGeom>
              <a:avLst/>
              <a:gdLst/>
              <a:ahLst/>
              <a:cxnLst/>
              <a:rect l="l" t="t" r="r" b="b"/>
              <a:pathLst>
                <a:path w="11799" h="10990" extrusionOk="0">
                  <a:moveTo>
                    <a:pt x="4837" y="0"/>
                  </a:moveTo>
                  <a:cubicBezTo>
                    <a:pt x="4449" y="0"/>
                    <a:pt x="4083" y="98"/>
                    <a:pt x="3754" y="314"/>
                  </a:cubicBezTo>
                  <a:cubicBezTo>
                    <a:pt x="1803" y="1588"/>
                    <a:pt x="0" y="4666"/>
                    <a:pt x="377" y="6692"/>
                  </a:cubicBezTo>
                  <a:cubicBezTo>
                    <a:pt x="752" y="8717"/>
                    <a:pt x="2628" y="9919"/>
                    <a:pt x="2628" y="9919"/>
                  </a:cubicBezTo>
                  <a:cubicBezTo>
                    <a:pt x="2628" y="9919"/>
                    <a:pt x="3348" y="10989"/>
                    <a:pt x="5110" y="10989"/>
                  </a:cubicBezTo>
                  <a:cubicBezTo>
                    <a:pt x="5487" y="10989"/>
                    <a:pt x="5912" y="10940"/>
                    <a:pt x="6388" y="10821"/>
                  </a:cubicBezTo>
                  <a:cubicBezTo>
                    <a:pt x="9086" y="10145"/>
                    <a:pt x="11799" y="7591"/>
                    <a:pt x="10365" y="4740"/>
                  </a:cubicBezTo>
                  <a:cubicBezTo>
                    <a:pt x="9174" y="2370"/>
                    <a:pt x="6744" y="0"/>
                    <a:pt x="4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5248150" y="1398150"/>
              <a:ext cx="277900" cy="280200"/>
            </a:xfrm>
            <a:custGeom>
              <a:avLst/>
              <a:gdLst/>
              <a:ahLst/>
              <a:cxnLst/>
              <a:rect l="l" t="t" r="r" b="b"/>
              <a:pathLst>
                <a:path w="11116" h="11208" extrusionOk="0">
                  <a:moveTo>
                    <a:pt x="4932" y="220"/>
                  </a:moveTo>
                  <a:cubicBezTo>
                    <a:pt x="4942" y="220"/>
                    <a:pt x="4952" y="220"/>
                    <a:pt x="4962" y="221"/>
                  </a:cubicBezTo>
                  <a:lnTo>
                    <a:pt x="4950" y="221"/>
                  </a:lnTo>
                  <a:cubicBezTo>
                    <a:pt x="5188" y="221"/>
                    <a:pt x="5423" y="252"/>
                    <a:pt x="5653" y="314"/>
                  </a:cubicBezTo>
                  <a:cubicBezTo>
                    <a:pt x="7289" y="755"/>
                    <a:pt x="9281" y="2683"/>
                    <a:pt x="10389" y="4897"/>
                  </a:cubicBezTo>
                  <a:cubicBezTo>
                    <a:pt x="10870" y="5809"/>
                    <a:pt x="10894" y="6893"/>
                    <a:pt x="10456" y="7825"/>
                  </a:cubicBezTo>
                  <a:cubicBezTo>
                    <a:pt x="9823" y="9203"/>
                    <a:pt x="8263" y="10380"/>
                    <a:pt x="6479" y="10826"/>
                  </a:cubicBezTo>
                  <a:cubicBezTo>
                    <a:pt x="6004" y="10946"/>
                    <a:pt x="5583" y="10995"/>
                    <a:pt x="5210" y="10995"/>
                  </a:cubicBezTo>
                  <a:cubicBezTo>
                    <a:pt x="3554" y="10995"/>
                    <a:pt x="2877" y="10023"/>
                    <a:pt x="2841" y="9973"/>
                  </a:cubicBezTo>
                  <a:cubicBezTo>
                    <a:pt x="2833" y="9961"/>
                    <a:pt x="2822" y="9952"/>
                    <a:pt x="2812" y="9943"/>
                  </a:cubicBezTo>
                  <a:cubicBezTo>
                    <a:pt x="2792" y="9933"/>
                    <a:pt x="968" y="8742"/>
                    <a:pt x="607" y="6787"/>
                  </a:cubicBezTo>
                  <a:cubicBezTo>
                    <a:pt x="227" y="4731"/>
                    <a:pt x="2084" y="1729"/>
                    <a:pt x="3937" y="517"/>
                  </a:cubicBezTo>
                  <a:cubicBezTo>
                    <a:pt x="4233" y="324"/>
                    <a:pt x="4579" y="220"/>
                    <a:pt x="4932" y="220"/>
                  </a:cubicBezTo>
                  <a:close/>
                  <a:moveTo>
                    <a:pt x="5008" y="0"/>
                  </a:moveTo>
                  <a:cubicBezTo>
                    <a:pt x="4593" y="0"/>
                    <a:pt x="4181" y="115"/>
                    <a:pt x="3820" y="338"/>
                  </a:cubicBezTo>
                  <a:cubicBezTo>
                    <a:pt x="1914" y="1586"/>
                    <a:pt x="1" y="4693"/>
                    <a:pt x="397" y="6826"/>
                  </a:cubicBezTo>
                  <a:cubicBezTo>
                    <a:pt x="760" y="8794"/>
                    <a:pt x="2466" y="9978"/>
                    <a:pt x="2679" y="10112"/>
                  </a:cubicBezTo>
                  <a:cubicBezTo>
                    <a:pt x="2789" y="10260"/>
                    <a:pt x="3564" y="11207"/>
                    <a:pt x="5239" y="11207"/>
                  </a:cubicBezTo>
                  <a:cubicBezTo>
                    <a:pt x="5675" y="11203"/>
                    <a:pt x="6108" y="11143"/>
                    <a:pt x="6531" y="11033"/>
                  </a:cubicBezTo>
                  <a:cubicBezTo>
                    <a:pt x="8374" y="10572"/>
                    <a:pt x="9991" y="9348"/>
                    <a:pt x="10651" y="7912"/>
                  </a:cubicBezTo>
                  <a:cubicBezTo>
                    <a:pt x="11115" y="6922"/>
                    <a:pt x="11089" y="5771"/>
                    <a:pt x="10578" y="4804"/>
                  </a:cubicBezTo>
                  <a:cubicBezTo>
                    <a:pt x="9607" y="2868"/>
                    <a:pt x="7627" y="630"/>
                    <a:pt x="5708" y="112"/>
                  </a:cubicBezTo>
                  <a:cubicBezTo>
                    <a:pt x="5479" y="37"/>
                    <a:pt x="5243" y="0"/>
                    <a:pt x="50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5367300" y="1422850"/>
              <a:ext cx="66650" cy="170600"/>
            </a:xfrm>
            <a:custGeom>
              <a:avLst/>
              <a:gdLst/>
              <a:ahLst/>
              <a:cxnLst/>
              <a:rect l="l" t="t" r="r" b="b"/>
              <a:pathLst>
                <a:path w="2666" h="6824" extrusionOk="0">
                  <a:moveTo>
                    <a:pt x="2555" y="0"/>
                  </a:moveTo>
                  <a:cubicBezTo>
                    <a:pt x="2502" y="0"/>
                    <a:pt x="2455" y="40"/>
                    <a:pt x="2448" y="95"/>
                  </a:cubicBezTo>
                  <a:lnTo>
                    <a:pt x="2191" y="2671"/>
                  </a:lnTo>
                  <a:lnTo>
                    <a:pt x="602" y="2001"/>
                  </a:lnTo>
                  <a:cubicBezTo>
                    <a:pt x="587" y="1992"/>
                    <a:pt x="571" y="1988"/>
                    <a:pt x="554" y="1988"/>
                  </a:cubicBezTo>
                  <a:cubicBezTo>
                    <a:pt x="538" y="1988"/>
                    <a:pt x="521" y="1992"/>
                    <a:pt x="505" y="2001"/>
                  </a:cubicBezTo>
                  <a:cubicBezTo>
                    <a:pt x="476" y="2017"/>
                    <a:pt x="458" y="2048"/>
                    <a:pt x="455" y="2082"/>
                  </a:cubicBezTo>
                  <a:cubicBezTo>
                    <a:pt x="453" y="2090"/>
                    <a:pt x="361" y="3003"/>
                    <a:pt x="184" y="4069"/>
                  </a:cubicBezTo>
                  <a:cubicBezTo>
                    <a:pt x="65" y="4946"/>
                    <a:pt x="4" y="5830"/>
                    <a:pt x="1" y="6716"/>
                  </a:cubicBezTo>
                  <a:cubicBezTo>
                    <a:pt x="1" y="6774"/>
                    <a:pt x="48" y="6822"/>
                    <a:pt x="108" y="6822"/>
                  </a:cubicBezTo>
                  <a:lnTo>
                    <a:pt x="108" y="6823"/>
                  </a:lnTo>
                  <a:cubicBezTo>
                    <a:pt x="163" y="6823"/>
                    <a:pt x="209" y="6780"/>
                    <a:pt x="214" y="6725"/>
                  </a:cubicBezTo>
                  <a:cubicBezTo>
                    <a:pt x="217" y="5851"/>
                    <a:pt x="276" y="4978"/>
                    <a:pt x="394" y="4112"/>
                  </a:cubicBezTo>
                  <a:cubicBezTo>
                    <a:pt x="532" y="3284"/>
                    <a:pt x="619" y="2553"/>
                    <a:pt x="651" y="2255"/>
                  </a:cubicBezTo>
                  <a:lnTo>
                    <a:pt x="2244" y="2909"/>
                  </a:lnTo>
                  <a:cubicBezTo>
                    <a:pt x="2259" y="2916"/>
                    <a:pt x="2276" y="2920"/>
                    <a:pt x="2292" y="2920"/>
                  </a:cubicBezTo>
                  <a:cubicBezTo>
                    <a:pt x="2308" y="2920"/>
                    <a:pt x="2325" y="2916"/>
                    <a:pt x="2340" y="2909"/>
                  </a:cubicBezTo>
                  <a:cubicBezTo>
                    <a:pt x="2368" y="2891"/>
                    <a:pt x="2387" y="2861"/>
                    <a:pt x="2392" y="2828"/>
                  </a:cubicBezTo>
                  <a:lnTo>
                    <a:pt x="2660" y="116"/>
                  </a:lnTo>
                  <a:lnTo>
                    <a:pt x="2660" y="114"/>
                  </a:lnTo>
                  <a:cubicBezTo>
                    <a:pt x="2666" y="57"/>
                    <a:pt x="2624" y="7"/>
                    <a:pt x="2566" y="1"/>
                  </a:cubicBezTo>
                  <a:cubicBezTo>
                    <a:pt x="2562" y="1"/>
                    <a:pt x="2559" y="0"/>
                    <a:pt x="2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5313000" y="1568300"/>
              <a:ext cx="151975" cy="151950"/>
            </a:xfrm>
            <a:custGeom>
              <a:avLst/>
              <a:gdLst/>
              <a:ahLst/>
              <a:cxnLst/>
              <a:rect l="l" t="t" r="r" b="b"/>
              <a:pathLst>
                <a:path w="6079" h="6078" extrusionOk="0">
                  <a:moveTo>
                    <a:pt x="3039" y="0"/>
                  </a:moveTo>
                  <a:cubicBezTo>
                    <a:pt x="1360" y="0"/>
                    <a:pt x="0" y="1361"/>
                    <a:pt x="0" y="3039"/>
                  </a:cubicBezTo>
                  <a:cubicBezTo>
                    <a:pt x="0" y="4717"/>
                    <a:pt x="1360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5310200" y="1565575"/>
              <a:ext cx="157400" cy="157400"/>
            </a:xfrm>
            <a:custGeom>
              <a:avLst/>
              <a:gdLst/>
              <a:ahLst/>
              <a:cxnLst/>
              <a:rect l="l" t="t" r="r" b="b"/>
              <a:pathLst>
                <a:path w="6296" h="6296" extrusionOk="0">
                  <a:moveTo>
                    <a:pt x="3151" y="215"/>
                  </a:moveTo>
                  <a:cubicBezTo>
                    <a:pt x="4773" y="218"/>
                    <a:pt x="6086" y="1534"/>
                    <a:pt x="6083" y="3157"/>
                  </a:cubicBezTo>
                  <a:cubicBezTo>
                    <a:pt x="6080" y="4775"/>
                    <a:pt x="4767" y="6084"/>
                    <a:pt x="3149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5" y="6083"/>
                    <a:pt x="214" y="4768"/>
                    <a:pt x="214" y="3148"/>
                  </a:cubicBezTo>
                  <a:cubicBezTo>
                    <a:pt x="215" y="1527"/>
                    <a:pt x="1530" y="215"/>
                    <a:pt x="3151" y="215"/>
                  </a:cubicBezTo>
                  <a:close/>
                  <a:moveTo>
                    <a:pt x="3149" y="0"/>
                  </a:moveTo>
                  <a:cubicBezTo>
                    <a:pt x="3149" y="0"/>
                    <a:pt x="3148" y="0"/>
                    <a:pt x="3147" y="0"/>
                  </a:cubicBezTo>
                  <a:cubicBezTo>
                    <a:pt x="1408" y="2"/>
                    <a:pt x="1" y="1412"/>
                    <a:pt x="1" y="3150"/>
                  </a:cubicBezTo>
                  <a:cubicBezTo>
                    <a:pt x="2" y="4888"/>
                    <a:pt x="1411" y="6296"/>
                    <a:pt x="3148" y="6296"/>
                  </a:cubicBezTo>
                  <a:cubicBezTo>
                    <a:pt x="3149" y="6296"/>
                    <a:pt x="3150" y="6296"/>
                    <a:pt x="3151" y="6296"/>
                  </a:cubicBezTo>
                  <a:cubicBezTo>
                    <a:pt x="4884" y="6291"/>
                    <a:pt x="6290" y="4890"/>
                    <a:pt x="6296" y="3157"/>
                  </a:cubicBezTo>
                  <a:lnTo>
                    <a:pt x="6296" y="3145"/>
                  </a:lnTo>
                  <a:cubicBezTo>
                    <a:pt x="6296" y="1408"/>
                    <a:pt x="4886" y="0"/>
                    <a:pt x="31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5333250" y="1568300"/>
              <a:ext cx="109150" cy="82425"/>
            </a:xfrm>
            <a:custGeom>
              <a:avLst/>
              <a:gdLst/>
              <a:ahLst/>
              <a:cxnLst/>
              <a:rect l="l" t="t" r="r" b="b"/>
              <a:pathLst>
                <a:path w="4366" h="3297" extrusionOk="0">
                  <a:moveTo>
                    <a:pt x="2240" y="0"/>
                  </a:moveTo>
                  <a:cubicBezTo>
                    <a:pt x="1455" y="0"/>
                    <a:pt x="671" y="303"/>
                    <a:pt x="78" y="907"/>
                  </a:cubicBezTo>
                  <a:cubicBezTo>
                    <a:pt x="55" y="929"/>
                    <a:pt x="33" y="953"/>
                    <a:pt x="11" y="977"/>
                  </a:cubicBezTo>
                  <a:lnTo>
                    <a:pt x="0" y="977"/>
                  </a:lnTo>
                  <a:lnTo>
                    <a:pt x="428" y="3297"/>
                  </a:lnTo>
                  <a:lnTo>
                    <a:pt x="3800" y="3297"/>
                  </a:lnTo>
                  <a:lnTo>
                    <a:pt x="4366" y="870"/>
                  </a:lnTo>
                  <a:cubicBezTo>
                    <a:pt x="3776" y="290"/>
                    <a:pt x="3008" y="0"/>
                    <a:pt x="22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5330525" y="1565875"/>
              <a:ext cx="114225" cy="87525"/>
            </a:xfrm>
            <a:custGeom>
              <a:avLst/>
              <a:gdLst/>
              <a:ahLst/>
              <a:cxnLst/>
              <a:rect l="l" t="t" r="r" b="b"/>
              <a:pathLst>
                <a:path w="4569" h="3501" extrusionOk="0">
                  <a:moveTo>
                    <a:pt x="2339" y="214"/>
                  </a:moveTo>
                  <a:cubicBezTo>
                    <a:pt x="3059" y="214"/>
                    <a:pt x="3781" y="479"/>
                    <a:pt x="4345" y="1011"/>
                  </a:cubicBezTo>
                  <a:lnTo>
                    <a:pt x="3814" y="3286"/>
                  </a:lnTo>
                  <a:lnTo>
                    <a:pt x="614" y="3286"/>
                  </a:lnTo>
                  <a:lnTo>
                    <a:pt x="224" y="1119"/>
                  </a:lnTo>
                  <a:cubicBezTo>
                    <a:pt x="798" y="517"/>
                    <a:pt x="1568" y="214"/>
                    <a:pt x="2339" y="214"/>
                  </a:cubicBezTo>
                  <a:close/>
                  <a:moveTo>
                    <a:pt x="2333" y="0"/>
                  </a:moveTo>
                  <a:cubicBezTo>
                    <a:pt x="1487" y="0"/>
                    <a:pt x="643" y="340"/>
                    <a:pt x="24" y="1011"/>
                  </a:cubicBezTo>
                  <a:cubicBezTo>
                    <a:pt x="7" y="1035"/>
                    <a:pt x="1" y="1065"/>
                    <a:pt x="5" y="1093"/>
                  </a:cubicBezTo>
                  <a:lnTo>
                    <a:pt x="420" y="3413"/>
                  </a:lnTo>
                  <a:cubicBezTo>
                    <a:pt x="429" y="3464"/>
                    <a:pt x="473" y="3501"/>
                    <a:pt x="525" y="3501"/>
                  </a:cubicBezTo>
                  <a:lnTo>
                    <a:pt x="3899" y="3501"/>
                  </a:lnTo>
                  <a:cubicBezTo>
                    <a:pt x="3943" y="3499"/>
                    <a:pt x="3982" y="3471"/>
                    <a:pt x="3997" y="3431"/>
                  </a:cubicBezTo>
                  <a:lnTo>
                    <a:pt x="4560" y="1001"/>
                  </a:lnTo>
                  <a:cubicBezTo>
                    <a:pt x="4569" y="965"/>
                    <a:pt x="4558" y="926"/>
                    <a:pt x="4531" y="901"/>
                  </a:cubicBezTo>
                  <a:cubicBezTo>
                    <a:pt x="4509" y="877"/>
                    <a:pt x="4484" y="855"/>
                    <a:pt x="4460" y="831"/>
                  </a:cubicBezTo>
                  <a:cubicBezTo>
                    <a:pt x="3857" y="275"/>
                    <a:pt x="3094" y="0"/>
                    <a:pt x="23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5365725" y="2134950"/>
              <a:ext cx="232450" cy="197100"/>
            </a:xfrm>
            <a:custGeom>
              <a:avLst/>
              <a:gdLst/>
              <a:ahLst/>
              <a:cxnLst/>
              <a:rect l="l" t="t" r="r" b="b"/>
              <a:pathLst>
                <a:path w="9298" h="7884" extrusionOk="0">
                  <a:moveTo>
                    <a:pt x="442" y="0"/>
                  </a:moveTo>
                  <a:cubicBezTo>
                    <a:pt x="442" y="0"/>
                    <a:pt x="141" y="4129"/>
                    <a:pt x="67" y="6081"/>
                  </a:cubicBezTo>
                  <a:cubicBezTo>
                    <a:pt x="1" y="7771"/>
                    <a:pt x="442" y="7884"/>
                    <a:pt x="562" y="7884"/>
                  </a:cubicBezTo>
                  <a:cubicBezTo>
                    <a:pt x="580" y="7884"/>
                    <a:pt x="591" y="7881"/>
                    <a:pt x="591" y="7881"/>
                  </a:cubicBezTo>
                  <a:lnTo>
                    <a:pt x="8020" y="7881"/>
                  </a:lnTo>
                  <a:cubicBezTo>
                    <a:pt x="8321" y="7881"/>
                    <a:pt x="9298" y="7497"/>
                    <a:pt x="8172" y="6754"/>
                  </a:cubicBezTo>
                  <a:cubicBezTo>
                    <a:pt x="7045" y="6013"/>
                    <a:pt x="5318" y="4055"/>
                    <a:pt x="4868" y="3453"/>
                  </a:cubicBezTo>
                  <a:cubicBezTo>
                    <a:pt x="4419" y="2852"/>
                    <a:pt x="3444" y="0"/>
                    <a:pt x="3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5363625" y="2132075"/>
              <a:ext cx="223725" cy="202550"/>
            </a:xfrm>
            <a:custGeom>
              <a:avLst/>
              <a:gdLst/>
              <a:ahLst/>
              <a:cxnLst/>
              <a:rect l="l" t="t" r="r" b="b"/>
              <a:pathLst>
                <a:path w="8949" h="8102" extrusionOk="0">
                  <a:moveTo>
                    <a:pt x="3452" y="206"/>
                  </a:moveTo>
                  <a:cubicBezTo>
                    <a:pt x="3609" y="666"/>
                    <a:pt x="4440" y="3057"/>
                    <a:pt x="4868" y="3617"/>
                  </a:cubicBezTo>
                  <a:cubicBezTo>
                    <a:pt x="5363" y="4281"/>
                    <a:pt x="7098" y="6211"/>
                    <a:pt x="8195" y="6945"/>
                  </a:cubicBezTo>
                  <a:cubicBezTo>
                    <a:pt x="8550" y="7180"/>
                    <a:pt x="8728" y="7368"/>
                    <a:pt x="8669" y="7560"/>
                  </a:cubicBezTo>
                  <a:cubicBezTo>
                    <a:pt x="8609" y="7752"/>
                    <a:pt x="8267" y="7874"/>
                    <a:pt x="8104" y="7874"/>
                  </a:cubicBezTo>
                  <a:lnTo>
                    <a:pt x="654" y="7874"/>
                  </a:lnTo>
                  <a:cubicBezTo>
                    <a:pt x="652" y="7874"/>
                    <a:pt x="650" y="7874"/>
                    <a:pt x="649" y="7874"/>
                  </a:cubicBezTo>
                  <a:cubicBezTo>
                    <a:pt x="606" y="7874"/>
                    <a:pt x="565" y="7856"/>
                    <a:pt x="536" y="7825"/>
                  </a:cubicBezTo>
                  <a:cubicBezTo>
                    <a:pt x="413" y="7713"/>
                    <a:pt x="212" y="7353"/>
                    <a:pt x="256" y="6183"/>
                  </a:cubicBezTo>
                  <a:cubicBezTo>
                    <a:pt x="325" y="4427"/>
                    <a:pt x="578" y="851"/>
                    <a:pt x="624" y="212"/>
                  </a:cubicBezTo>
                  <a:lnTo>
                    <a:pt x="623" y="212"/>
                  </a:lnTo>
                  <a:lnTo>
                    <a:pt x="3452" y="206"/>
                  </a:lnTo>
                  <a:close/>
                  <a:moveTo>
                    <a:pt x="521" y="1"/>
                  </a:moveTo>
                  <a:cubicBezTo>
                    <a:pt x="465" y="1"/>
                    <a:pt x="419" y="42"/>
                    <a:pt x="414" y="99"/>
                  </a:cubicBezTo>
                  <a:cubicBezTo>
                    <a:pt x="413" y="141"/>
                    <a:pt x="113" y="4250"/>
                    <a:pt x="39" y="6183"/>
                  </a:cubicBezTo>
                  <a:cubicBezTo>
                    <a:pt x="0" y="7164"/>
                    <a:pt x="124" y="7777"/>
                    <a:pt x="405" y="8007"/>
                  </a:cubicBezTo>
                  <a:cubicBezTo>
                    <a:pt x="472" y="8066"/>
                    <a:pt x="557" y="8099"/>
                    <a:pt x="646" y="8102"/>
                  </a:cubicBezTo>
                  <a:lnTo>
                    <a:pt x="636" y="8091"/>
                  </a:lnTo>
                  <a:lnTo>
                    <a:pt x="8100" y="8091"/>
                  </a:lnTo>
                  <a:cubicBezTo>
                    <a:pt x="8286" y="8091"/>
                    <a:pt x="8767" y="7957"/>
                    <a:pt x="8868" y="7627"/>
                  </a:cubicBezTo>
                  <a:cubicBezTo>
                    <a:pt x="8949" y="7362"/>
                    <a:pt x="8761" y="7075"/>
                    <a:pt x="8308" y="6774"/>
                  </a:cubicBezTo>
                  <a:cubicBezTo>
                    <a:pt x="7232" y="6055"/>
                    <a:pt x="5524" y="4150"/>
                    <a:pt x="5033" y="3495"/>
                  </a:cubicBezTo>
                  <a:cubicBezTo>
                    <a:pt x="4598" y="2916"/>
                    <a:pt x="3624" y="100"/>
                    <a:pt x="3624" y="74"/>
                  </a:cubicBezTo>
                  <a:cubicBezTo>
                    <a:pt x="3608" y="29"/>
                    <a:pt x="3568" y="1"/>
                    <a:pt x="35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5422700" y="2221325"/>
              <a:ext cx="159925" cy="95625"/>
            </a:xfrm>
            <a:custGeom>
              <a:avLst/>
              <a:gdLst/>
              <a:ahLst/>
              <a:cxnLst/>
              <a:rect l="l" t="t" r="r" b="b"/>
              <a:pathLst>
                <a:path w="6397" h="3825" extrusionOk="0">
                  <a:moveTo>
                    <a:pt x="2272" y="0"/>
                  </a:moveTo>
                  <a:cubicBezTo>
                    <a:pt x="1697" y="0"/>
                    <a:pt x="1155" y="306"/>
                    <a:pt x="864" y="821"/>
                  </a:cubicBezTo>
                  <a:cubicBezTo>
                    <a:pt x="288" y="1713"/>
                    <a:pt x="0" y="2762"/>
                    <a:pt x="39" y="3825"/>
                  </a:cubicBezTo>
                  <a:lnTo>
                    <a:pt x="6397" y="3825"/>
                  </a:lnTo>
                  <a:cubicBezTo>
                    <a:pt x="6286" y="3601"/>
                    <a:pt x="6111" y="3417"/>
                    <a:pt x="5893" y="3298"/>
                  </a:cubicBezTo>
                  <a:cubicBezTo>
                    <a:pt x="4790" y="2564"/>
                    <a:pt x="3114" y="679"/>
                    <a:pt x="2622" y="38"/>
                  </a:cubicBezTo>
                  <a:cubicBezTo>
                    <a:pt x="2505" y="13"/>
                    <a:pt x="2388" y="0"/>
                    <a:pt x="2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5419900" y="2218675"/>
              <a:ext cx="165475" cy="100925"/>
            </a:xfrm>
            <a:custGeom>
              <a:avLst/>
              <a:gdLst/>
              <a:ahLst/>
              <a:cxnLst/>
              <a:rect l="l" t="t" r="r" b="b"/>
              <a:pathLst>
                <a:path w="6619" h="4037" extrusionOk="0">
                  <a:moveTo>
                    <a:pt x="2380" y="213"/>
                  </a:moveTo>
                  <a:cubicBezTo>
                    <a:pt x="2478" y="213"/>
                    <a:pt x="2577" y="223"/>
                    <a:pt x="2676" y="243"/>
                  </a:cubicBezTo>
                  <a:cubicBezTo>
                    <a:pt x="3194" y="908"/>
                    <a:pt x="4847" y="2762"/>
                    <a:pt x="5946" y="3493"/>
                  </a:cubicBezTo>
                  <a:cubicBezTo>
                    <a:pt x="6089" y="3582"/>
                    <a:pt x="6218" y="3694"/>
                    <a:pt x="6327" y="3823"/>
                  </a:cubicBezTo>
                  <a:lnTo>
                    <a:pt x="251" y="3823"/>
                  </a:lnTo>
                  <a:cubicBezTo>
                    <a:pt x="245" y="2818"/>
                    <a:pt x="528" y="1831"/>
                    <a:pt x="1067" y="983"/>
                  </a:cubicBezTo>
                  <a:cubicBezTo>
                    <a:pt x="1336" y="502"/>
                    <a:pt x="1843" y="213"/>
                    <a:pt x="2380" y="213"/>
                  </a:cubicBezTo>
                  <a:close/>
                  <a:moveTo>
                    <a:pt x="2387" y="0"/>
                  </a:moveTo>
                  <a:cubicBezTo>
                    <a:pt x="1776" y="0"/>
                    <a:pt x="1197" y="325"/>
                    <a:pt x="885" y="872"/>
                  </a:cubicBezTo>
                  <a:cubicBezTo>
                    <a:pt x="294" y="1784"/>
                    <a:pt x="1" y="2856"/>
                    <a:pt x="44" y="3941"/>
                  </a:cubicBezTo>
                  <a:cubicBezTo>
                    <a:pt x="51" y="3995"/>
                    <a:pt x="96" y="4036"/>
                    <a:pt x="151" y="4036"/>
                  </a:cubicBezTo>
                  <a:lnTo>
                    <a:pt x="6509" y="4036"/>
                  </a:lnTo>
                  <a:cubicBezTo>
                    <a:pt x="6543" y="4036"/>
                    <a:pt x="6574" y="4020"/>
                    <a:pt x="6595" y="3992"/>
                  </a:cubicBezTo>
                  <a:cubicBezTo>
                    <a:pt x="6614" y="3963"/>
                    <a:pt x="6619" y="3926"/>
                    <a:pt x="6608" y="3893"/>
                  </a:cubicBezTo>
                  <a:cubicBezTo>
                    <a:pt x="6492" y="3648"/>
                    <a:pt x="6300" y="3447"/>
                    <a:pt x="6062" y="3316"/>
                  </a:cubicBezTo>
                  <a:cubicBezTo>
                    <a:pt x="4966" y="2585"/>
                    <a:pt x="3298" y="703"/>
                    <a:pt x="2819" y="79"/>
                  </a:cubicBezTo>
                  <a:cubicBezTo>
                    <a:pt x="2801" y="56"/>
                    <a:pt x="2777" y="43"/>
                    <a:pt x="2751" y="39"/>
                  </a:cubicBezTo>
                  <a:cubicBezTo>
                    <a:pt x="2629" y="13"/>
                    <a:pt x="2508" y="0"/>
                    <a:pt x="2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5366900" y="2238425"/>
              <a:ext cx="39875" cy="74725"/>
            </a:xfrm>
            <a:custGeom>
              <a:avLst/>
              <a:gdLst/>
              <a:ahLst/>
              <a:cxnLst/>
              <a:rect l="l" t="t" r="r" b="b"/>
              <a:pathLst>
                <a:path w="1595" h="2989" extrusionOk="0">
                  <a:moveTo>
                    <a:pt x="119" y="0"/>
                  </a:moveTo>
                  <a:cubicBezTo>
                    <a:pt x="76" y="724"/>
                    <a:pt x="37" y="1411"/>
                    <a:pt x="20" y="1939"/>
                  </a:cubicBezTo>
                  <a:cubicBezTo>
                    <a:pt x="0" y="2290"/>
                    <a:pt x="14" y="2642"/>
                    <a:pt x="61" y="2989"/>
                  </a:cubicBezTo>
                  <a:lnTo>
                    <a:pt x="1595" y="2987"/>
                  </a:lnTo>
                  <a:cubicBezTo>
                    <a:pt x="1595" y="1952"/>
                    <a:pt x="718" y="724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>
              <a:off x="5364225" y="2235900"/>
              <a:ext cx="45025" cy="79925"/>
            </a:xfrm>
            <a:custGeom>
              <a:avLst/>
              <a:gdLst/>
              <a:ahLst/>
              <a:cxnLst/>
              <a:rect l="l" t="t" r="r" b="b"/>
              <a:pathLst>
                <a:path w="1801" h="3197" extrusionOk="0">
                  <a:moveTo>
                    <a:pt x="311" y="383"/>
                  </a:moveTo>
                  <a:cubicBezTo>
                    <a:pt x="838" y="1043"/>
                    <a:pt x="1540" y="2088"/>
                    <a:pt x="1592" y="2983"/>
                  </a:cubicBezTo>
                  <a:lnTo>
                    <a:pt x="261" y="2983"/>
                  </a:lnTo>
                  <a:cubicBezTo>
                    <a:pt x="225" y="2671"/>
                    <a:pt x="214" y="2357"/>
                    <a:pt x="228" y="2045"/>
                  </a:cubicBezTo>
                  <a:cubicBezTo>
                    <a:pt x="243" y="1622"/>
                    <a:pt x="273" y="1066"/>
                    <a:pt x="311" y="383"/>
                  </a:cubicBezTo>
                  <a:close/>
                  <a:moveTo>
                    <a:pt x="228" y="0"/>
                  </a:moveTo>
                  <a:cubicBezTo>
                    <a:pt x="171" y="0"/>
                    <a:pt x="124" y="42"/>
                    <a:pt x="119" y="100"/>
                  </a:cubicBezTo>
                  <a:cubicBezTo>
                    <a:pt x="70" y="910"/>
                    <a:pt x="37" y="1562"/>
                    <a:pt x="19" y="2040"/>
                  </a:cubicBezTo>
                  <a:cubicBezTo>
                    <a:pt x="0" y="2396"/>
                    <a:pt x="15" y="2753"/>
                    <a:pt x="64" y="3106"/>
                  </a:cubicBezTo>
                  <a:cubicBezTo>
                    <a:pt x="72" y="3158"/>
                    <a:pt x="116" y="3197"/>
                    <a:pt x="168" y="3197"/>
                  </a:cubicBezTo>
                  <a:lnTo>
                    <a:pt x="1702" y="3197"/>
                  </a:lnTo>
                  <a:lnTo>
                    <a:pt x="1702" y="3196"/>
                  </a:lnTo>
                  <a:cubicBezTo>
                    <a:pt x="1756" y="3193"/>
                    <a:pt x="1799" y="3148"/>
                    <a:pt x="1800" y="3094"/>
                  </a:cubicBezTo>
                  <a:cubicBezTo>
                    <a:pt x="1800" y="2059"/>
                    <a:pt x="992" y="861"/>
                    <a:pt x="307" y="37"/>
                  </a:cubicBezTo>
                  <a:cubicBezTo>
                    <a:pt x="289" y="17"/>
                    <a:pt x="262" y="2"/>
                    <a:pt x="234" y="0"/>
                  </a:cubicBezTo>
                  <a:cubicBezTo>
                    <a:pt x="232" y="0"/>
                    <a:pt x="230" y="0"/>
                    <a:pt x="2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5374225" y="2134900"/>
              <a:ext cx="90450" cy="35700"/>
            </a:xfrm>
            <a:custGeom>
              <a:avLst/>
              <a:gdLst/>
              <a:ahLst/>
              <a:cxnLst/>
              <a:rect l="l" t="t" r="r" b="b"/>
              <a:pathLst>
                <a:path w="3618" h="1428" extrusionOk="0">
                  <a:moveTo>
                    <a:pt x="102" y="1"/>
                  </a:moveTo>
                  <a:cubicBezTo>
                    <a:pt x="102" y="1"/>
                    <a:pt x="59" y="589"/>
                    <a:pt x="1" y="1427"/>
                  </a:cubicBezTo>
                  <a:lnTo>
                    <a:pt x="3617" y="1427"/>
                  </a:lnTo>
                  <a:cubicBezTo>
                    <a:pt x="3333" y="66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5371350" y="2132225"/>
              <a:ext cx="96100" cy="41050"/>
            </a:xfrm>
            <a:custGeom>
              <a:avLst/>
              <a:gdLst/>
              <a:ahLst/>
              <a:cxnLst/>
              <a:rect l="l" t="t" r="r" b="b"/>
              <a:pathLst>
                <a:path w="3844" h="1642" extrusionOk="0">
                  <a:moveTo>
                    <a:pt x="3143" y="213"/>
                  </a:moveTo>
                  <a:cubicBezTo>
                    <a:pt x="3204" y="391"/>
                    <a:pt x="3366" y="878"/>
                    <a:pt x="3579" y="1427"/>
                  </a:cubicBezTo>
                  <a:lnTo>
                    <a:pt x="229" y="1427"/>
                  </a:lnTo>
                  <a:cubicBezTo>
                    <a:pt x="269" y="848"/>
                    <a:pt x="311" y="404"/>
                    <a:pt x="311" y="213"/>
                  </a:cubicBezTo>
                  <a:close/>
                  <a:moveTo>
                    <a:pt x="208" y="1"/>
                  </a:moveTo>
                  <a:cubicBezTo>
                    <a:pt x="153" y="1"/>
                    <a:pt x="105" y="44"/>
                    <a:pt x="101" y="99"/>
                  </a:cubicBezTo>
                  <a:cubicBezTo>
                    <a:pt x="101" y="99"/>
                    <a:pt x="59" y="687"/>
                    <a:pt x="1" y="1525"/>
                  </a:cubicBezTo>
                  <a:cubicBezTo>
                    <a:pt x="1" y="1528"/>
                    <a:pt x="1" y="1531"/>
                    <a:pt x="1" y="1534"/>
                  </a:cubicBezTo>
                  <a:cubicBezTo>
                    <a:pt x="1" y="1594"/>
                    <a:pt x="49" y="1641"/>
                    <a:pt x="108" y="1641"/>
                  </a:cubicBezTo>
                  <a:lnTo>
                    <a:pt x="3725" y="1641"/>
                  </a:lnTo>
                  <a:cubicBezTo>
                    <a:pt x="3735" y="1641"/>
                    <a:pt x="3747" y="1638"/>
                    <a:pt x="3758" y="1635"/>
                  </a:cubicBezTo>
                  <a:cubicBezTo>
                    <a:pt x="3814" y="1615"/>
                    <a:pt x="3844" y="1552"/>
                    <a:pt x="3825" y="1495"/>
                  </a:cubicBezTo>
                  <a:cubicBezTo>
                    <a:pt x="3540" y="749"/>
                    <a:pt x="3311" y="74"/>
                    <a:pt x="3311" y="74"/>
                  </a:cubicBezTo>
                  <a:cubicBezTo>
                    <a:pt x="3296" y="30"/>
                    <a:pt x="3254" y="1"/>
                    <a:pt x="32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5133175" y="691650"/>
              <a:ext cx="132375" cy="193125"/>
            </a:xfrm>
            <a:custGeom>
              <a:avLst/>
              <a:gdLst/>
              <a:ahLst/>
              <a:cxnLst/>
              <a:rect l="l" t="t" r="r" b="b"/>
              <a:pathLst>
                <a:path w="5295" h="7725" extrusionOk="0">
                  <a:moveTo>
                    <a:pt x="0" y="0"/>
                  </a:moveTo>
                  <a:lnTo>
                    <a:pt x="0" y="5077"/>
                  </a:lnTo>
                  <a:cubicBezTo>
                    <a:pt x="2" y="6540"/>
                    <a:pt x="1187" y="7725"/>
                    <a:pt x="2649" y="7725"/>
                  </a:cubicBezTo>
                  <a:cubicBezTo>
                    <a:pt x="4110" y="7725"/>
                    <a:pt x="5295" y="6540"/>
                    <a:pt x="5295" y="5077"/>
                  </a:cubicBezTo>
                  <a:lnTo>
                    <a:pt x="5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5130500" y="689000"/>
              <a:ext cx="137700" cy="198425"/>
            </a:xfrm>
            <a:custGeom>
              <a:avLst/>
              <a:gdLst/>
              <a:ahLst/>
              <a:cxnLst/>
              <a:rect l="l" t="t" r="r" b="b"/>
              <a:pathLst>
                <a:path w="5508" h="7937" extrusionOk="0">
                  <a:moveTo>
                    <a:pt x="5295" y="213"/>
                  </a:moveTo>
                  <a:lnTo>
                    <a:pt x="5295" y="5183"/>
                  </a:lnTo>
                  <a:cubicBezTo>
                    <a:pt x="5256" y="6529"/>
                    <a:pt x="4174" y="7612"/>
                    <a:pt x="2828" y="7651"/>
                  </a:cubicBezTo>
                  <a:cubicBezTo>
                    <a:pt x="2802" y="7651"/>
                    <a:pt x="2776" y="7652"/>
                    <a:pt x="2751" y="7652"/>
                  </a:cubicBezTo>
                  <a:cubicBezTo>
                    <a:pt x="1383" y="7652"/>
                    <a:pt x="254" y="6562"/>
                    <a:pt x="213" y="5183"/>
                  </a:cubicBezTo>
                  <a:lnTo>
                    <a:pt x="213" y="213"/>
                  </a:lnTo>
                  <a:close/>
                  <a:moveTo>
                    <a:pt x="107" y="0"/>
                  </a:moveTo>
                  <a:cubicBezTo>
                    <a:pt x="48" y="0"/>
                    <a:pt x="2" y="48"/>
                    <a:pt x="0" y="106"/>
                  </a:cubicBezTo>
                  <a:lnTo>
                    <a:pt x="0" y="5183"/>
                  </a:lnTo>
                  <a:cubicBezTo>
                    <a:pt x="3" y="6704"/>
                    <a:pt x="1234" y="7937"/>
                    <a:pt x="2755" y="7937"/>
                  </a:cubicBezTo>
                  <a:cubicBezTo>
                    <a:pt x="4275" y="7937"/>
                    <a:pt x="5508" y="6704"/>
                    <a:pt x="5508" y="5183"/>
                  </a:cubicBezTo>
                  <a:lnTo>
                    <a:pt x="5508" y="106"/>
                  </a:lnTo>
                  <a:cubicBezTo>
                    <a:pt x="5508" y="48"/>
                    <a:pt x="5460" y="0"/>
                    <a:pt x="54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5096200" y="459425"/>
              <a:ext cx="204525" cy="300650"/>
            </a:xfrm>
            <a:custGeom>
              <a:avLst/>
              <a:gdLst/>
              <a:ahLst/>
              <a:cxnLst/>
              <a:rect l="l" t="t" r="r" b="b"/>
              <a:pathLst>
                <a:path w="8181" h="12026" extrusionOk="0">
                  <a:moveTo>
                    <a:pt x="4263" y="0"/>
                  </a:moveTo>
                  <a:cubicBezTo>
                    <a:pt x="2612" y="0"/>
                    <a:pt x="933" y="1115"/>
                    <a:pt x="547" y="2555"/>
                  </a:cubicBezTo>
                  <a:cubicBezTo>
                    <a:pt x="1" y="4587"/>
                    <a:pt x="547" y="8804"/>
                    <a:pt x="547" y="8804"/>
                  </a:cubicBezTo>
                  <a:lnTo>
                    <a:pt x="2976" y="12026"/>
                  </a:lnTo>
                  <a:lnTo>
                    <a:pt x="5255" y="12026"/>
                  </a:lnTo>
                  <a:lnTo>
                    <a:pt x="7834" y="8752"/>
                  </a:lnTo>
                  <a:lnTo>
                    <a:pt x="7934" y="3995"/>
                  </a:lnTo>
                  <a:cubicBezTo>
                    <a:pt x="7934" y="3995"/>
                    <a:pt x="8181" y="2110"/>
                    <a:pt x="6198" y="624"/>
                  </a:cubicBezTo>
                  <a:cubicBezTo>
                    <a:pt x="5619" y="190"/>
                    <a:pt x="4943" y="0"/>
                    <a:pt x="4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5093650" y="456550"/>
              <a:ext cx="208425" cy="306175"/>
            </a:xfrm>
            <a:custGeom>
              <a:avLst/>
              <a:gdLst/>
              <a:ahLst/>
              <a:cxnLst/>
              <a:rect l="l" t="t" r="r" b="b"/>
              <a:pathLst>
                <a:path w="8337" h="12247" extrusionOk="0">
                  <a:moveTo>
                    <a:pt x="4364" y="223"/>
                  </a:moveTo>
                  <a:cubicBezTo>
                    <a:pt x="5055" y="223"/>
                    <a:pt x="5702" y="427"/>
                    <a:pt x="6236" y="826"/>
                  </a:cubicBezTo>
                  <a:cubicBezTo>
                    <a:pt x="8143" y="2256"/>
                    <a:pt x="7930" y="4081"/>
                    <a:pt x="7930" y="4099"/>
                  </a:cubicBezTo>
                  <a:lnTo>
                    <a:pt x="7930" y="4111"/>
                  </a:lnTo>
                  <a:lnTo>
                    <a:pt x="7832" y="8835"/>
                  </a:lnTo>
                  <a:lnTo>
                    <a:pt x="5307" y="12034"/>
                  </a:lnTo>
                  <a:lnTo>
                    <a:pt x="3131" y="12034"/>
                  </a:lnTo>
                  <a:lnTo>
                    <a:pt x="743" y="8886"/>
                  </a:lnTo>
                  <a:cubicBezTo>
                    <a:pt x="695" y="8511"/>
                    <a:pt x="234" y="4605"/>
                    <a:pt x="743" y="2701"/>
                  </a:cubicBezTo>
                  <a:cubicBezTo>
                    <a:pt x="1011" y="1724"/>
                    <a:pt x="1939" y="841"/>
                    <a:pt x="3088" y="445"/>
                  </a:cubicBezTo>
                  <a:cubicBezTo>
                    <a:pt x="3519" y="297"/>
                    <a:pt x="3949" y="223"/>
                    <a:pt x="4364" y="223"/>
                  </a:cubicBezTo>
                  <a:close/>
                  <a:moveTo>
                    <a:pt x="4384" y="1"/>
                  </a:moveTo>
                  <a:cubicBezTo>
                    <a:pt x="3945" y="1"/>
                    <a:pt x="3486" y="80"/>
                    <a:pt x="3018" y="241"/>
                  </a:cubicBezTo>
                  <a:cubicBezTo>
                    <a:pt x="1773" y="670"/>
                    <a:pt x="826" y="1590"/>
                    <a:pt x="542" y="2643"/>
                  </a:cubicBezTo>
                  <a:cubicBezTo>
                    <a:pt x="0" y="4666"/>
                    <a:pt x="521" y="8758"/>
                    <a:pt x="542" y="8931"/>
                  </a:cubicBezTo>
                  <a:cubicBezTo>
                    <a:pt x="545" y="8950"/>
                    <a:pt x="552" y="8968"/>
                    <a:pt x="564" y="8983"/>
                  </a:cubicBezTo>
                  <a:lnTo>
                    <a:pt x="2993" y="12205"/>
                  </a:lnTo>
                  <a:cubicBezTo>
                    <a:pt x="3014" y="12232"/>
                    <a:pt x="3045" y="12247"/>
                    <a:pt x="3078" y="12247"/>
                  </a:cubicBezTo>
                  <a:lnTo>
                    <a:pt x="5357" y="12247"/>
                  </a:lnTo>
                  <a:cubicBezTo>
                    <a:pt x="5359" y="12247"/>
                    <a:pt x="5360" y="12247"/>
                    <a:pt x="5362" y="12247"/>
                  </a:cubicBezTo>
                  <a:cubicBezTo>
                    <a:pt x="5395" y="12247"/>
                    <a:pt x="5427" y="12232"/>
                    <a:pt x="5447" y="12206"/>
                  </a:cubicBezTo>
                  <a:lnTo>
                    <a:pt x="8021" y="8934"/>
                  </a:lnTo>
                  <a:cubicBezTo>
                    <a:pt x="8034" y="8914"/>
                    <a:pt x="8042" y="8892"/>
                    <a:pt x="8042" y="8870"/>
                  </a:cubicBezTo>
                  <a:lnTo>
                    <a:pt x="8143" y="4116"/>
                  </a:lnTo>
                  <a:cubicBezTo>
                    <a:pt x="8159" y="3976"/>
                    <a:pt x="8337" y="2132"/>
                    <a:pt x="6364" y="652"/>
                  </a:cubicBezTo>
                  <a:cubicBezTo>
                    <a:pt x="5791" y="221"/>
                    <a:pt x="5115" y="1"/>
                    <a:pt x="43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5104950" y="459400"/>
              <a:ext cx="189825" cy="94950"/>
            </a:xfrm>
            <a:custGeom>
              <a:avLst/>
              <a:gdLst/>
              <a:ahLst/>
              <a:cxnLst/>
              <a:rect l="l" t="t" r="r" b="b"/>
              <a:pathLst>
                <a:path w="7593" h="3798" extrusionOk="0">
                  <a:moveTo>
                    <a:pt x="3914" y="0"/>
                  </a:moveTo>
                  <a:cubicBezTo>
                    <a:pt x="2262" y="0"/>
                    <a:pt x="583" y="1116"/>
                    <a:pt x="197" y="2556"/>
                  </a:cubicBezTo>
                  <a:cubicBezTo>
                    <a:pt x="96" y="2964"/>
                    <a:pt x="30" y="3379"/>
                    <a:pt x="1" y="3798"/>
                  </a:cubicBezTo>
                  <a:lnTo>
                    <a:pt x="7593" y="3798"/>
                  </a:lnTo>
                  <a:cubicBezTo>
                    <a:pt x="7593" y="3275"/>
                    <a:pt x="7445" y="1820"/>
                    <a:pt x="5848" y="623"/>
                  </a:cubicBezTo>
                  <a:cubicBezTo>
                    <a:pt x="5269" y="189"/>
                    <a:pt x="4594" y="0"/>
                    <a:pt x="391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5102225" y="456475"/>
              <a:ext cx="195275" cy="100400"/>
            </a:xfrm>
            <a:custGeom>
              <a:avLst/>
              <a:gdLst/>
              <a:ahLst/>
              <a:cxnLst/>
              <a:rect l="l" t="t" r="r" b="b"/>
              <a:pathLst>
                <a:path w="7811" h="4016" extrusionOk="0">
                  <a:moveTo>
                    <a:pt x="4018" y="213"/>
                  </a:moveTo>
                  <a:cubicBezTo>
                    <a:pt x="4709" y="213"/>
                    <a:pt x="5357" y="418"/>
                    <a:pt x="5890" y="818"/>
                  </a:cubicBezTo>
                  <a:cubicBezTo>
                    <a:pt x="7343" y="1909"/>
                    <a:pt x="7574" y="3200"/>
                    <a:pt x="7595" y="3803"/>
                  </a:cubicBezTo>
                  <a:lnTo>
                    <a:pt x="227" y="3803"/>
                  </a:lnTo>
                  <a:cubicBezTo>
                    <a:pt x="253" y="3429"/>
                    <a:pt x="309" y="3057"/>
                    <a:pt x="396" y="2692"/>
                  </a:cubicBezTo>
                  <a:cubicBezTo>
                    <a:pt x="664" y="1715"/>
                    <a:pt x="1591" y="832"/>
                    <a:pt x="2741" y="436"/>
                  </a:cubicBezTo>
                  <a:cubicBezTo>
                    <a:pt x="3172" y="287"/>
                    <a:pt x="3603" y="213"/>
                    <a:pt x="4018" y="213"/>
                  </a:cubicBezTo>
                  <a:close/>
                  <a:moveTo>
                    <a:pt x="4036" y="1"/>
                  </a:moveTo>
                  <a:cubicBezTo>
                    <a:pt x="3599" y="1"/>
                    <a:pt x="3143" y="80"/>
                    <a:pt x="2678" y="240"/>
                  </a:cubicBezTo>
                  <a:cubicBezTo>
                    <a:pt x="1432" y="669"/>
                    <a:pt x="485" y="1589"/>
                    <a:pt x="202" y="2641"/>
                  </a:cubicBezTo>
                  <a:cubicBezTo>
                    <a:pt x="101" y="3054"/>
                    <a:pt x="34" y="3477"/>
                    <a:pt x="5" y="3901"/>
                  </a:cubicBezTo>
                  <a:cubicBezTo>
                    <a:pt x="1" y="3931"/>
                    <a:pt x="11" y="3959"/>
                    <a:pt x="34" y="3980"/>
                  </a:cubicBezTo>
                  <a:cubicBezTo>
                    <a:pt x="51" y="4003"/>
                    <a:pt x="77" y="4016"/>
                    <a:pt x="105" y="4016"/>
                  </a:cubicBezTo>
                  <a:cubicBezTo>
                    <a:pt x="107" y="4016"/>
                    <a:pt x="108" y="4016"/>
                    <a:pt x="110" y="4016"/>
                  </a:cubicBezTo>
                  <a:lnTo>
                    <a:pt x="7702" y="4016"/>
                  </a:lnTo>
                  <a:cubicBezTo>
                    <a:pt x="7758" y="4016"/>
                    <a:pt x="7806" y="3971"/>
                    <a:pt x="7809" y="3915"/>
                  </a:cubicBezTo>
                  <a:cubicBezTo>
                    <a:pt x="7810" y="3338"/>
                    <a:pt x="7642" y="1869"/>
                    <a:pt x="6021" y="655"/>
                  </a:cubicBezTo>
                  <a:cubicBezTo>
                    <a:pt x="5446" y="223"/>
                    <a:pt x="4768" y="1"/>
                    <a:pt x="40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5144675" y="486050"/>
              <a:ext cx="15475" cy="69950"/>
            </a:xfrm>
            <a:custGeom>
              <a:avLst/>
              <a:gdLst/>
              <a:ahLst/>
              <a:cxnLst/>
              <a:rect l="l" t="t" r="r" b="b"/>
              <a:pathLst>
                <a:path w="619" h="2798" extrusionOk="0">
                  <a:moveTo>
                    <a:pt x="513" y="1"/>
                  </a:moveTo>
                  <a:cubicBezTo>
                    <a:pt x="453" y="2"/>
                    <a:pt x="407" y="50"/>
                    <a:pt x="405" y="108"/>
                  </a:cubicBezTo>
                  <a:lnTo>
                    <a:pt x="405" y="1387"/>
                  </a:lnTo>
                  <a:lnTo>
                    <a:pt x="32" y="1761"/>
                  </a:lnTo>
                  <a:cubicBezTo>
                    <a:pt x="12" y="1782"/>
                    <a:pt x="0" y="1808"/>
                    <a:pt x="0" y="1837"/>
                  </a:cubicBezTo>
                  <a:lnTo>
                    <a:pt x="0" y="2690"/>
                  </a:lnTo>
                  <a:cubicBezTo>
                    <a:pt x="0" y="2749"/>
                    <a:pt x="48" y="2797"/>
                    <a:pt x="108" y="2797"/>
                  </a:cubicBezTo>
                  <a:cubicBezTo>
                    <a:pt x="163" y="2794"/>
                    <a:pt x="207" y="2746"/>
                    <a:pt x="207" y="2691"/>
                  </a:cubicBezTo>
                  <a:lnTo>
                    <a:pt x="207" y="1875"/>
                  </a:lnTo>
                  <a:lnTo>
                    <a:pt x="588" y="1496"/>
                  </a:lnTo>
                  <a:cubicBezTo>
                    <a:pt x="608" y="1476"/>
                    <a:pt x="618" y="1450"/>
                    <a:pt x="618" y="1421"/>
                  </a:cubicBezTo>
                  <a:lnTo>
                    <a:pt x="618" y="108"/>
                  </a:lnTo>
                  <a:cubicBezTo>
                    <a:pt x="618" y="48"/>
                    <a:pt x="571" y="1"/>
                    <a:pt x="5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5187625" y="470750"/>
              <a:ext cx="20825" cy="62575"/>
            </a:xfrm>
            <a:custGeom>
              <a:avLst/>
              <a:gdLst/>
              <a:ahLst/>
              <a:cxnLst/>
              <a:rect l="l" t="t" r="r" b="b"/>
              <a:pathLst>
                <a:path w="833" h="2503" extrusionOk="0">
                  <a:moveTo>
                    <a:pt x="108" y="1"/>
                  </a:moveTo>
                  <a:cubicBezTo>
                    <a:pt x="50" y="1"/>
                    <a:pt x="1" y="49"/>
                    <a:pt x="1" y="108"/>
                  </a:cubicBezTo>
                  <a:lnTo>
                    <a:pt x="1" y="1205"/>
                  </a:lnTo>
                  <a:cubicBezTo>
                    <a:pt x="1" y="1265"/>
                    <a:pt x="50" y="1313"/>
                    <a:pt x="108" y="1313"/>
                  </a:cubicBezTo>
                  <a:lnTo>
                    <a:pt x="620" y="1313"/>
                  </a:lnTo>
                  <a:lnTo>
                    <a:pt x="620" y="2397"/>
                  </a:lnTo>
                  <a:cubicBezTo>
                    <a:pt x="620" y="2455"/>
                    <a:pt x="668" y="2502"/>
                    <a:pt x="726" y="2502"/>
                  </a:cubicBezTo>
                  <a:cubicBezTo>
                    <a:pt x="784" y="2502"/>
                    <a:pt x="831" y="2456"/>
                    <a:pt x="833" y="2398"/>
                  </a:cubicBezTo>
                  <a:lnTo>
                    <a:pt x="833" y="1205"/>
                  </a:lnTo>
                  <a:cubicBezTo>
                    <a:pt x="833" y="1147"/>
                    <a:pt x="785" y="1100"/>
                    <a:pt x="726" y="1100"/>
                  </a:cubicBezTo>
                  <a:lnTo>
                    <a:pt x="215" y="1100"/>
                  </a:lnTo>
                  <a:lnTo>
                    <a:pt x="215" y="108"/>
                  </a:lnTo>
                  <a:cubicBezTo>
                    <a:pt x="215" y="49"/>
                    <a:pt x="167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5231725" y="472325"/>
              <a:ext cx="22100" cy="83675"/>
            </a:xfrm>
            <a:custGeom>
              <a:avLst/>
              <a:gdLst/>
              <a:ahLst/>
              <a:cxnLst/>
              <a:rect l="l" t="t" r="r" b="b"/>
              <a:pathLst>
                <a:path w="884" h="3347" extrusionOk="0">
                  <a:moveTo>
                    <a:pt x="777" y="0"/>
                  </a:moveTo>
                  <a:cubicBezTo>
                    <a:pt x="719" y="0"/>
                    <a:pt x="671" y="48"/>
                    <a:pt x="671" y="106"/>
                  </a:cubicBezTo>
                  <a:lnTo>
                    <a:pt x="671" y="1655"/>
                  </a:lnTo>
                  <a:lnTo>
                    <a:pt x="108" y="1655"/>
                  </a:lnTo>
                  <a:cubicBezTo>
                    <a:pt x="49" y="1655"/>
                    <a:pt x="1" y="1702"/>
                    <a:pt x="1" y="1762"/>
                  </a:cubicBezTo>
                  <a:lnTo>
                    <a:pt x="1" y="3239"/>
                  </a:lnTo>
                  <a:cubicBezTo>
                    <a:pt x="1" y="3298"/>
                    <a:pt x="49" y="3346"/>
                    <a:pt x="108" y="3346"/>
                  </a:cubicBezTo>
                  <a:cubicBezTo>
                    <a:pt x="166" y="3346"/>
                    <a:pt x="214" y="3298"/>
                    <a:pt x="214" y="3239"/>
                  </a:cubicBezTo>
                  <a:lnTo>
                    <a:pt x="214" y="1868"/>
                  </a:lnTo>
                  <a:lnTo>
                    <a:pt x="777" y="1868"/>
                  </a:lnTo>
                  <a:cubicBezTo>
                    <a:pt x="836" y="1868"/>
                    <a:pt x="884" y="1820"/>
                    <a:pt x="884" y="1762"/>
                  </a:cubicBezTo>
                  <a:lnTo>
                    <a:pt x="884" y="106"/>
                  </a:lnTo>
                  <a:cubicBezTo>
                    <a:pt x="884" y="48"/>
                    <a:pt x="836" y="0"/>
                    <a:pt x="7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5216475" y="461225"/>
              <a:ext cx="5425" cy="31700"/>
            </a:xfrm>
            <a:custGeom>
              <a:avLst/>
              <a:gdLst/>
              <a:ahLst/>
              <a:cxnLst/>
              <a:rect l="l" t="t" r="r" b="b"/>
              <a:pathLst>
                <a:path w="217" h="1268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1161"/>
                  </a:lnTo>
                  <a:cubicBezTo>
                    <a:pt x="2" y="1219"/>
                    <a:pt x="50" y="1266"/>
                    <a:pt x="108" y="1268"/>
                  </a:cubicBezTo>
                  <a:lnTo>
                    <a:pt x="112" y="1268"/>
                  </a:lnTo>
                  <a:cubicBezTo>
                    <a:pt x="170" y="1265"/>
                    <a:pt x="216" y="1216"/>
                    <a:pt x="213" y="1156"/>
                  </a:cubicBezTo>
                  <a:lnTo>
                    <a:pt x="213" y="108"/>
                  </a:lnTo>
                  <a:cubicBezTo>
                    <a:pt x="213" y="48"/>
                    <a:pt x="166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00750" y="555550"/>
              <a:ext cx="50025" cy="178175"/>
            </a:xfrm>
            <a:custGeom>
              <a:avLst/>
              <a:gdLst/>
              <a:ahLst/>
              <a:cxnLst/>
              <a:rect l="l" t="t" r="r" b="b"/>
              <a:pathLst>
                <a:path w="2001" h="7127" extrusionOk="0">
                  <a:moveTo>
                    <a:pt x="164" y="1"/>
                  </a:moveTo>
                  <a:cubicBezTo>
                    <a:pt x="0" y="2133"/>
                    <a:pt x="365" y="4959"/>
                    <a:pt x="365" y="4959"/>
                  </a:cubicBezTo>
                  <a:lnTo>
                    <a:pt x="2000" y="7127"/>
                  </a:lnTo>
                  <a:lnTo>
                    <a:pt x="2000" y="5157"/>
                  </a:lnTo>
                  <a:cubicBezTo>
                    <a:pt x="2000" y="4898"/>
                    <a:pt x="1918" y="4645"/>
                    <a:pt x="1766" y="4436"/>
                  </a:cubicBezTo>
                  <a:lnTo>
                    <a:pt x="1192" y="3644"/>
                  </a:lnTo>
                  <a:cubicBezTo>
                    <a:pt x="1041" y="3434"/>
                    <a:pt x="961" y="3183"/>
                    <a:pt x="959" y="2923"/>
                  </a:cubicBezTo>
                  <a:lnTo>
                    <a:pt x="9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5098075" y="552875"/>
              <a:ext cx="55375" cy="183525"/>
            </a:xfrm>
            <a:custGeom>
              <a:avLst/>
              <a:gdLst/>
              <a:ahLst/>
              <a:cxnLst/>
              <a:rect l="l" t="t" r="r" b="b"/>
              <a:pathLst>
                <a:path w="2215" h="7341" extrusionOk="0">
                  <a:moveTo>
                    <a:pt x="965" y="213"/>
                  </a:moveTo>
                  <a:lnTo>
                    <a:pt x="965" y="3030"/>
                  </a:lnTo>
                  <a:cubicBezTo>
                    <a:pt x="964" y="3312"/>
                    <a:pt x="1053" y="3586"/>
                    <a:pt x="1218" y="3814"/>
                  </a:cubicBezTo>
                  <a:lnTo>
                    <a:pt x="1791" y="4607"/>
                  </a:lnTo>
                  <a:cubicBezTo>
                    <a:pt x="1930" y="4798"/>
                    <a:pt x="2006" y="5027"/>
                    <a:pt x="2006" y="5264"/>
                  </a:cubicBezTo>
                  <a:lnTo>
                    <a:pt x="2006" y="6917"/>
                  </a:lnTo>
                  <a:lnTo>
                    <a:pt x="579" y="5023"/>
                  </a:lnTo>
                  <a:lnTo>
                    <a:pt x="578" y="5023"/>
                  </a:lnTo>
                  <a:cubicBezTo>
                    <a:pt x="538" y="4731"/>
                    <a:pt x="235" y="2191"/>
                    <a:pt x="365" y="213"/>
                  </a:cubicBezTo>
                  <a:close/>
                  <a:moveTo>
                    <a:pt x="271" y="0"/>
                  </a:moveTo>
                  <a:cubicBezTo>
                    <a:pt x="216" y="0"/>
                    <a:pt x="170" y="44"/>
                    <a:pt x="167" y="99"/>
                  </a:cubicBezTo>
                  <a:cubicBezTo>
                    <a:pt x="0" y="2225"/>
                    <a:pt x="365" y="5051"/>
                    <a:pt x="365" y="5078"/>
                  </a:cubicBezTo>
                  <a:cubicBezTo>
                    <a:pt x="368" y="5097"/>
                    <a:pt x="375" y="5115"/>
                    <a:pt x="387" y="5130"/>
                  </a:cubicBezTo>
                  <a:lnTo>
                    <a:pt x="2022" y="7298"/>
                  </a:lnTo>
                  <a:cubicBezTo>
                    <a:pt x="2043" y="7325"/>
                    <a:pt x="2074" y="7341"/>
                    <a:pt x="2107" y="7341"/>
                  </a:cubicBezTo>
                  <a:cubicBezTo>
                    <a:pt x="2119" y="7341"/>
                    <a:pt x="2131" y="7339"/>
                    <a:pt x="2141" y="7336"/>
                  </a:cubicBezTo>
                  <a:cubicBezTo>
                    <a:pt x="2186" y="7322"/>
                    <a:pt x="2214" y="7280"/>
                    <a:pt x="2214" y="7234"/>
                  </a:cubicBezTo>
                  <a:lnTo>
                    <a:pt x="2214" y="5264"/>
                  </a:lnTo>
                  <a:cubicBezTo>
                    <a:pt x="2214" y="4982"/>
                    <a:pt x="2125" y="4708"/>
                    <a:pt x="1961" y="4481"/>
                  </a:cubicBezTo>
                  <a:lnTo>
                    <a:pt x="1386" y="3687"/>
                  </a:lnTo>
                  <a:cubicBezTo>
                    <a:pt x="1248" y="3496"/>
                    <a:pt x="1172" y="3267"/>
                    <a:pt x="1173" y="3030"/>
                  </a:cubicBezTo>
                  <a:lnTo>
                    <a:pt x="1173" y="108"/>
                  </a:lnTo>
                  <a:cubicBezTo>
                    <a:pt x="1173" y="48"/>
                    <a:pt x="1126" y="0"/>
                    <a:pt x="10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5247850" y="555550"/>
              <a:ext cx="46600" cy="178175"/>
            </a:xfrm>
            <a:custGeom>
              <a:avLst/>
              <a:gdLst/>
              <a:ahLst/>
              <a:cxnLst/>
              <a:rect l="l" t="t" r="r" b="b"/>
              <a:pathLst>
                <a:path w="1864" h="7127" extrusionOk="0">
                  <a:moveTo>
                    <a:pt x="1040" y="1"/>
                  </a:moveTo>
                  <a:lnTo>
                    <a:pt x="1040" y="2923"/>
                  </a:lnTo>
                  <a:cubicBezTo>
                    <a:pt x="1040" y="3183"/>
                    <a:pt x="958" y="3436"/>
                    <a:pt x="806" y="3644"/>
                  </a:cubicBezTo>
                  <a:lnTo>
                    <a:pt x="233" y="4436"/>
                  </a:lnTo>
                  <a:cubicBezTo>
                    <a:pt x="81" y="4646"/>
                    <a:pt x="1" y="4898"/>
                    <a:pt x="1" y="5157"/>
                  </a:cubicBezTo>
                  <a:lnTo>
                    <a:pt x="1" y="7127"/>
                  </a:lnTo>
                  <a:lnTo>
                    <a:pt x="105" y="7018"/>
                  </a:lnTo>
                  <a:lnTo>
                    <a:pt x="1768" y="4907"/>
                  </a:lnTo>
                  <a:lnTo>
                    <a:pt x="1863" y="376"/>
                  </a:lnTo>
                  <a:cubicBezTo>
                    <a:pt x="1853" y="249"/>
                    <a:pt x="1844" y="124"/>
                    <a:pt x="18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5245125" y="552875"/>
              <a:ext cx="52050" cy="183575"/>
            </a:xfrm>
            <a:custGeom>
              <a:avLst/>
              <a:gdLst/>
              <a:ahLst/>
              <a:cxnLst/>
              <a:rect l="l" t="t" r="r" b="b"/>
              <a:pathLst>
                <a:path w="2082" h="7343" extrusionOk="0">
                  <a:moveTo>
                    <a:pt x="1844" y="213"/>
                  </a:moveTo>
                  <a:lnTo>
                    <a:pt x="1867" y="486"/>
                  </a:lnTo>
                  <a:lnTo>
                    <a:pt x="1773" y="4978"/>
                  </a:lnTo>
                  <a:lnTo>
                    <a:pt x="215" y="6952"/>
                  </a:lnTo>
                  <a:lnTo>
                    <a:pt x="215" y="5264"/>
                  </a:lnTo>
                  <a:cubicBezTo>
                    <a:pt x="214" y="5027"/>
                    <a:pt x="290" y="4798"/>
                    <a:pt x="428" y="4607"/>
                  </a:cubicBezTo>
                  <a:lnTo>
                    <a:pt x="1002" y="3814"/>
                  </a:lnTo>
                  <a:cubicBezTo>
                    <a:pt x="1168" y="3586"/>
                    <a:pt x="1258" y="3312"/>
                    <a:pt x="1256" y="3030"/>
                  </a:cubicBezTo>
                  <a:lnTo>
                    <a:pt x="1256" y="213"/>
                  </a:lnTo>
                  <a:close/>
                  <a:moveTo>
                    <a:pt x="1149" y="0"/>
                  </a:moveTo>
                  <a:cubicBezTo>
                    <a:pt x="1091" y="0"/>
                    <a:pt x="1043" y="48"/>
                    <a:pt x="1043" y="108"/>
                  </a:cubicBezTo>
                  <a:lnTo>
                    <a:pt x="1043" y="3038"/>
                  </a:lnTo>
                  <a:cubicBezTo>
                    <a:pt x="1043" y="3273"/>
                    <a:pt x="969" y="3502"/>
                    <a:pt x="830" y="3695"/>
                  </a:cubicBezTo>
                  <a:lnTo>
                    <a:pt x="256" y="4487"/>
                  </a:lnTo>
                  <a:cubicBezTo>
                    <a:pt x="90" y="4714"/>
                    <a:pt x="2" y="4988"/>
                    <a:pt x="2" y="5270"/>
                  </a:cubicBezTo>
                  <a:lnTo>
                    <a:pt x="2" y="7240"/>
                  </a:lnTo>
                  <a:cubicBezTo>
                    <a:pt x="1" y="7284"/>
                    <a:pt x="28" y="7325"/>
                    <a:pt x="68" y="7341"/>
                  </a:cubicBezTo>
                  <a:cubicBezTo>
                    <a:pt x="75" y="7342"/>
                    <a:pt x="82" y="7342"/>
                    <a:pt x="89" y="7342"/>
                  </a:cubicBezTo>
                  <a:cubicBezTo>
                    <a:pt x="96" y="7342"/>
                    <a:pt x="102" y="7342"/>
                    <a:pt x="108" y="7341"/>
                  </a:cubicBezTo>
                  <a:cubicBezTo>
                    <a:pt x="139" y="7338"/>
                    <a:pt x="169" y="7323"/>
                    <a:pt x="187" y="7298"/>
                  </a:cubicBezTo>
                  <a:lnTo>
                    <a:pt x="300" y="7180"/>
                  </a:lnTo>
                  <a:lnTo>
                    <a:pt x="1963" y="5070"/>
                  </a:lnTo>
                  <a:cubicBezTo>
                    <a:pt x="1978" y="5051"/>
                    <a:pt x="1986" y="5029"/>
                    <a:pt x="1986" y="5006"/>
                  </a:cubicBezTo>
                  <a:lnTo>
                    <a:pt x="2081" y="475"/>
                  </a:lnTo>
                  <a:lnTo>
                    <a:pt x="2054" y="99"/>
                  </a:lnTo>
                  <a:cubicBezTo>
                    <a:pt x="2050" y="44"/>
                    <a:pt x="2002" y="0"/>
                    <a:pt x="19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5147550" y="611050"/>
              <a:ext cx="29075" cy="12375"/>
            </a:xfrm>
            <a:custGeom>
              <a:avLst/>
              <a:gdLst/>
              <a:ahLst/>
              <a:cxnLst/>
              <a:rect l="l" t="t" r="r" b="b"/>
              <a:pathLst>
                <a:path w="1163" h="495" extrusionOk="0">
                  <a:moveTo>
                    <a:pt x="118" y="1"/>
                  </a:moveTo>
                  <a:lnTo>
                    <a:pt x="0" y="495"/>
                  </a:lnTo>
                  <a:lnTo>
                    <a:pt x="1163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5144700" y="608475"/>
              <a:ext cx="34625" cy="17725"/>
            </a:xfrm>
            <a:custGeom>
              <a:avLst/>
              <a:gdLst/>
              <a:ahLst/>
              <a:cxnLst/>
              <a:rect l="l" t="t" r="r" b="b"/>
              <a:pathLst>
                <a:path w="1385" h="709" extrusionOk="0">
                  <a:moveTo>
                    <a:pt x="1071" y="214"/>
                  </a:moveTo>
                  <a:lnTo>
                    <a:pt x="1138" y="495"/>
                  </a:lnTo>
                  <a:lnTo>
                    <a:pt x="247" y="495"/>
                  </a:lnTo>
                  <a:lnTo>
                    <a:pt x="314" y="214"/>
                  </a:lnTo>
                  <a:close/>
                  <a:moveTo>
                    <a:pt x="227" y="1"/>
                  </a:moveTo>
                  <a:cubicBezTo>
                    <a:pt x="178" y="1"/>
                    <a:pt x="135" y="35"/>
                    <a:pt x="123" y="84"/>
                  </a:cubicBezTo>
                  <a:lnTo>
                    <a:pt x="8" y="577"/>
                  </a:lnTo>
                  <a:cubicBezTo>
                    <a:pt x="1" y="608"/>
                    <a:pt x="7" y="643"/>
                    <a:pt x="28" y="668"/>
                  </a:cubicBezTo>
                  <a:cubicBezTo>
                    <a:pt x="48" y="694"/>
                    <a:pt x="77" y="708"/>
                    <a:pt x="108" y="708"/>
                  </a:cubicBezTo>
                  <a:cubicBezTo>
                    <a:pt x="110" y="708"/>
                    <a:pt x="111" y="708"/>
                    <a:pt x="113" y="708"/>
                  </a:cubicBezTo>
                  <a:lnTo>
                    <a:pt x="1272" y="708"/>
                  </a:lnTo>
                  <a:cubicBezTo>
                    <a:pt x="1274" y="708"/>
                    <a:pt x="1275" y="708"/>
                    <a:pt x="1277" y="708"/>
                  </a:cubicBezTo>
                  <a:cubicBezTo>
                    <a:pt x="1308" y="708"/>
                    <a:pt x="1337" y="692"/>
                    <a:pt x="1356" y="668"/>
                  </a:cubicBezTo>
                  <a:cubicBezTo>
                    <a:pt x="1377" y="643"/>
                    <a:pt x="1384" y="608"/>
                    <a:pt x="1377" y="577"/>
                  </a:cubicBezTo>
                  <a:lnTo>
                    <a:pt x="1260" y="84"/>
                  </a:lnTo>
                  <a:cubicBezTo>
                    <a:pt x="1250" y="35"/>
                    <a:pt x="1207" y="1"/>
                    <a:pt x="11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221600" y="611050"/>
              <a:ext cx="29075" cy="12375"/>
            </a:xfrm>
            <a:custGeom>
              <a:avLst/>
              <a:gdLst/>
              <a:ahLst/>
              <a:cxnLst/>
              <a:rect l="l" t="t" r="r" b="b"/>
              <a:pathLst>
                <a:path w="1163" h="495" extrusionOk="0">
                  <a:moveTo>
                    <a:pt x="119" y="1"/>
                  </a:moveTo>
                  <a:lnTo>
                    <a:pt x="1" y="495"/>
                  </a:lnTo>
                  <a:lnTo>
                    <a:pt x="1162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5218925" y="608475"/>
              <a:ext cx="34525" cy="17750"/>
            </a:xfrm>
            <a:custGeom>
              <a:avLst/>
              <a:gdLst/>
              <a:ahLst/>
              <a:cxnLst/>
              <a:rect l="l" t="t" r="r" b="b"/>
              <a:pathLst>
                <a:path w="1381" h="710" extrusionOk="0">
                  <a:moveTo>
                    <a:pt x="1070" y="214"/>
                  </a:moveTo>
                  <a:lnTo>
                    <a:pt x="1135" y="495"/>
                  </a:lnTo>
                  <a:lnTo>
                    <a:pt x="242" y="495"/>
                  </a:lnTo>
                  <a:lnTo>
                    <a:pt x="307" y="214"/>
                  </a:lnTo>
                  <a:close/>
                  <a:moveTo>
                    <a:pt x="226" y="1"/>
                  </a:moveTo>
                  <a:cubicBezTo>
                    <a:pt x="175" y="1"/>
                    <a:pt x="132" y="35"/>
                    <a:pt x="120" y="84"/>
                  </a:cubicBezTo>
                  <a:lnTo>
                    <a:pt x="5" y="577"/>
                  </a:lnTo>
                  <a:cubicBezTo>
                    <a:pt x="4" y="585"/>
                    <a:pt x="2" y="594"/>
                    <a:pt x="2" y="601"/>
                  </a:cubicBezTo>
                  <a:cubicBezTo>
                    <a:pt x="1" y="661"/>
                    <a:pt x="48" y="708"/>
                    <a:pt x="108" y="708"/>
                  </a:cubicBezTo>
                  <a:lnTo>
                    <a:pt x="1269" y="708"/>
                  </a:lnTo>
                  <a:lnTo>
                    <a:pt x="1269" y="710"/>
                  </a:lnTo>
                  <a:cubicBezTo>
                    <a:pt x="1302" y="710"/>
                    <a:pt x="1333" y="695"/>
                    <a:pt x="1353" y="668"/>
                  </a:cubicBezTo>
                  <a:cubicBezTo>
                    <a:pt x="1374" y="643"/>
                    <a:pt x="1381" y="608"/>
                    <a:pt x="1375" y="577"/>
                  </a:cubicBezTo>
                  <a:lnTo>
                    <a:pt x="1257" y="84"/>
                  </a:lnTo>
                  <a:cubicBezTo>
                    <a:pt x="1247" y="35"/>
                    <a:pt x="1204" y="1"/>
                    <a:pt x="11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177575" y="696225"/>
              <a:ext cx="40900" cy="5375"/>
            </a:xfrm>
            <a:custGeom>
              <a:avLst/>
              <a:gdLst/>
              <a:ahLst/>
              <a:cxnLst/>
              <a:rect l="l" t="t" r="r" b="b"/>
              <a:pathLst>
                <a:path w="1636" h="215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2" y="166"/>
                    <a:pt x="48" y="213"/>
                    <a:pt x="106" y="215"/>
                  </a:cubicBezTo>
                  <a:lnTo>
                    <a:pt x="1530" y="215"/>
                  </a:lnTo>
                  <a:cubicBezTo>
                    <a:pt x="1588" y="215"/>
                    <a:pt x="1635" y="166"/>
                    <a:pt x="1635" y="108"/>
                  </a:cubicBezTo>
                  <a:cubicBezTo>
                    <a:pt x="1635" y="48"/>
                    <a:pt x="1588" y="0"/>
                    <a:pt x="15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5644800" y="1131900"/>
              <a:ext cx="493225" cy="316075"/>
            </a:xfrm>
            <a:custGeom>
              <a:avLst/>
              <a:gdLst/>
              <a:ahLst/>
              <a:cxnLst/>
              <a:rect l="l" t="t" r="r" b="b"/>
              <a:pathLst>
                <a:path w="19729" h="12643" extrusionOk="0">
                  <a:moveTo>
                    <a:pt x="19410" y="284"/>
                  </a:moveTo>
                  <a:lnTo>
                    <a:pt x="16340" y="6801"/>
                  </a:lnTo>
                  <a:lnTo>
                    <a:pt x="318" y="12346"/>
                  </a:lnTo>
                  <a:lnTo>
                    <a:pt x="3389" y="5831"/>
                  </a:lnTo>
                  <a:lnTo>
                    <a:pt x="19410" y="284"/>
                  </a:lnTo>
                  <a:close/>
                  <a:moveTo>
                    <a:pt x="19616" y="1"/>
                  </a:moveTo>
                  <a:cubicBezTo>
                    <a:pt x="19604" y="1"/>
                    <a:pt x="19592" y="3"/>
                    <a:pt x="19580" y="7"/>
                  </a:cubicBezTo>
                  <a:lnTo>
                    <a:pt x="3276" y="5655"/>
                  </a:lnTo>
                  <a:cubicBezTo>
                    <a:pt x="3249" y="5664"/>
                    <a:pt x="3229" y="5685"/>
                    <a:pt x="3217" y="5710"/>
                  </a:cubicBezTo>
                  <a:lnTo>
                    <a:pt x="17" y="12495"/>
                  </a:lnTo>
                  <a:cubicBezTo>
                    <a:pt x="1" y="12535"/>
                    <a:pt x="8" y="12580"/>
                    <a:pt x="35" y="12613"/>
                  </a:cubicBezTo>
                  <a:cubicBezTo>
                    <a:pt x="54" y="12630"/>
                    <a:pt x="80" y="12639"/>
                    <a:pt x="105" y="12639"/>
                  </a:cubicBezTo>
                  <a:cubicBezTo>
                    <a:pt x="108" y="12639"/>
                    <a:pt x="112" y="12638"/>
                    <a:pt x="115" y="12638"/>
                  </a:cubicBezTo>
                  <a:lnTo>
                    <a:pt x="117" y="12638"/>
                  </a:lnTo>
                  <a:cubicBezTo>
                    <a:pt x="126" y="12641"/>
                    <a:pt x="138" y="12642"/>
                    <a:pt x="148" y="12642"/>
                  </a:cubicBezTo>
                  <a:lnTo>
                    <a:pt x="16452" y="6993"/>
                  </a:lnTo>
                  <a:cubicBezTo>
                    <a:pt x="16479" y="6984"/>
                    <a:pt x="16501" y="6964"/>
                    <a:pt x="16513" y="6938"/>
                  </a:cubicBezTo>
                  <a:lnTo>
                    <a:pt x="19713" y="152"/>
                  </a:lnTo>
                  <a:cubicBezTo>
                    <a:pt x="19729" y="113"/>
                    <a:pt x="19722" y="68"/>
                    <a:pt x="19695" y="37"/>
                  </a:cubicBezTo>
                  <a:cubicBezTo>
                    <a:pt x="19675" y="14"/>
                    <a:pt x="19645" y="1"/>
                    <a:pt x="19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5819875" y="1317125"/>
              <a:ext cx="90100" cy="57775"/>
            </a:xfrm>
            <a:custGeom>
              <a:avLst/>
              <a:gdLst/>
              <a:ahLst/>
              <a:cxnLst/>
              <a:rect l="l" t="t" r="r" b="b"/>
              <a:pathLst>
                <a:path w="3604" h="2311" extrusionOk="0">
                  <a:moveTo>
                    <a:pt x="3277" y="290"/>
                  </a:moveTo>
                  <a:lnTo>
                    <a:pt x="2880" y="1128"/>
                  </a:lnTo>
                  <a:lnTo>
                    <a:pt x="322" y="2020"/>
                  </a:lnTo>
                  <a:lnTo>
                    <a:pt x="322" y="2020"/>
                  </a:lnTo>
                  <a:lnTo>
                    <a:pt x="716" y="1179"/>
                  </a:lnTo>
                  <a:lnTo>
                    <a:pt x="3277" y="290"/>
                  </a:lnTo>
                  <a:close/>
                  <a:moveTo>
                    <a:pt x="3491" y="1"/>
                  </a:moveTo>
                  <a:cubicBezTo>
                    <a:pt x="3478" y="1"/>
                    <a:pt x="3466" y="3"/>
                    <a:pt x="3453" y="7"/>
                  </a:cubicBezTo>
                  <a:lnTo>
                    <a:pt x="602" y="991"/>
                  </a:lnTo>
                  <a:cubicBezTo>
                    <a:pt x="576" y="1002"/>
                    <a:pt x="554" y="1023"/>
                    <a:pt x="542" y="1048"/>
                  </a:cubicBezTo>
                  <a:lnTo>
                    <a:pt x="21" y="2156"/>
                  </a:lnTo>
                  <a:cubicBezTo>
                    <a:pt x="0" y="2195"/>
                    <a:pt x="8" y="2242"/>
                    <a:pt x="37" y="2273"/>
                  </a:cubicBezTo>
                  <a:cubicBezTo>
                    <a:pt x="57" y="2297"/>
                    <a:pt x="86" y="2311"/>
                    <a:pt x="116" y="2311"/>
                  </a:cubicBezTo>
                  <a:lnTo>
                    <a:pt x="116" y="2309"/>
                  </a:lnTo>
                  <a:cubicBezTo>
                    <a:pt x="128" y="2309"/>
                    <a:pt x="140" y="2308"/>
                    <a:pt x="150" y="2303"/>
                  </a:cubicBezTo>
                  <a:lnTo>
                    <a:pt x="3002" y="1316"/>
                  </a:lnTo>
                  <a:cubicBezTo>
                    <a:pt x="3029" y="1306"/>
                    <a:pt x="3051" y="1286"/>
                    <a:pt x="3063" y="1261"/>
                  </a:cubicBezTo>
                  <a:lnTo>
                    <a:pt x="3585" y="152"/>
                  </a:lnTo>
                  <a:cubicBezTo>
                    <a:pt x="3603" y="113"/>
                    <a:pt x="3596" y="67"/>
                    <a:pt x="3569" y="34"/>
                  </a:cubicBezTo>
                  <a:cubicBezTo>
                    <a:pt x="3548" y="12"/>
                    <a:pt x="3520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5685775" y="1166950"/>
              <a:ext cx="422150" cy="223150"/>
            </a:xfrm>
            <a:custGeom>
              <a:avLst/>
              <a:gdLst/>
              <a:ahLst/>
              <a:cxnLst/>
              <a:rect l="l" t="t" r="r" b="b"/>
              <a:pathLst>
                <a:path w="16886" h="8926" extrusionOk="0">
                  <a:moveTo>
                    <a:pt x="16561" y="283"/>
                  </a:moveTo>
                  <a:lnTo>
                    <a:pt x="15030" y="3534"/>
                  </a:lnTo>
                  <a:lnTo>
                    <a:pt x="315" y="8635"/>
                  </a:lnTo>
                  <a:lnTo>
                    <a:pt x="315" y="8635"/>
                  </a:lnTo>
                  <a:lnTo>
                    <a:pt x="1853" y="5384"/>
                  </a:lnTo>
                  <a:lnTo>
                    <a:pt x="16561" y="283"/>
                  </a:lnTo>
                  <a:close/>
                  <a:moveTo>
                    <a:pt x="16771" y="0"/>
                  </a:moveTo>
                  <a:cubicBezTo>
                    <a:pt x="16759" y="0"/>
                    <a:pt x="16747" y="2"/>
                    <a:pt x="16735" y="6"/>
                  </a:cubicBezTo>
                  <a:lnTo>
                    <a:pt x="1740" y="5197"/>
                  </a:lnTo>
                  <a:cubicBezTo>
                    <a:pt x="1713" y="5207"/>
                    <a:pt x="1691" y="5227"/>
                    <a:pt x="1677" y="5252"/>
                  </a:cubicBezTo>
                  <a:lnTo>
                    <a:pt x="20" y="8772"/>
                  </a:lnTo>
                  <a:cubicBezTo>
                    <a:pt x="1" y="8810"/>
                    <a:pt x="8" y="8857"/>
                    <a:pt x="38" y="8888"/>
                  </a:cubicBezTo>
                  <a:cubicBezTo>
                    <a:pt x="58" y="8912"/>
                    <a:pt x="87" y="8925"/>
                    <a:pt x="117" y="8925"/>
                  </a:cubicBezTo>
                  <a:cubicBezTo>
                    <a:pt x="120" y="8925"/>
                    <a:pt x="122" y="8926"/>
                    <a:pt x="125" y="8926"/>
                  </a:cubicBezTo>
                  <a:cubicBezTo>
                    <a:pt x="137" y="8926"/>
                    <a:pt x="149" y="8923"/>
                    <a:pt x="162" y="8918"/>
                  </a:cubicBezTo>
                  <a:lnTo>
                    <a:pt x="15146" y="3726"/>
                  </a:lnTo>
                  <a:cubicBezTo>
                    <a:pt x="15173" y="3717"/>
                    <a:pt x="15197" y="3697"/>
                    <a:pt x="15209" y="3672"/>
                  </a:cubicBezTo>
                  <a:lnTo>
                    <a:pt x="16866" y="151"/>
                  </a:lnTo>
                  <a:cubicBezTo>
                    <a:pt x="16885" y="114"/>
                    <a:pt x="16878" y="67"/>
                    <a:pt x="16848" y="36"/>
                  </a:cubicBezTo>
                  <a:cubicBezTo>
                    <a:pt x="16829" y="13"/>
                    <a:pt x="16800" y="0"/>
                    <a:pt x="16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5723000" y="1182525"/>
              <a:ext cx="377300" cy="134025"/>
            </a:xfrm>
            <a:custGeom>
              <a:avLst/>
              <a:gdLst/>
              <a:ahLst/>
              <a:cxnLst/>
              <a:rect l="l" t="t" r="r" b="b"/>
              <a:pathLst>
                <a:path w="15092" h="5361" extrusionOk="0">
                  <a:moveTo>
                    <a:pt x="14965" y="1"/>
                  </a:moveTo>
                  <a:cubicBezTo>
                    <a:pt x="14954" y="1"/>
                    <a:pt x="14943" y="2"/>
                    <a:pt x="14932" y="6"/>
                  </a:cubicBezTo>
                  <a:lnTo>
                    <a:pt x="99" y="5146"/>
                  </a:lnTo>
                  <a:cubicBezTo>
                    <a:pt x="41" y="5156"/>
                    <a:pt x="1" y="5211"/>
                    <a:pt x="11" y="5271"/>
                  </a:cubicBezTo>
                  <a:cubicBezTo>
                    <a:pt x="19" y="5323"/>
                    <a:pt x="65" y="5360"/>
                    <a:pt x="116" y="5360"/>
                  </a:cubicBezTo>
                  <a:cubicBezTo>
                    <a:pt x="123" y="5360"/>
                    <a:pt x="129" y="5360"/>
                    <a:pt x="135" y="5359"/>
                  </a:cubicBezTo>
                  <a:lnTo>
                    <a:pt x="136" y="5359"/>
                  </a:lnTo>
                  <a:cubicBezTo>
                    <a:pt x="147" y="5359"/>
                    <a:pt x="159" y="5357"/>
                    <a:pt x="169" y="5353"/>
                  </a:cubicBezTo>
                  <a:lnTo>
                    <a:pt x="14999" y="220"/>
                  </a:lnTo>
                  <a:cubicBezTo>
                    <a:pt x="15058" y="201"/>
                    <a:pt x="15091" y="138"/>
                    <a:pt x="15072" y="79"/>
                  </a:cubicBezTo>
                  <a:cubicBezTo>
                    <a:pt x="15056" y="30"/>
                    <a:pt x="15012" y="1"/>
                    <a:pt x="14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716575" y="1197250"/>
              <a:ext cx="376450" cy="133700"/>
            </a:xfrm>
            <a:custGeom>
              <a:avLst/>
              <a:gdLst/>
              <a:ahLst/>
              <a:cxnLst/>
              <a:rect l="l" t="t" r="r" b="b"/>
              <a:pathLst>
                <a:path w="15058" h="5348" extrusionOk="0">
                  <a:moveTo>
                    <a:pt x="14941" y="0"/>
                  </a:moveTo>
                  <a:cubicBezTo>
                    <a:pt x="14932" y="0"/>
                    <a:pt x="14924" y="1"/>
                    <a:pt x="14915" y="3"/>
                  </a:cubicBezTo>
                  <a:lnTo>
                    <a:pt x="85" y="5142"/>
                  </a:lnTo>
                  <a:lnTo>
                    <a:pt x="84" y="5142"/>
                  </a:lnTo>
                  <a:cubicBezTo>
                    <a:pt x="29" y="5161"/>
                    <a:pt x="0" y="5222"/>
                    <a:pt x="20" y="5277"/>
                  </a:cubicBezTo>
                  <a:cubicBezTo>
                    <a:pt x="35" y="5320"/>
                    <a:pt x="75" y="5347"/>
                    <a:pt x="119" y="5347"/>
                  </a:cubicBezTo>
                  <a:lnTo>
                    <a:pt x="149" y="5344"/>
                  </a:lnTo>
                  <a:lnTo>
                    <a:pt x="14985" y="204"/>
                  </a:lnTo>
                  <a:cubicBezTo>
                    <a:pt x="15033" y="184"/>
                    <a:pt x="15058" y="131"/>
                    <a:pt x="15044" y="81"/>
                  </a:cubicBezTo>
                  <a:cubicBezTo>
                    <a:pt x="15032" y="33"/>
                    <a:pt x="14988" y="0"/>
                    <a:pt x="14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5709375" y="1211625"/>
              <a:ext cx="377325" cy="133800"/>
            </a:xfrm>
            <a:custGeom>
              <a:avLst/>
              <a:gdLst/>
              <a:ahLst/>
              <a:cxnLst/>
              <a:rect l="l" t="t" r="r" b="b"/>
              <a:pathLst>
                <a:path w="15093" h="5352" extrusionOk="0">
                  <a:moveTo>
                    <a:pt x="14971" y="1"/>
                  </a:moveTo>
                  <a:cubicBezTo>
                    <a:pt x="14960" y="1"/>
                    <a:pt x="14949" y="3"/>
                    <a:pt x="14938" y="6"/>
                  </a:cubicBezTo>
                  <a:lnTo>
                    <a:pt x="101" y="5137"/>
                  </a:lnTo>
                  <a:cubicBezTo>
                    <a:pt x="41" y="5147"/>
                    <a:pt x="1" y="5203"/>
                    <a:pt x="11" y="5261"/>
                  </a:cubicBezTo>
                  <a:cubicBezTo>
                    <a:pt x="19" y="5314"/>
                    <a:pt x="64" y="5352"/>
                    <a:pt x="116" y="5352"/>
                  </a:cubicBezTo>
                  <a:cubicBezTo>
                    <a:pt x="122" y="5352"/>
                    <a:pt x="129" y="5351"/>
                    <a:pt x="135" y="5350"/>
                  </a:cubicBezTo>
                  <a:cubicBezTo>
                    <a:pt x="140" y="5351"/>
                    <a:pt x="145" y="5351"/>
                    <a:pt x="151" y="5351"/>
                  </a:cubicBezTo>
                  <a:cubicBezTo>
                    <a:pt x="160" y="5351"/>
                    <a:pt x="170" y="5350"/>
                    <a:pt x="180" y="5347"/>
                  </a:cubicBezTo>
                  <a:lnTo>
                    <a:pt x="15009" y="207"/>
                  </a:lnTo>
                  <a:cubicBezTo>
                    <a:pt x="15064" y="188"/>
                    <a:pt x="15093" y="128"/>
                    <a:pt x="15075" y="73"/>
                  </a:cubicBezTo>
                  <a:cubicBezTo>
                    <a:pt x="15059" y="29"/>
                    <a:pt x="15017" y="1"/>
                    <a:pt x="14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5702575" y="1225975"/>
              <a:ext cx="377125" cy="133975"/>
            </a:xfrm>
            <a:custGeom>
              <a:avLst/>
              <a:gdLst/>
              <a:ahLst/>
              <a:cxnLst/>
              <a:rect l="l" t="t" r="r" b="b"/>
              <a:pathLst>
                <a:path w="15085" h="5359" extrusionOk="0">
                  <a:moveTo>
                    <a:pt x="14964" y="1"/>
                  </a:moveTo>
                  <a:cubicBezTo>
                    <a:pt x="14952" y="1"/>
                    <a:pt x="14940" y="3"/>
                    <a:pt x="14928" y="7"/>
                  </a:cubicBezTo>
                  <a:lnTo>
                    <a:pt x="100" y="5144"/>
                  </a:lnTo>
                  <a:cubicBezTo>
                    <a:pt x="41" y="5154"/>
                    <a:pt x="0" y="5209"/>
                    <a:pt x="11" y="5269"/>
                  </a:cubicBezTo>
                  <a:cubicBezTo>
                    <a:pt x="20" y="5321"/>
                    <a:pt x="65" y="5358"/>
                    <a:pt x="117" y="5358"/>
                  </a:cubicBezTo>
                  <a:cubicBezTo>
                    <a:pt x="123" y="5358"/>
                    <a:pt x="130" y="5358"/>
                    <a:pt x="136" y="5357"/>
                  </a:cubicBezTo>
                  <a:cubicBezTo>
                    <a:pt x="148" y="5355"/>
                    <a:pt x="160" y="5352"/>
                    <a:pt x="170" y="5346"/>
                  </a:cubicBezTo>
                  <a:lnTo>
                    <a:pt x="15000" y="209"/>
                  </a:lnTo>
                  <a:cubicBezTo>
                    <a:pt x="15055" y="190"/>
                    <a:pt x="15085" y="129"/>
                    <a:pt x="15065" y="72"/>
                  </a:cubicBezTo>
                  <a:cubicBezTo>
                    <a:pt x="15050" y="29"/>
                    <a:pt x="15009" y="1"/>
                    <a:pt x="149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5695950" y="1240550"/>
              <a:ext cx="376900" cy="133800"/>
            </a:xfrm>
            <a:custGeom>
              <a:avLst/>
              <a:gdLst/>
              <a:ahLst/>
              <a:cxnLst/>
              <a:rect l="l" t="t" r="r" b="b"/>
              <a:pathLst>
                <a:path w="15076" h="5352" extrusionOk="0">
                  <a:moveTo>
                    <a:pt x="14950" y="0"/>
                  </a:moveTo>
                  <a:cubicBezTo>
                    <a:pt x="14939" y="0"/>
                    <a:pt x="14927" y="2"/>
                    <a:pt x="14915" y="6"/>
                  </a:cubicBezTo>
                  <a:lnTo>
                    <a:pt x="85" y="5144"/>
                  </a:lnTo>
                  <a:cubicBezTo>
                    <a:pt x="30" y="5164"/>
                    <a:pt x="0" y="5223"/>
                    <a:pt x="20" y="5280"/>
                  </a:cubicBezTo>
                  <a:cubicBezTo>
                    <a:pt x="35" y="5323"/>
                    <a:pt x="75" y="5351"/>
                    <a:pt x="121" y="5351"/>
                  </a:cubicBezTo>
                  <a:cubicBezTo>
                    <a:pt x="123" y="5352"/>
                    <a:pt x="126" y="5352"/>
                    <a:pt x="128" y="5352"/>
                  </a:cubicBezTo>
                  <a:cubicBezTo>
                    <a:pt x="140" y="5352"/>
                    <a:pt x="151" y="5349"/>
                    <a:pt x="161" y="5345"/>
                  </a:cubicBezTo>
                  <a:lnTo>
                    <a:pt x="14985" y="219"/>
                  </a:lnTo>
                  <a:cubicBezTo>
                    <a:pt x="15045" y="200"/>
                    <a:pt x="15076" y="136"/>
                    <a:pt x="15056" y="77"/>
                  </a:cubicBezTo>
                  <a:cubicBezTo>
                    <a:pt x="15041" y="30"/>
                    <a:pt x="14997" y="0"/>
                    <a:pt x="14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6040675" y="1173775"/>
              <a:ext cx="47600" cy="93300"/>
            </a:xfrm>
            <a:custGeom>
              <a:avLst/>
              <a:gdLst/>
              <a:ahLst/>
              <a:cxnLst/>
              <a:rect l="l" t="t" r="r" b="b"/>
              <a:pathLst>
                <a:path w="1904" h="3732" extrusionOk="0">
                  <a:moveTo>
                    <a:pt x="1781" y="1"/>
                  </a:moveTo>
                  <a:cubicBezTo>
                    <a:pt x="1741" y="1"/>
                    <a:pt x="1704" y="23"/>
                    <a:pt x="1687" y="62"/>
                  </a:cubicBezTo>
                  <a:lnTo>
                    <a:pt x="26" y="3587"/>
                  </a:lnTo>
                  <a:cubicBezTo>
                    <a:pt x="0" y="3640"/>
                    <a:pt x="24" y="3704"/>
                    <a:pt x="76" y="3730"/>
                  </a:cubicBezTo>
                  <a:cubicBezTo>
                    <a:pt x="85" y="3731"/>
                    <a:pt x="92" y="3732"/>
                    <a:pt x="100" y="3732"/>
                  </a:cubicBezTo>
                  <a:cubicBezTo>
                    <a:pt x="108" y="3732"/>
                    <a:pt x="116" y="3731"/>
                    <a:pt x="124" y="3730"/>
                  </a:cubicBezTo>
                  <a:cubicBezTo>
                    <a:pt x="125" y="3730"/>
                    <a:pt x="127" y="3730"/>
                    <a:pt x="128" y="3730"/>
                  </a:cubicBezTo>
                  <a:cubicBezTo>
                    <a:pt x="167" y="3730"/>
                    <a:pt x="203" y="3708"/>
                    <a:pt x="221" y="3672"/>
                  </a:cubicBezTo>
                  <a:lnTo>
                    <a:pt x="1878" y="153"/>
                  </a:lnTo>
                  <a:cubicBezTo>
                    <a:pt x="1879" y="153"/>
                    <a:pt x="1879" y="153"/>
                    <a:pt x="1879" y="152"/>
                  </a:cubicBezTo>
                  <a:cubicBezTo>
                    <a:pt x="1903" y="100"/>
                    <a:pt x="1881" y="36"/>
                    <a:pt x="1827" y="10"/>
                  </a:cubicBezTo>
                  <a:lnTo>
                    <a:pt x="1824" y="10"/>
                  </a:ln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6017075" y="1181925"/>
              <a:ext cx="47525" cy="93325"/>
            </a:xfrm>
            <a:custGeom>
              <a:avLst/>
              <a:gdLst/>
              <a:ahLst/>
              <a:cxnLst/>
              <a:rect l="l" t="t" r="r" b="b"/>
              <a:pathLst>
                <a:path w="1901" h="3733" extrusionOk="0">
                  <a:moveTo>
                    <a:pt x="1778" y="0"/>
                  </a:moveTo>
                  <a:cubicBezTo>
                    <a:pt x="1738" y="0"/>
                    <a:pt x="1700" y="24"/>
                    <a:pt x="1681" y="63"/>
                  </a:cubicBezTo>
                  <a:lnTo>
                    <a:pt x="24" y="3581"/>
                  </a:lnTo>
                  <a:cubicBezTo>
                    <a:pt x="24" y="3582"/>
                    <a:pt x="24" y="3582"/>
                    <a:pt x="24" y="3584"/>
                  </a:cubicBezTo>
                  <a:cubicBezTo>
                    <a:pt x="0" y="3636"/>
                    <a:pt x="23" y="3699"/>
                    <a:pt x="76" y="3721"/>
                  </a:cubicBezTo>
                  <a:cubicBezTo>
                    <a:pt x="90" y="3728"/>
                    <a:pt x="105" y="3731"/>
                    <a:pt x="121" y="3733"/>
                  </a:cubicBezTo>
                  <a:cubicBezTo>
                    <a:pt x="163" y="3733"/>
                    <a:pt x="200" y="3709"/>
                    <a:pt x="216" y="3670"/>
                  </a:cubicBezTo>
                  <a:lnTo>
                    <a:pt x="1876" y="152"/>
                  </a:lnTo>
                  <a:cubicBezTo>
                    <a:pt x="1876" y="150"/>
                    <a:pt x="1876" y="150"/>
                    <a:pt x="1876" y="149"/>
                  </a:cubicBezTo>
                  <a:cubicBezTo>
                    <a:pt x="1900" y="97"/>
                    <a:pt x="1878" y="34"/>
                    <a:pt x="1824" y="10"/>
                  </a:cubicBezTo>
                  <a:lnTo>
                    <a:pt x="1823" y="10"/>
                  </a:lnTo>
                  <a:cubicBezTo>
                    <a:pt x="1808" y="4"/>
                    <a:pt x="179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5993425" y="1190075"/>
              <a:ext cx="47575" cy="93375"/>
            </a:xfrm>
            <a:custGeom>
              <a:avLst/>
              <a:gdLst/>
              <a:ahLst/>
              <a:cxnLst/>
              <a:rect l="l" t="t" r="r" b="b"/>
              <a:pathLst>
                <a:path w="1903" h="3735" extrusionOk="0">
                  <a:moveTo>
                    <a:pt x="1780" y="0"/>
                  </a:moveTo>
                  <a:cubicBezTo>
                    <a:pt x="1739" y="0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5" y="3582"/>
                    <a:pt x="25" y="3582"/>
                  </a:cubicBezTo>
                  <a:cubicBezTo>
                    <a:pt x="1" y="3636"/>
                    <a:pt x="23" y="3699"/>
                    <a:pt x="77" y="3724"/>
                  </a:cubicBezTo>
                  <a:cubicBezTo>
                    <a:pt x="92" y="3731"/>
                    <a:pt x="107" y="3734"/>
                    <a:pt x="122" y="3734"/>
                  </a:cubicBezTo>
                  <a:cubicBezTo>
                    <a:pt x="123" y="3734"/>
                    <a:pt x="124" y="3734"/>
                    <a:pt x="125" y="3734"/>
                  </a:cubicBezTo>
                  <a:cubicBezTo>
                    <a:pt x="165" y="3734"/>
                    <a:pt x="201" y="3711"/>
                    <a:pt x="218" y="3675"/>
                  </a:cubicBezTo>
                  <a:lnTo>
                    <a:pt x="1877" y="153"/>
                  </a:lnTo>
                  <a:cubicBezTo>
                    <a:pt x="1902" y="100"/>
                    <a:pt x="1878" y="37"/>
                    <a:pt x="1826" y="10"/>
                  </a:cubicBezTo>
                  <a:lnTo>
                    <a:pt x="1825" y="10"/>
                  </a:lnTo>
                  <a:cubicBezTo>
                    <a:pt x="1810" y="4"/>
                    <a:pt x="1795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5969800" y="1198025"/>
              <a:ext cx="47600" cy="93575"/>
            </a:xfrm>
            <a:custGeom>
              <a:avLst/>
              <a:gdLst/>
              <a:ahLst/>
              <a:cxnLst/>
              <a:rect l="l" t="t" r="r" b="b"/>
              <a:pathLst>
                <a:path w="1904" h="3743" extrusionOk="0">
                  <a:moveTo>
                    <a:pt x="1785" y="0"/>
                  </a:moveTo>
                  <a:cubicBezTo>
                    <a:pt x="1740" y="0"/>
                    <a:pt x="1697" y="28"/>
                    <a:pt x="1683" y="74"/>
                  </a:cubicBezTo>
                  <a:lnTo>
                    <a:pt x="24" y="3592"/>
                  </a:lnTo>
                  <a:cubicBezTo>
                    <a:pt x="0" y="3644"/>
                    <a:pt x="23" y="3707"/>
                    <a:pt x="75" y="3732"/>
                  </a:cubicBezTo>
                  <a:cubicBezTo>
                    <a:pt x="88" y="3738"/>
                    <a:pt x="102" y="3743"/>
                    <a:pt x="116" y="3743"/>
                  </a:cubicBezTo>
                  <a:cubicBezTo>
                    <a:pt x="118" y="3743"/>
                    <a:pt x="120" y="3743"/>
                    <a:pt x="123" y="3742"/>
                  </a:cubicBezTo>
                  <a:cubicBezTo>
                    <a:pt x="163" y="3742"/>
                    <a:pt x="200" y="3719"/>
                    <a:pt x="218" y="3681"/>
                  </a:cubicBezTo>
                  <a:lnTo>
                    <a:pt x="1875" y="163"/>
                  </a:lnTo>
                  <a:cubicBezTo>
                    <a:pt x="1880" y="156"/>
                    <a:pt x="1882" y="148"/>
                    <a:pt x="1885" y="141"/>
                  </a:cubicBezTo>
                  <a:cubicBezTo>
                    <a:pt x="1903" y="84"/>
                    <a:pt x="1874" y="23"/>
                    <a:pt x="1818" y="5"/>
                  </a:cubicBezTo>
                  <a:cubicBezTo>
                    <a:pt x="1807" y="2"/>
                    <a:pt x="1796" y="0"/>
                    <a:pt x="1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5946125" y="1206750"/>
              <a:ext cx="47550" cy="93125"/>
            </a:xfrm>
            <a:custGeom>
              <a:avLst/>
              <a:gdLst/>
              <a:ahLst/>
              <a:cxnLst/>
              <a:rect l="l" t="t" r="r" b="b"/>
              <a:pathLst>
                <a:path w="1902" h="3725" extrusionOk="0">
                  <a:moveTo>
                    <a:pt x="1779" y="1"/>
                  </a:moveTo>
                  <a:cubicBezTo>
                    <a:pt x="1739" y="1"/>
                    <a:pt x="1702" y="23"/>
                    <a:pt x="1683" y="61"/>
                  </a:cubicBezTo>
                  <a:lnTo>
                    <a:pt x="26" y="3580"/>
                  </a:lnTo>
                  <a:cubicBezTo>
                    <a:pt x="26" y="3580"/>
                    <a:pt x="26" y="3581"/>
                    <a:pt x="26" y="3581"/>
                  </a:cubicBezTo>
                  <a:cubicBezTo>
                    <a:pt x="1" y="3635"/>
                    <a:pt x="24" y="3697"/>
                    <a:pt x="78" y="3722"/>
                  </a:cubicBezTo>
                  <a:cubicBezTo>
                    <a:pt x="85" y="3724"/>
                    <a:pt x="93" y="3725"/>
                    <a:pt x="100" y="3725"/>
                  </a:cubicBezTo>
                  <a:cubicBezTo>
                    <a:pt x="108" y="3725"/>
                    <a:pt x="115" y="3724"/>
                    <a:pt x="123" y="3722"/>
                  </a:cubicBezTo>
                  <a:cubicBezTo>
                    <a:pt x="124" y="3723"/>
                    <a:pt x="125" y="3723"/>
                    <a:pt x="127" y="3723"/>
                  </a:cubicBezTo>
                  <a:cubicBezTo>
                    <a:pt x="164" y="3723"/>
                    <a:pt x="199" y="3703"/>
                    <a:pt x="218" y="3670"/>
                  </a:cubicBezTo>
                  <a:lnTo>
                    <a:pt x="1878" y="152"/>
                  </a:lnTo>
                  <a:cubicBezTo>
                    <a:pt x="1878" y="152"/>
                    <a:pt x="1878" y="151"/>
                    <a:pt x="1878" y="149"/>
                  </a:cubicBezTo>
                  <a:cubicBezTo>
                    <a:pt x="1902" y="97"/>
                    <a:pt x="1880" y="36"/>
                    <a:pt x="1826" y="12"/>
                  </a:cubicBezTo>
                  <a:cubicBezTo>
                    <a:pt x="1811" y="4"/>
                    <a:pt x="1794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5922525" y="1214850"/>
              <a:ext cx="47550" cy="93175"/>
            </a:xfrm>
            <a:custGeom>
              <a:avLst/>
              <a:gdLst/>
              <a:ahLst/>
              <a:cxnLst/>
              <a:rect l="l" t="t" r="r" b="b"/>
              <a:pathLst>
                <a:path w="1902" h="3727" extrusionOk="0">
                  <a:moveTo>
                    <a:pt x="1779" y="1"/>
                  </a:moveTo>
                  <a:cubicBezTo>
                    <a:pt x="1739" y="1"/>
                    <a:pt x="1700" y="24"/>
                    <a:pt x="1683" y="63"/>
                  </a:cubicBezTo>
                  <a:lnTo>
                    <a:pt x="26" y="3582"/>
                  </a:lnTo>
                  <a:cubicBezTo>
                    <a:pt x="26" y="3582"/>
                    <a:pt x="26" y="3583"/>
                    <a:pt x="26" y="3583"/>
                  </a:cubicBezTo>
                  <a:cubicBezTo>
                    <a:pt x="1" y="3637"/>
                    <a:pt x="23" y="3699"/>
                    <a:pt x="76" y="3725"/>
                  </a:cubicBezTo>
                  <a:cubicBezTo>
                    <a:pt x="84" y="3726"/>
                    <a:pt x="91" y="3727"/>
                    <a:pt x="99" y="3727"/>
                  </a:cubicBezTo>
                  <a:cubicBezTo>
                    <a:pt x="106" y="3727"/>
                    <a:pt x="114" y="3726"/>
                    <a:pt x="121" y="3725"/>
                  </a:cubicBezTo>
                  <a:cubicBezTo>
                    <a:pt x="126" y="3725"/>
                    <a:pt x="131" y="3725"/>
                    <a:pt x="135" y="3725"/>
                  </a:cubicBezTo>
                  <a:cubicBezTo>
                    <a:pt x="176" y="3725"/>
                    <a:pt x="212" y="3702"/>
                    <a:pt x="228" y="3665"/>
                  </a:cubicBezTo>
                  <a:lnTo>
                    <a:pt x="1877" y="154"/>
                  </a:lnTo>
                  <a:cubicBezTo>
                    <a:pt x="1902" y="100"/>
                    <a:pt x="1878" y="38"/>
                    <a:pt x="1826" y="11"/>
                  </a:cubicBezTo>
                  <a:lnTo>
                    <a:pt x="1824" y="11"/>
                  </a:lnTo>
                  <a:cubicBezTo>
                    <a:pt x="1810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5898900" y="1223425"/>
              <a:ext cx="47275" cy="92825"/>
            </a:xfrm>
            <a:custGeom>
              <a:avLst/>
              <a:gdLst/>
              <a:ahLst/>
              <a:cxnLst/>
              <a:rect l="l" t="t" r="r" b="b"/>
              <a:pathLst>
                <a:path w="1891" h="3713" extrusionOk="0">
                  <a:moveTo>
                    <a:pt x="1773" y="0"/>
                  </a:moveTo>
                  <a:cubicBezTo>
                    <a:pt x="1737" y="0"/>
                    <a:pt x="1703" y="18"/>
                    <a:pt x="1683" y="51"/>
                  </a:cubicBezTo>
                  <a:lnTo>
                    <a:pt x="24" y="3569"/>
                  </a:lnTo>
                  <a:cubicBezTo>
                    <a:pt x="0" y="3623"/>
                    <a:pt x="22" y="3685"/>
                    <a:pt x="75" y="3711"/>
                  </a:cubicBezTo>
                  <a:cubicBezTo>
                    <a:pt x="83" y="3712"/>
                    <a:pt x="91" y="3713"/>
                    <a:pt x="99" y="3713"/>
                  </a:cubicBezTo>
                  <a:cubicBezTo>
                    <a:pt x="107" y="3713"/>
                    <a:pt x="115" y="3712"/>
                    <a:pt x="122" y="3711"/>
                  </a:cubicBezTo>
                  <a:cubicBezTo>
                    <a:pt x="123" y="3711"/>
                    <a:pt x="125" y="3711"/>
                    <a:pt x="126" y="3711"/>
                  </a:cubicBezTo>
                  <a:cubicBezTo>
                    <a:pt x="163" y="3711"/>
                    <a:pt x="199" y="3690"/>
                    <a:pt x="217" y="3658"/>
                  </a:cubicBezTo>
                  <a:lnTo>
                    <a:pt x="1875" y="140"/>
                  </a:lnTo>
                  <a:cubicBezTo>
                    <a:pt x="1891" y="94"/>
                    <a:pt x="1872" y="42"/>
                    <a:pt x="1830" y="17"/>
                  </a:cubicBezTo>
                  <a:cubicBezTo>
                    <a:pt x="1812" y="6"/>
                    <a:pt x="1792" y="0"/>
                    <a:pt x="1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5875225" y="1231225"/>
              <a:ext cx="47575" cy="93400"/>
            </a:xfrm>
            <a:custGeom>
              <a:avLst/>
              <a:gdLst/>
              <a:ahLst/>
              <a:cxnLst/>
              <a:rect l="l" t="t" r="r" b="b"/>
              <a:pathLst>
                <a:path w="1903" h="3736" extrusionOk="0">
                  <a:moveTo>
                    <a:pt x="1779" y="1"/>
                  </a:moveTo>
                  <a:cubicBezTo>
                    <a:pt x="1739" y="1"/>
                    <a:pt x="1701" y="23"/>
                    <a:pt x="1683" y="62"/>
                  </a:cubicBezTo>
                  <a:lnTo>
                    <a:pt x="25" y="3582"/>
                  </a:lnTo>
                  <a:cubicBezTo>
                    <a:pt x="25" y="3582"/>
                    <a:pt x="25" y="3582"/>
                    <a:pt x="25" y="3583"/>
                  </a:cubicBezTo>
                  <a:cubicBezTo>
                    <a:pt x="0" y="3637"/>
                    <a:pt x="24" y="3699"/>
                    <a:pt x="78" y="3725"/>
                  </a:cubicBezTo>
                  <a:cubicBezTo>
                    <a:pt x="91" y="3731"/>
                    <a:pt x="107" y="3735"/>
                    <a:pt x="122" y="3735"/>
                  </a:cubicBezTo>
                  <a:cubicBezTo>
                    <a:pt x="164" y="3735"/>
                    <a:pt x="201" y="3711"/>
                    <a:pt x="217" y="3673"/>
                  </a:cubicBezTo>
                  <a:lnTo>
                    <a:pt x="1878" y="154"/>
                  </a:lnTo>
                  <a:cubicBezTo>
                    <a:pt x="1903" y="101"/>
                    <a:pt x="1879" y="37"/>
                    <a:pt x="1826" y="11"/>
                  </a:cubicBezTo>
                  <a:cubicBezTo>
                    <a:pt x="1811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5851625" y="1239225"/>
              <a:ext cx="47550" cy="93325"/>
            </a:xfrm>
            <a:custGeom>
              <a:avLst/>
              <a:gdLst/>
              <a:ahLst/>
              <a:cxnLst/>
              <a:rect l="l" t="t" r="r" b="b"/>
              <a:pathLst>
                <a:path w="1902" h="3733" extrusionOk="0">
                  <a:moveTo>
                    <a:pt x="1781" y="1"/>
                  </a:moveTo>
                  <a:cubicBezTo>
                    <a:pt x="1740" y="1"/>
                    <a:pt x="1700" y="24"/>
                    <a:pt x="1683" y="63"/>
                  </a:cubicBezTo>
                  <a:lnTo>
                    <a:pt x="25" y="3582"/>
                  </a:lnTo>
                  <a:cubicBezTo>
                    <a:pt x="25" y="3582"/>
                    <a:pt x="24" y="3583"/>
                    <a:pt x="24" y="3585"/>
                  </a:cubicBezTo>
                  <a:cubicBezTo>
                    <a:pt x="0" y="3637"/>
                    <a:pt x="24" y="3698"/>
                    <a:pt x="76" y="3722"/>
                  </a:cubicBezTo>
                  <a:cubicBezTo>
                    <a:pt x="89" y="3728"/>
                    <a:pt x="102" y="3733"/>
                    <a:pt x="115" y="3733"/>
                  </a:cubicBezTo>
                  <a:cubicBezTo>
                    <a:pt x="117" y="3733"/>
                    <a:pt x="119" y="3732"/>
                    <a:pt x="121" y="3732"/>
                  </a:cubicBezTo>
                  <a:cubicBezTo>
                    <a:pt x="122" y="3732"/>
                    <a:pt x="123" y="3732"/>
                    <a:pt x="124" y="3732"/>
                  </a:cubicBezTo>
                  <a:cubicBezTo>
                    <a:pt x="165" y="3732"/>
                    <a:pt x="202" y="3707"/>
                    <a:pt x="218" y="3671"/>
                  </a:cubicBezTo>
                  <a:lnTo>
                    <a:pt x="1876" y="153"/>
                  </a:lnTo>
                  <a:cubicBezTo>
                    <a:pt x="1901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5827975" y="1247425"/>
              <a:ext cx="47375" cy="93200"/>
            </a:xfrm>
            <a:custGeom>
              <a:avLst/>
              <a:gdLst/>
              <a:ahLst/>
              <a:cxnLst/>
              <a:rect l="l" t="t" r="r" b="b"/>
              <a:pathLst>
                <a:path w="1895" h="3728" extrusionOk="0">
                  <a:moveTo>
                    <a:pt x="1777" y="1"/>
                  </a:moveTo>
                  <a:cubicBezTo>
                    <a:pt x="1740" y="1"/>
                    <a:pt x="1703" y="20"/>
                    <a:pt x="1683" y="54"/>
                  </a:cubicBezTo>
                  <a:lnTo>
                    <a:pt x="24" y="3574"/>
                  </a:lnTo>
                  <a:cubicBezTo>
                    <a:pt x="1" y="3626"/>
                    <a:pt x="23" y="3690"/>
                    <a:pt x="77" y="3715"/>
                  </a:cubicBezTo>
                  <a:cubicBezTo>
                    <a:pt x="90" y="3723"/>
                    <a:pt x="106" y="3726"/>
                    <a:pt x="123" y="3727"/>
                  </a:cubicBezTo>
                  <a:cubicBezTo>
                    <a:pt x="163" y="3726"/>
                    <a:pt x="200" y="3702"/>
                    <a:pt x="218" y="3665"/>
                  </a:cubicBezTo>
                  <a:lnTo>
                    <a:pt x="1875" y="146"/>
                  </a:lnTo>
                  <a:cubicBezTo>
                    <a:pt x="1895" y="97"/>
                    <a:pt x="1875" y="41"/>
                    <a:pt x="1829" y="14"/>
                  </a:cubicBezTo>
                  <a:cubicBezTo>
                    <a:pt x="1813" y="5"/>
                    <a:pt x="1795" y="1"/>
                    <a:pt x="1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5804300" y="1255825"/>
              <a:ext cx="47600" cy="93150"/>
            </a:xfrm>
            <a:custGeom>
              <a:avLst/>
              <a:gdLst/>
              <a:ahLst/>
              <a:cxnLst/>
              <a:rect l="l" t="t" r="r" b="b"/>
              <a:pathLst>
                <a:path w="1904" h="3726" extrusionOk="0">
                  <a:moveTo>
                    <a:pt x="1780" y="0"/>
                  </a:moveTo>
                  <a:cubicBezTo>
                    <a:pt x="1741" y="0"/>
                    <a:pt x="1704" y="23"/>
                    <a:pt x="1686" y="62"/>
                  </a:cubicBezTo>
                  <a:lnTo>
                    <a:pt x="27" y="3580"/>
                  </a:lnTo>
                  <a:cubicBezTo>
                    <a:pt x="26" y="3580"/>
                    <a:pt x="26" y="3582"/>
                    <a:pt x="26" y="3582"/>
                  </a:cubicBezTo>
                  <a:cubicBezTo>
                    <a:pt x="1" y="3636"/>
                    <a:pt x="25" y="3698"/>
                    <a:pt x="78" y="3723"/>
                  </a:cubicBezTo>
                  <a:cubicBezTo>
                    <a:pt x="86" y="3725"/>
                    <a:pt x="93" y="3726"/>
                    <a:pt x="100" y="3726"/>
                  </a:cubicBezTo>
                  <a:cubicBezTo>
                    <a:pt x="108" y="3726"/>
                    <a:pt x="115" y="3725"/>
                    <a:pt x="123" y="3723"/>
                  </a:cubicBezTo>
                  <a:cubicBezTo>
                    <a:pt x="124" y="3723"/>
                    <a:pt x="126" y="3723"/>
                    <a:pt x="127" y="3723"/>
                  </a:cubicBezTo>
                  <a:cubicBezTo>
                    <a:pt x="164" y="3723"/>
                    <a:pt x="201" y="3704"/>
                    <a:pt x="221" y="3673"/>
                  </a:cubicBezTo>
                  <a:lnTo>
                    <a:pt x="1878" y="153"/>
                  </a:lnTo>
                  <a:cubicBezTo>
                    <a:pt x="1904" y="99"/>
                    <a:pt x="1880" y="35"/>
                    <a:pt x="1826" y="10"/>
                  </a:cubicBezTo>
                  <a:lnTo>
                    <a:pt x="1823" y="10"/>
                  </a:lnTo>
                  <a:cubicBezTo>
                    <a:pt x="1809" y="4"/>
                    <a:pt x="1794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5780700" y="1263800"/>
              <a:ext cx="47575" cy="93350"/>
            </a:xfrm>
            <a:custGeom>
              <a:avLst/>
              <a:gdLst/>
              <a:ahLst/>
              <a:cxnLst/>
              <a:rect l="l" t="t" r="r" b="b"/>
              <a:pathLst>
                <a:path w="1903" h="3734" extrusionOk="0">
                  <a:moveTo>
                    <a:pt x="1780" y="1"/>
                  </a:moveTo>
                  <a:cubicBezTo>
                    <a:pt x="1740" y="1"/>
                    <a:pt x="1702" y="24"/>
                    <a:pt x="1683" y="63"/>
                  </a:cubicBezTo>
                  <a:lnTo>
                    <a:pt x="26" y="3582"/>
                  </a:lnTo>
                  <a:cubicBezTo>
                    <a:pt x="26" y="3583"/>
                    <a:pt x="26" y="3583"/>
                    <a:pt x="25" y="3585"/>
                  </a:cubicBezTo>
                  <a:cubicBezTo>
                    <a:pt x="1" y="3637"/>
                    <a:pt x="25" y="3699"/>
                    <a:pt x="77" y="3722"/>
                  </a:cubicBezTo>
                  <a:cubicBezTo>
                    <a:pt x="92" y="3729"/>
                    <a:pt x="106" y="3732"/>
                    <a:pt x="121" y="3733"/>
                  </a:cubicBezTo>
                  <a:cubicBezTo>
                    <a:pt x="163" y="3733"/>
                    <a:pt x="202" y="3710"/>
                    <a:pt x="218" y="3671"/>
                  </a:cubicBezTo>
                  <a:lnTo>
                    <a:pt x="1877" y="153"/>
                  </a:lnTo>
                  <a:cubicBezTo>
                    <a:pt x="1902" y="99"/>
                    <a:pt x="1878" y="36"/>
                    <a:pt x="1826" y="11"/>
                  </a:cubicBezTo>
                  <a:lnTo>
                    <a:pt x="1825" y="11"/>
                  </a:ln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5757075" y="1271975"/>
              <a:ext cx="47525" cy="93350"/>
            </a:xfrm>
            <a:custGeom>
              <a:avLst/>
              <a:gdLst/>
              <a:ahLst/>
              <a:cxnLst/>
              <a:rect l="l" t="t" r="r" b="b"/>
              <a:pathLst>
                <a:path w="1901" h="3734" extrusionOk="0">
                  <a:moveTo>
                    <a:pt x="1780" y="1"/>
                  </a:moveTo>
                  <a:cubicBezTo>
                    <a:pt x="1740" y="1"/>
                    <a:pt x="1701" y="23"/>
                    <a:pt x="1683" y="62"/>
                  </a:cubicBezTo>
                  <a:lnTo>
                    <a:pt x="24" y="3581"/>
                  </a:lnTo>
                  <a:cubicBezTo>
                    <a:pt x="0" y="3634"/>
                    <a:pt x="23" y="3698"/>
                    <a:pt x="75" y="3724"/>
                  </a:cubicBezTo>
                  <a:cubicBezTo>
                    <a:pt x="90" y="3730"/>
                    <a:pt x="106" y="3734"/>
                    <a:pt x="122" y="3734"/>
                  </a:cubicBezTo>
                  <a:cubicBezTo>
                    <a:pt x="163" y="3734"/>
                    <a:pt x="200" y="3710"/>
                    <a:pt x="218" y="3673"/>
                  </a:cubicBezTo>
                  <a:lnTo>
                    <a:pt x="1875" y="153"/>
                  </a:lnTo>
                  <a:lnTo>
                    <a:pt x="1876" y="153"/>
                  </a:lnTo>
                  <a:cubicBezTo>
                    <a:pt x="1900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5733275" y="1280450"/>
              <a:ext cx="47300" cy="93050"/>
            </a:xfrm>
            <a:custGeom>
              <a:avLst/>
              <a:gdLst/>
              <a:ahLst/>
              <a:cxnLst/>
              <a:rect l="l" t="t" r="r" b="b"/>
              <a:pathLst>
                <a:path w="1892" h="3722" extrusionOk="0">
                  <a:moveTo>
                    <a:pt x="1775" y="1"/>
                  </a:moveTo>
                  <a:cubicBezTo>
                    <a:pt x="1740" y="1"/>
                    <a:pt x="1704" y="19"/>
                    <a:pt x="1685" y="51"/>
                  </a:cubicBezTo>
                  <a:lnTo>
                    <a:pt x="25" y="3571"/>
                  </a:lnTo>
                  <a:cubicBezTo>
                    <a:pt x="25" y="3571"/>
                    <a:pt x="25" y="3572"/>
                    <a:pt x="25" y="3572"/>
                  </a:cubicBezTo>
                  <a:cubicBezTo>
                    <a:pt x="1" y="3626"/>
                    <a:pt x="23" y="3687"/>
                    <a:pt x="77" y="3711"/>
                  </a:cubicBezTo>
                  <a:cubicBezTo>
                    <a:pt x="88" y="3717"/>
                    <a:pt x="101" y="3721"/>
                    <a:pt x="115" y="3721"/>
                  </a:cubicBezTo>
                  <a:cubicBezTo>
                    <a:pt x="117" y="3721"/>
                    <a:pt x="119" y="3721"/>
                    <a:pt x="121" y="3721"/>
                  </a:cubicBezTo>
                  <a:cubicBezTo>
                    <a:pt x="123" y="3721"/>
                    <a:pt x="124" y="3721"/>
                    <a:pt x="125" y="3721"/>
                  </a:cubicBezTo>
                  <a:cubicBezTo>
                    <a:pt x="165" y="3721"/>
                    <a:pt x="202" y="3696"/>
                    <a:pt x="220" y="3660"/>
                  </a:cubicBezTo>
                  <a:lnTo>
                    <a:pt x="1877" y="140"/>
                  </a:lnTo>
                  <a:cubicBezTo>
                    <a:pt x="1892" y="94"/>
                    <a:pt x="1872" y="42"/>
                    <a:pt x="1831" y="17"/>
                  </a:cubicBezTo>
                  <a:cubicBezTo>
                    <a:pt x="1814" y="6"/>
                    <a:pt x="1794" y="1"/>
                    <a:pt x="1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5709800" y="1288600"/>
              <a:ext cx="47550" cy="93175"/>
            </a:xfrm>
            <a:custGeom>
              <a:avLst/>
              <a:gdLst/>
              <a:ahLst/>
              <a:cxnLst/>
              <a:rect l="l" t="t" r="r" b="b"/>
              <a:pathLst>
                <a:path w="1902" h="3727" extrusionOk="0">
                  <a:moveTo>
                    <a:pt x="1781" y="1"/>
                  </a:moveTo>
                  <a:cubicBezTo>
                    <a:pt x="1740" y="1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6" y="3583"/>
                    <a:pt x="26" y="3583"/>
                  </a:cubicBezTo>
                  <a:cubicBezTo>
                    <a:pt x="0" y="3636"/>
                    <a:pt x="24" y="3699"/>
                    <a:pt x="78" y="3724"/>
                  </a:cubicBezTo>
                  <a:cubicBezTo>
                    <a:pt x="84" y="3726"/>
                    <a:pt x="92" y="3726"/>
                    <a:pt x="100" y="3726"/>
                  </a:cubicBezTo>
                  <a:cubicBezTo>
                    <a:pt x="107" y="3726"/>
                    <a:pt x="115" y="3726"/>
                    <a:pt x="122" y="3724"/>
                  </a:cubicBezTo>
                  <a:cubicBezTo>
                    <a:pt x="124" y="3724"/>
                    <a:pt x="125" y="3724"/>
                    <a:pt x="127" y="3724"/>
                  </a:cubicBezTo>
                  <a:cubicBezTo>
                    <a:pt x="164" y="3724"/>
                    <a:pt x="199" y="3705"/>
                    <a:pt x="218" y="3672"/>
                  </a:cubicBezTo>
                  <a:lnTo>
                    <a:pt x="1876" y="154"/>
                  </a:lnTo>
                  <a:cubicBezTo>
                    <a:pt x="1902" y="100"/>
                    <a:pt x="1879" y="36"/>
                    <a:pt x="1826" y="11"/>
                  </a:cubicBezTo>
                  <a:cubicBezTo>
                    <a:pt x="1811" y="4"/>
                    <a:pt x="1796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4664375" y="656725"/>
              <a:ext cx="218350" cy="174750"/>
            </a:xfrm>
            <a:custGeom>
              <a:avLst/>
              <a:gdLst/>
              <a:ahLst/>
              <a:cxnLst/>
              <a:rect l="l" t="t" r="r" b="b"/>
              <a:pathLst>
                <a:path w="8734" h="6990" extrusionOk="0">
                  <a:moveTo>
                    <a:pt x="700" y="209"/>
                  </a:moveTo>
                  <a:lnTo>
                    <a:pt x="8047" y="214"/>
                  </a:lnTo>
                  <a:cubicBezTo>
                    <a:pt x="8313" y="214"/>
                    <a:pt x="8531" y="431"/>
                    <a:pt x="8531" y="697"/>
                  </a:cubicBezTo>
                  <a:lnTo>
                    <a:pt x="8531" y="6296"/>
                  </a:lnTo>
                  <a:cubicBezTo>
                    <a:pt x="8531" y="6564"/>
                    <a:pt x="8313" y="6780"/>
                    <a:pt x="8047" y="6780"/>
                  </a:cubicBezTo>
                  <a:lnTo>
                    <a:pt x="711" y="6780"/>
                  </a:lnTo>
                  <a:cubicBezTo>
                    <a:pt x="443" y="6780"/>
                    <a:pt x="227" y="6564"/>
                    <a:pt x="227" y="6296"/>
                  </a:cubicBezTo>
                  <a:lnTo>
                    <a:pt x="227" y="697"/>
                  </a:lnTo>
                  <a:cubicBezTo>
                    <a:pt x="224" y="434"/>
                    <a:pt x="435" y="215"/>
                    <a:pt x="700" y="209"/>
                  </a:cubicBezTo>
                  <a:close/>
                  <a:moveTo>
                    <a:pt x="696" y="1"/>
                  </a:moveTo>
                  <a:cubicBezTo>
                    <a:pt x="312" y="2"/>
                    <a:pt x="1" y="313"/>
                    <a:pt x="2" y="697"/>
                  </a:cubicBezTo>
                  <a:lnTo>
                    <a:pt x="2" y="6291"/>
                  </a:lnTo>
                  <a:cubicBezTo>
                    <a:pt x="2" y="6677"/>
                    <a:pt x="315" y="6990"/>
                    <a:pt x="700" y="6990"/>
                  </a:cubicBezTo>
                  <a:lnTo>
                    <a:pt x="8036" y="6990"/>
                  </a:lnTo>
                  <a:lnTo>
                    <a:pt x="8036" y="6988"/>
                  </a:lnTo>
                  <a:cubicBezTo>
                    <a:pt x="8419" y="6988"/>
                    <a:pt x="8730" y="6678"/>
                    <a:pt x="8733" y="6296"/>
                  </a:cubicBezTo>
                  <a:lnTo>
                    <a:pt x="8733" y="697"/>
                  </a:lnTo>
                  <a:cubicBezTo>
                    <a:pt x="8733" y="313"/>
                    <a:pt x="8421" y="1"/>
                    <a:pt x="8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4433975" y="743450"/>
              <a:ext cx="296550" cy="272700"/>
            </a:xfrm>
            <a:custGeom>
              <a:avLst/>
              <a:gdLst/>
              <a:ahLst/>
              <a:cxnLst/>
              <a:rect l="l" t="t" r="r" b="b"/>
              <a:pathLst>
                <a:path w="11862" h="10908" extrusionOk="0">
                  <a:moveTo>
                    <a:pt x="699" y="215"/>
                  </a:moveTo>
                  <a:lnTo>
                    <a:pt x="11164" y="217"/>
                  </a:lnTo>
                  <a:cubicBezTo>
                    <a:pt x="11431" y="217"/>
                    <a:pt x="11648" y="434"/>
                    <a:pt x="11648" y="701"/>
                  </a:cubicBezTo>
                  <a:lnTo>
                    <a:pt x="11648" y="10207"/>
                  </a:lnTo>
                  <a:cubicBezTo>
                    <a:pt x="11648" y="10475"/>
                    <a:pt x="11431" y="10691"/>
                    <a:pt x="11164" y="10691"/>
                  </a:cubicBezTo>
                  <a:lnTo>
                    <a:pt x="699" y="10691"/>
                  </a:lnTo>
                  <a:cubicBezTo>
                    <a:pt x="432" y="10691"/>
                    <a:pt x="215" y="10475"/>
                    <a:pt x="215" y="10207"/>
                  </a:cubicBezTo>
                  <a:lnTo>
                    <a:pt x="215" y="699"/>
                  </a:lnTo>
                  <a:cubicBezTo>
                    <a:pt x="215" y="431"/>
                    <a:pt x="432" y="215"/>
                    <a:pt x="699" y="215"/>
                  </a:cubicBezTo>
                  <a:close/>
                  <a:moveTo>
                    <a:pt x="697" y="1"/>
                  </a:moveTo>
                  <a:cubicBezTo>
                    <a:pt x="311" y="2"/>
                    <a:pt x="0" y="315"/>
                    <a:pt x="2" y="701"/>
                  </a:cubicBezTo>
                  <a:lnTo>
                    <a:pt x="2" y="10210"/>
                  </a:lnTo>
                  <a:cubicBezTo>
                    <a:pt x="2" y="10595"/>
                    <a:pt x="314" y="10907"/>
                    <a:pt x="699" y="10907"/>
                  </a:cubicBezTo>
                  <a:lnTo>
                    <a:pt x="11167" y="10907"/>
                  </a:lnTo>
                  <a:cubicBezTo>
                    <a:pt x="11551" y="10904"/>
                    <a:pt x="11861" y="10592"/>
                    <a:pt x="11861" y="10207"/>
                  </a:cubicBezTo>
                  <a:lnTo>
                    <a:pt x="11861" y="699"/>
                  </a:lnTo>
                  <a:cubicBezTo>
                    <a:pt x="11860" y="313"/>
                    <a:pt x="11548" y="2"/>
                    <a:pt x="1116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4371875" y="1254050"/>
              <a:ext cx="292750" cy="157625"/>
            </a:xfrm>
            <a:custGeom>
              <a:avLst/>
              <a:gdLst/>
              <a:ahLst/>
              <a:cxnLst/>
              <a:rect l="l" t="t" r="r" b="b"/>
              <a:pathLst>
                <a:path w="11710" h="6305" extrusionOk="0">
                  <a:moveTo>
                    <a:pt x="1" y="1"/>
                  </a:moveTo>
                  <a:lnTo>
                    <a:pt x="1" y="6305"/>
                  </a:lnTo>
                  <a:lnTo>
                    <a:pt x="11710" y="6305"/>
                  </a:lnTo>
                  <a:lnTo>
                    <a:pt x="117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4369225" y="1251375"/>
              <a:ext cx="298150" cy="162950"/>
            </a:xfrm>
            <a:custGeom>
              <a:avLst/>
              <a:gdLst/>
              <a:ahLst/>
              <a:cxnLst/>
              <a:rect l="l" t="t" r="r" b="b"/>
              <a:pathLst>
                <a:path w="11926" h="6518" extrusionOk="0">
                  <a:moveTo>
                    <a:pt x="11713" y="215"/>
                  </a:moveTo>
                  <a:lnTo>
                    <a:pt x="11713" y="6305"/>
                  </a:lnTo>
                  <a:lnTo>
                    <a:pt x="218" y="6305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9"/>
                    <a:pt x="1" y="108"/>
                  </a:cubicBezTo>
                  <a:lnTo>
                    <a:pt x="1" y="6412"/>
                  </a:lnTo>
                  <a:cubicBezTo>
                    <a:pt x="1" y="6470"/>
                    <a:pt x="49" y="6517"/>
                    <a:pt x="108" y="6517"/>
                  </a:cubicBezTo>
                  <a:lnTo>
                    <a:pt x="11820" y="6517"/>
                  </a:lnTo>
                  <a:cubicBezTo>
                    <a:pt x="11878" y="6517"/>
                    <a:pt x="11926" y="6470"/>
                    <a:pt x="11926" y="6412"/>
                  </a:cubicBezTo>
                  <a:lnTo>
                    <a:pt x="11926" y="108"/>
                  </a:lnTo>
                  <a:cubicBezTo>
                    <a:pt x="11926" y="49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4371875" y="1383300"/>
              <a:ext cx="292750" cy="28375"/>
            </a:xfrm>
            <a:custGeom>
              <a:avLst/>
              <a:gdLst/>
              <a:ahLst/>
              <a:cxnLst/>
              <a:rect l="l" t="t" r="r" b="b"/>
              <a:pathLst>
                <a:path w="11710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1710" y="1135"/>
                  </a:lnTo>
                  <a:lnTo>
                    <a:pt x="11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369225" y="1380575"/>
              <a:ext cx="298200" cy="33750"/>
            </a:xfrm>
            <a:custGeom>
              <a:avLst/>
              <a:gdLst/>
              <a:ahLst/>
              <a:cxnLst/>
              <a:rect l="l" t="t" r="r" b="b"/>
              <a:pathLst>
                <a:path w="11928" h="1350" extrusionOk="0">
                  <a:moveTo>
                    <a:pt x="11713" y="215"/>
                  </a:moveTo>
                  <a:lnTo>
                    <a:pt x="11713" y="1137"/>
                  </a:lnTo>
                  <a:lnTo>
                    <a:pt x="218" y="1137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6"/>
                  </a:cubicBezTo>
                  <a:lnTo>
                    <a:pt x="1" y="1244"/>
                  </a:lnTo>
                  <a:cubicBezTo>
                    <a:pt x="1" y="1302"/>
                    <a:pt x="49" y="1349"/>
                    <a:pt x="108" y="1349"/>
                  </a:cubicBezTo>
                  <a:lnTo>
                    <a:pt x="11822" y="1349"/>
                  </a:lnTo>
                  <a:cubicBezTo>
                    <a:pt x="11881" y="1349"/>
                    <a:pt x="11927" y="1300"/>
                    <a:pt x="11926" y="1241"/>
                  </a:cubicBezTo>
                  <a:lnTo>
                    <a:pt x="11926" y="106"/>
                  </a:lnTo>
                  <a:cubicBezTo>
                    <a:pt x="11926" y="48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4466350" y="1273375"/>
              <a:ext cx="103850" cy="94600"/>
            </a:xfrm>
            <a:custGeom>
              <a:avLst/>
              <a:gdLst/>
              <a:ahLst/>
              <a:cxnLst/>
              <a:rect l="l" t="t" r="r" b="b"/>
              <a:pathLst>
                <a:path w="4154" h="3784" extrusionOk="0">
                  <a:moveTo>
                    <a:pt x="2077" y="0"/>
                  </a:moveTo>
                  <a:cubicBezTo>
                    <a:pt x="1593" y="0"/>
                    <a:pt x="1108" y="185"/>
                    <a:pt x="739" y="554"/>
                  </a:cubicBezTo>
                  <a:cubicBezTo>
                    <a:pt x="1" y="1293"/>
                    <a:pt x="1" y="2490"/>
                    <a:pt x="739" y="3228"/>
                  </a:cubicBezTo>
                  <a:cubicBezTo>
                    <a:pt x="1108" y="3598"/>
                    <a:pt x="1593" y="3783"/>
                    <a:pt x="2077" y="3783"/>
                  </a:cubicBezTo>
                  <a:cubicBezTo>
                    <a:pt x="2561" y="3783"/>
                    <a:pt x="3045" y="3598"/>
                    <a:pt x="3415" y="3228"/>
                  </a:cubicBezTo>
                  <a:cubicBezTo>
                    <a:pt x="4153" y="2490"/>
                    <a:pt x="4153" y="1293"/>
                    <a:pt x="3415" y="554"/>
                  </a:cubicBezTo>
                  <a:cubicBezTo>
                    <a:pt x="3045" y="185"/>
                    <a:pt x="2561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4494825" y="1282925"/>
              <a:ext cx="62750" cy="72400"/>
            </a:xfrm>
            <a:custGeom>
              <a:avLst/>
              <a:gdLst/>
              <a:ahLst/>
              <a:cxnLst/>
              <a:rect l="l" t="t" r="r" b="b"/>
              <a:pathLst>
                <a:path w="2510" h="2896" extrusionOk="0">
                  <a:moveTo>
                    <a:pt x="1" y="1"/>
                  </a:moveTo>
                  <a:lnTo>
                    <a:pt x="1" y="2895"/>
                  </a:lnTo>
                  <a:lnTo>
                    <a:pt x="2509" y="14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5636975" y="715100"/>
              <a:ext cx="469450" cy="355425"/>
            </a:xfrm>
            <a:custGeom>
              <a:avLst/>
              <a:gdLst/>
              <a:ahLst/>
              <a:cxnLst/>
              <a:rect l="l" t="t" r="r" b="b"/>
              <a:pathLst>
                <a:path w="18778" h="14217" extrusionOk="0">
                  <a:moveTo>
                    <a:pt x="18178" y="222"/>
                  </a:moveTo>
                  <a:cubicBezTo>
                    <a:pt x="18392" y="224"/>
                    <a:pt x="18565" y="398"/>
                    <a:pt x="18563" y="612"/>
                  </a:cubicBezTo>
                  <a:lnTo>
                    <a:pt x="18563" y="13621"/>
                  </a:lnTo>
                  <a:lnTo>
                    <a:pt x="18563" y="13624"/>
                  </a:lnTo>
                  <a:cubicBezTo>
                    <a:pt x="18563" y="13838"/>
                    <a:pt x="18391" y="14011"/>
                    <a:pt x="18176" y="14011"/>
                  </a:cubicBezTo>
                  <a:lnTo>
                    <a:pt x="601" y="14011"/>
                  </a:lnTo>
                  <a:cubicBezTo>
                    <a:pt x="387" y="14011"/>
                    <a:pt x="214" y="13835"/>
                    <a:pt x="214" y="13621"/>
                  </a:cubicBezTo>
                  <a:lnTo>
                    <a:pt x="214" y="612"/>
                  </a:lnTo>
                  <a:cubicBezTo>
                    <a:pt x="214" y="398"/>
                    <a:pt x="387" y="224"/>
                    <a:pt x="601" y="222"/>
                  </a:cubicBezTo>
                  <a:close/>
                  <a:moveTo>
                    <a:pt x="601" y="0"/>
                  </a:moveTo>
                  <a:cubicBezTo>
                    <a:pt x="269" y="2"/>
                    <a:pt x="1" y="271"/>
                    <a:pt x="1" y="605"/>
                  </a:cubicBezTo>
                  <a:lnTo>
                    <a:pt x="1" y="13612"/>
                  </a:lnTo>
                  <a:cubicBezTo>
                    <a:pt x="1" y="13946"/>
                    <a:pt x="269" y="14215"/>
                    <a:pt x="601" y="14217"/>
                  </a:cubicBezTo>
                  <a:lnTo>
                    <a:pt x="18176" y="14217"/>
                  </a:lnTo>
                  <a:cubicBezTo>
                    <a:pt x="18508" y="14215"/>
                    <a:pt x="18778" y="13946"/>
                    <a:pt x="18778" y="13612"/>
                  </a:cubicBezTo>
                  <a:lnTo>
                    <a:pt x="18778" y="605"/>
                  </a:lnTo>
                  <a:cubicBezTo>
                    <a:pt x="18778" y="271"/>
                    <a:pt x="18508" y="2"/>
                    <a:pt x="18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5661175" y="1033725"/>
              <a:ext cx="435775" cy="2675"/>
            </a:xfrm>
            <a:custGeom>
              <a:avLst/>
              <a:gdLst/>
              <a:ahLst/>
              <a:cxnLst/>
              <a:rect l="l" t="t" r="r" b="b"/>
              <a:pathLst>
                <a:path w="17431" h="107" extrusionOk="0">
                  <a:moveTo>
                    <a:pt x="1" y="1"/>
                  </a:moveTo>
                  <a:lnTo>
                    <a:pt x="1" y="106"/>
                  </a:lnTo>
                  <a:lnTo>
                    <a:pt x="17430" y="106"/>
                  </a:lnTo>
                  <a:lnTo>
                    <a:pt x="174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56598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568887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5717900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57469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57760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58050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58341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5863200" y="1035025"/>
              <a:ext cx="2650" cy="6500"/>
            </a:xfrm>
            <a:custGeom>
              <a:avLst/>
              <a:gdLst/>
              <a:ahLst/>
              <a:cxnLst/>
              <a:rect l="l" t="t" r="r" b="b"/>
              <a:pathLst>
                <a:path w="106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58922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5921300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59503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9794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60084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6037475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60665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6095575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5675650" y="748625"/>
              <a:ext cx="406775" cy="281225"/>
            </a:xfrm>
            <a:custGeom>
              <a:avLst/>
              <a:gdLst/>
              <a:ahLst/>
              <a:cxnLst/>
              <a:rect l="l" t="t" r="r" b="b"/>
              <a:pathLst>
                <a:path w="16271" h="11249" extrusionOk="0">
                  <a:moveTo>
                    <a:pt x="13957" y="1"/>
                  </a:moveTo>
                  <a:cubicBezTo>
                    <a:pt x="13888" y="1"/>
                    <a:pt x="13833" y="56"/>
                    <a:pt x="13833" y="124"/>
                  </a:cubicBezTo>
                  <a:lnTo>
                    <a:pt x="12792" y="8181"/>
                  </a:lnTo>
                  <a:cubicBezTo>
                    <a:pt x="12786" y="8221"/>
                    <a:pt x="12767" y="8257"/>
                    <a:pt x="12737" y="8282"/>
                  </a:cubicBezTo>
                  <a:lnTo>
                    <a:pt x="11735" y="9058"/>
                  </a:lnTo>
                  <a:cubicBezTo>
                    <a:pt x="11714" y="9074"/>
                    <a:pt x="11689" y="9081"/>
                    <a:pt x="11664" y="9081"/>
                  </a:cubicBezTo>
                  <a:cubicBezTo>
                    <a:pt x="11629" y="9081"/>
                    <a:pt x="11594" y="9066"/>
                    <a:pt x="11570" y="9036"/>
                  </a:cubicBezTo>
                  <a:cubicBezTo>
                    <a:pt x="11564" y="9027"/>
                    <a:pt x="11560" y="9019"/>
                    <a:pt x="11555" y="9009"/>
                  </a:cubicBezTo>
                  <a:lnTo>
                    <a:pt x="10544" y="6924"/>
                  </a:lnTo>
                  <a:cubicBezTo>
                    <a:pt x="10528" y="6878"/>
                    <a:pt x="10483" y="6849"/>
                    <a:pt x="10436" y="6849"/>
                  </a:cubicBezTo>
                  <a:cubicBezTo>
                    <a:pt x="10423" y="6849"/>
                    <a:pt x="10410" y="6851"/>
                    <a:pt x="10397" y="6856"/>
                  </a:cubicBezTo>
                  <a:cubicBezTo>
                    <a:pt x="10374" y="6863"/>
                    <a:pt x="10355" y="6878"/>
                    <a:pt x="10342" y="6898"/>
                  </a:cubicBezTo>
                  <a:lnTo>
                    <a:pt x="9298" y="8247"/>
                  </a:lnTo>
                  <a:lnTo>
                    <a:pt x="8135" y="9738"/>
                  </a:lnTo>
                  <a:lnTo>
                    <a:pt x="6975" y="8247"/>
                  </a:lnTo>
                  <a:lnTo>
                    <a:pt x="5949" y="6926"/>
                  </a:lnTo>
                  <a:cubicBezTo>
                    <a:pt x="5927" y="6892"/>
                    <a:pt x="5889" y="6874"/>
                    <a:pt x="5851" y="6874"/>
                  </a:cubicBezTo>
                  <a:cubicBezTo>
                    <a:pt x="5829" y="6874"/>
                    <a:pt x="5807" y="6880"/>
                    <a:pt x="5787" y="6893"/>
                  </a:cubicBezTo>
                  <a:cubicBezTo>
                    <a:pt x="5760" y="6912"/>
                    <a:pt x="5741" y="6941"/>
                    <a:pt x="5736" y="6973"/>
                  </a:cubicBezTo>
                  <a:lnTo>
                    <a:pt x="4646" y="10344"/>
                  </a:lnTo>
                  <a:lnTo>
                    <a:pt x="3492" y="4337"/>
                  </a:lnTo>
                  <a:lnTo>
                    <a:pt x="2331" y="10947"/>
                  </a:lnTo>
                  <a:lnTo>
                    <a:pt x="1168" y="10048"/>
                  </a:lnTo>
                  <a:lnTo>
                    <a:pt x="250" y="7435"/>
                  </a:lnTo>
                  <a:cubicBezTo>
                    <a:pt x="230" y="7385"/>
                    <a:pt x="182" y="7354"/>
                    <a:pt x="131" y="7354"/>
                  </a:cubicBezTo>
                  <a:cubicBezTo>
                    <a:pt x="117" y="7354"/>
                    <a:pt x="102" y="7357"/>
                    <a:pt x="87" y="7362"/>
                  </a:cubicBezTo>
                  <a:cubicBezTo>
                    <a:pt x="34" y="7381"/>
                    <a:pt x="1" y="7435"/>
                    <a:pt x="5" y="7492"/>
                  </a:cubicBezTo>
                  <a:lnTo>
                    <a:pt x="2" y="11248"/>
                  </a:lnTo>
                  <a:lnTo>
                    <a:pt x="16271" y="11248"/>
                  </a:lnTo>
                  <a:lnTo>
                    <a:pt x="16271" y="9000"/>
                  </a:lnTo>
                  <a:lnTo>
                    <a:pt x="15120" y="6774"/>
                  </a:lnTo>
                  <a:cubicBezTo>
                    <a:pt x="15112" y="6759"/>
                    <a:pt x="15106" y="6743"/>
                    <a:pt x="15105" y="6725"/>
                  </a:cubicBezTo>
                  <a:lnTo>
                    <a:pt x="14080" y="124"/>
                  </a:lnTo>
                  <a:cubicBezTo>
                    <a:pt x="14080" y="56"/>
                    <a:pt x="14025" y="1"/>
                    <a:pt x="13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5672875" y="746175"/>
              <a:ext cx="412225" cy="286350"/>
            </a:xfrm>
            <a:custGeom>
              <a:avLst/>
              <a:gdLst/>
              <a:ahLst/>
              <a:cxnLst/>
              <a:rect l="l" t="t" r="r" b="b"/>
              <a:pathLst>
                <a:path w="16489" h="11454" extrusionOk="0">
                  <a:moveTo>
                    <a:pt x="239" y="7551"/>
                  </a:moveTo>
                  <a:cubicBezTo>
                    <a:pt x="253" y="7551"/>
                    <a:pt x="253" y="7570"/>
                    <a:pt x="253" y="7570"/>
                  </a:cubicBezTo>
                  <a:lnTo>
                    <a:pt x="1185" y="10212"/>
                  </a:lnTo>
                  <a:lnTo>
                    <a:pt x="2510" y="11239"/>
                  </a:lnTo>
                  <a:lnTo>
                    <a:pt x="219" y="11239"/>
                  </a:lnTo>
                  <a:lnTo>
                    <a:pt x="219" y="7590"/>
                  </a:lnTo>
                  <a:cubicBezTo>
                    <a:pt x="219" y="7563"/>
                    <a:pt x="224" y="7551"/>
                    <a:pt x="239" y="7551"/>
                  </a:cubicBezTo>
                  <a:close/>
                  <a:moveTo>
                    <a:pt x="14068" y="209"/>
                  </a:moveTo>
                  <a:cubicBezTo>
                    <a:pt x="14087" y="209"/>
                    <a:pt x="14087" y="222"/>
                    <a:pt x="14087" y="237"/>
                  </a:cubicBezTo>
                  <a:lnTo>
                    <a:pt x="15110" y="6850"/>
                  </a:lnTo>
                  <a:cubicBezTo>
                    <a:pt x="15114" y="6876"/>
                    <a:pt x="15123" y="6905"/>
                    <a:pt x="15137" y="6930"/>
                  </a:cubicBezTo>
                  <a:lnTo>
                    <a:pt x="16274" y="9125"/>
                  </a:lnTo>
                  <a:lnTo>
                    <a:pt x="16274" y="11239"/>
                  </a:lnTo>
                  <a:lnTo>
                    <a:pt x="2512" y="11239"/>
                  </a:lnTo>
                  <a:lnTo>
                    <a:pt x="3603" y="5024"/>
                  </a:lnTo>
                  <a:lnTo>
                    <a:pt x="4735" y="10876"/>
                  </a:lnTo>
                  <a:lnTo>
                    <a:pt x="5952" y="7107"/>
                  </a:lnTo>
                  <a:cubicBezTo>
                    <a:pt x="5957" y="7094"/>
                    <a:pt x="5963" y="7094"/>
                    <a:pt x="5977" y="7094"/>
                  </a:cubicBezTo>
                  <a:lnTo>
                    <a:pt x="8246" y="10023"/>
                  </a:lnTo>
                  <a:lnTo>
                    <a:pt x="10539" y="7064"/>
                  </a:lnTo>
                  <a:lnTo>
                    <a:pt x="10453" y="6999"/>
                  </a:lnTo>
                  <a:lnTo>
                    <a:pt x="10560" y="7071"/>
                  </a:lnTo>
                  <a:lnTo>
                    <a:pt x="11571" y="9157"/>
                  </a:lnTo>
                  <a:cubicBezTo>
                    <a:pt x="11601" y="9220"/>
                    <a:pt x="11657" y="9268"/>
                    <a:pt x="11726" y="9284"/>
                  </a:cubicBezTo>
                  <a:cubicBezTo>
                    <a:pt x="11743" y="9288"/>
                    <a:pt x="11761" y="9291"/>
                    <a:pt x="11778" y="9291"/>
                  </a:cubicBezTo>
                  <a:cubicBezTo>
                    <a:pt x="11827" y="9291"/>
                    <a:pt x="11874" y="9274"/>
                    <a:pt x="11912" y="9244"/>
                  </a:cubicBezTo>
                  <a:lnTo>
                    <a:pt x="12914" y="8468"/>
                  </a:lnTo>
                  <a:cubicBezTo>
                    <a:pt x="12966" y="8425"/>
                    <a:pt x="13000" y="8364"/>
                    <a:pt x="13009" y="8297"/>
                  </a:cubicBezTo>
                  <a:lnTo>
                    <a:pt x="14050" y="240"/>
                  </a:lnTo>
                  <a:cubicBezTo>
                    <a:pt x="14053" y="209"/>
                    <a:pt x="14048" y="209"/>
                    <a:pt x="14068" y="209"/>
                  </a:cubicBezTo>
                  <a:close/>
                  <a:moveTo>
                    <a:pt x="14068" y="1"/>
                  </a:moveTo>
                  <a:cubicBezTo>
                    <a:pt x="13949" y="5"/>
                    <a:pt x="13852" y="96"/>
                    <a:pt x="13840" y="215"/>
                  </a:cubicBezTo>
                  <a:lnTo>
                    <a:pt x="12813" y="8264"/>
                  </a:lnTo>
                  <a:cubicBezTo>
                    <a:pt x="12811" y="8275"/>
                    <a:pt x="12807" y="8285"/>
                    <a:pt x="12799" y="8292"/>
                  </a:cubicBezTo>
                  <a:lnTo>
                    <a:pt x="11794" y="9071"/>
                  </a:lnTo>
                  <a:lnTo>
                    <a:pt x="11861" y="9154"/>
                  </a:lnTo>
                  <a:lnTo>
                    <a:pt x="11861" y="9154"/>
                  </a:lnTo>
                  <a:lnTo>
                    <a:pt x="11778" y="9058"/>
                  </a:lnTo>
                  <a:lnTo>
                    <a:pt x="10767" y="6972"/>
                  </a:lnTo>
                  <a:cubicBezTo>
                    <a:pt x="10732" y="6900"/>
                    <a:pt x="10664" y="6850"/>
                    <a:pt x="10585" y="6841"/>
                  </a:cubicBezTo>
                  <a:cubicBezTo>
                    <a:pt x="10578" y="6840"/>
                    <a:pt x="10571" y="6840"/>
                    <a:pt x="10563" y="6840"/>
                  </a:cubicBezTo>
                  <a:cubicBezTo>
                    <a:pt x="10494" y="6840"/>
                    <a:pt x="10427" y="6872"/>
                    <a:pt x="10386" y="6927"/>
                  </a:cubicBezTo>
                  <a:lnTo>
                    <a:pt x="8252" y="9668"/>
                  </a:lnTo>
                  <a:lnTo>
                    <a:pt x="6153" y="6955"/>
                  </a:lnTo>
                  <a:cubicBezTo>
                    <a:pt x="6112" y="6899"/>
                    <a:pt x="6047" y="6866"/>
                    <a:pt x="5979" y="6866"/>
                  </a:cubicBezTo>
                  <a:cubicBezTo>
                    <a:pt x="5965" y="6866"/>
                    <a:pt x="5952" y="6868"/>
                    <a:pt x="5938" y="6870"/>
                  </a:cubicBezTo>
                  <a:cubicBezTo>
                    <a:pt x="5853" y="6887"/>
                    <a:pt x="5783" y="6951"/>
                    <a:pt x="5758" y="7034"/>
                  </a:cubicBezTo>
                  <a:lnTo>
                    <a:pt x="4796" y="10020"/>
                  </a:lnTo>
                  <a:lnTo>
                    <a:pt x="3603" y="3848"/>
                  </a:lnTo>
                  <a:lnTo>
                    <a:pt x="2362" y="10853"/>
                  </a:lnTo>
                  <a:lnTo>
                    <a:pt x="1364" y="10082"/>
                  </a:lnTo>
                  <a:lnTo>
                    <a:pt x="456" y="7499"/>
                  </a:lnTo>
                  <a:cubicBezTo>
                    <a:pt x="427" y="7402"/>
                    <a:pt x="337" y="7338"/>
                    <a:pt x="239" y="7338"/>
                  </a:cubicBezTo>
                  <a:cubicBezTo>
                    <a:pt x="227" y="7338"/>
                    <a:pt x="215" y="7339"/>
                    <a:pt x="203" y="7341"/>
                  </a:cubicBezTo>
                  <a:cubicBezTo>
                    <a:pt x="84" y="7365"/>
                    <a:pt x="0" y="7470"/>
                    <a:pt x="6" y="7591"/>
                  </a:cubicBezTo>
                  <a:lnTo>
                    <a:pt x="6" y="11453"/>
                  </a:lnTo>
                  <a:lnTo>
                    <a:pt x="16489" y="11453"/>
                  </a:lnTo>
                  <a:lnTo>
                    <a:pt x="16489" y="9082"/>
                  </a:lnTo>
                  <a:lnTo>
                    <a:pt x="15320" y="6815"/>
                  </a:lnTo>
                  <a:lnTo>
                    <a:pt x="14298" y="215"/>
                  </a:lnTo>
                  <a:cubicBezTo>
                    <a:pt x="14288" y="94"/>
                    <a:pt x="14188" y="2"/>
                    <a:pt x="140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5675650" y="788050"/>
              <a:ext cx="406850" cy="241900"/>
            </a:xfrm>
            <a:custGeom>
              <a:avLst/>
              <a:gdLst/>
              <a:ahLst/>
              <a:cxnLst/>
              <a:rect l="l" t="t" r="r" b="b"/>
              <a:pathLst>
                <a:path w="16274" h="9676" extrusionOk="0">
                  <a:moveTo>
                    <a:pt x="2316" y="0"/>
                  </a:moveTo>
                  <a:cubicBezTo>
                    <a:pt x="2256" y="0"/>
                    <a:pt x="2203" y="42"/>
                    <a:pt x="2191" y="103"/>
                  </a:cubicBezTo>
                  <a:lnTo>
                    <a:pt x="1168" y="5779"/>
                  </a:lnTo>
                  <a:cubicBezTo>
                    <a:pt x="1165" y="5794"/>
                    <a:pt x="1159" y="5809"/>
                    <a:pt x="1150" y="5822"/>
                  </a:cubicBezTo>
                  <a:lnTo>
                    <a:pt x="1" y="7742"/>
                  </a:lnTo>
                  <a:lnTo>
                    <a:pt x="1" y="9676"/>
                  </a:lnTo>
                  <a:lnTo>
                    <a:pt x="16271" y="9676"/>
                  </a:lnTo>
                  <a:lnTo>
                    <a:pt x="16273" y="6434"/>
                  </a:lnTo>
                  <a:cubicBezTo>
                    <a:pt x="16273" y="6382"/>
                    <a:pt x="16242" y="6334"/>
                    <a:pt x="16193" y="6315"/>
                  </a:cubicBezTo>
                  <a:cubicBezTo>
                    <a:pt x="16178" y="6309"/>
                    <a:pt x="16163" y="6307"/>
                    <a:pt x="16147" y="6307"/>
                  </a:cubicBezTo>
                  <a:cubicBezTo>
                    <a:pt x="16097" y="6307"/>
                    <a:pt x="16049" y="6337"/>
                    <a:pt x="16029" y="6387"/>
                  </a:cubicBezTo>
                  <a:lnTo>
                    <a:pt x="15111" y="8633"/>
                  </a:lnTo>
                  <a:lnTo>
                    <a:pt x="13949" y="9406"/>
                  </a:lnTo>
                  <a:lnTo>
                    <a:pt x="12786" y="8891"/>
                  </a:lnTo>
                  <a:lnTo>
                    <a:pt x="11624" y="8891"/>
                  </a:lnTo>
                  <a:lnTo>
                    <a:pt x="10534" y="5991"/>
                  </a:lnTo>
                  <a:cubicBezTo>
                    <a:pt x="10528" y="5970"/>
                    <a:pt x="10514" y="5952"/>
                    <a:pt x="10498" y="5938"/>
                  </a:cubicBezTo>
                  <a:cubicBezTo>
                    <a:pt x="10474" y="5917"/>
                    <a:pt x="10445" y="5907"/>
                    <a:pt x="10416" y="5907"/>
                  </a:cubicBezTo>
                  <a:cubicBezTo>
                    <a:pt x="10381" y="5907"/>
                    <a:pt x="10346" y="5922"/>
                    <a:pt x="10321" y="5950"/>
                  </a:cubicBezTo>
                  <a:lnTo>
                    <a:pt x="9298" y="7086"/>
                  </a:lnTo>
                  <a:lnTo>
                    <a:pt x="8135" y="8365"/>
                  </a:lnTo>
                  <a:lnTo>
                    <a:pt x="6975" y="7086"/>
                  </a:lnTo>
                  <a:lnTo>
                    <a:pt x="5928" y="5927"/>
                  </a:lnTo>
                  <a:cubicBezTo>
                    <a:pt x="5919" y="5916"/>
                    <a:pt x="5909" y="5909"/>
                    <a:pt x="5897" y="5901"/>
                  </a:cubicBezTo>
                  <a:cubicBezTo>
                    <a:pt x="5878" y="5890"/>
                    <a:pt x="5857" y="5885"/>
                    <a:pt x="5836" y="5885"/>
                  </a:cubicBezTo>
                  <a:cubicBezTo>
                    <a:pt x="5791" y="5885"/>
                    <a:pt x="5748" y="5909"/>
                    <a:pt x="5726" y="5950"/>
                  </a:cubicBezTo>
                  <a:lnTo>
                    <a:pt x="4716" y="7742"/>
                  </a:lnTo>
                  <a:cubicBezTo>
                    <a:pt x="4715" y="7745"/>
                    <a:pt x="4713" y="7746"/>
                    <a:pt x="4712" y="7749"/>
                  </a:cubicBezTo>
                  <a:cubicBezTo>
                    <a:pt x="4687" y="7786"/>
                    <a:pt x="4648" y="7805"/>
                    <a:pt x="4607" y="7805"/>
                  </a:cubicBezTo>
                  <a:cubicBezTo>
                    <a:pt x="4583" y="7805"/>
                    <a:pt x="4559" y="7798"/>
                    <a:pt x="4538" y="7785"/>
                  </a:cubicBezTo>
                  <a:lnTo>
                    <a:pt x="3536" y="7116"/>
                  </a:lnTo>
                  <a:cubicBezTo>
                    <a:pt x="3504" y="7098"/>
                    <a:pt x="3485" y="7067"/>
                    <a:pt x="3481" y="7031"/>
                  </a:cubicBezTo>
                  <a:lnTo>
                    <a:pt x="2440" y="103"/>
                  </a:lnTo>
                  <a:cubicBezTo>
                    <a:pt x="2429" y="51"/>
                    <a:pt x="2389" y="11"/>
                    <a:pt x="2339" y="2"/>
                  </a:cubicBezTo>
                  <a:cubicBezTo>
                    <a:pt x="2331" y="1"/>
                    <a:pt x="2324" y="0"/>
                    <a:pt x="2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5893225" y="762025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6"/>
                    <a:pt x="50" y="212"/>
                    <a:pt x="108" y="214"/>
                  </a:cubicBezTo>
                  <a:lnTo>
                    <a:pt x="3710" y="214"/>
                  </a:lnTo>
                  <a:cubicBezTo>
                    <a:pt x="3768" y="212"/>
                    <a:pt x="3815" y="166"/>
                    <a:pt x="3817" y="107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5893225" y="7831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2" y="164"/>
                    <a:pt x="50" y="212"/>
                    <a:pt x="108" y="213"/>
                  </a:cubicBezTo>
                  <a:lnTo>
                    <a:pt x="3710" y="213"/>
                  </a:lnTo>
                  <a:cubicBezTo>
                    <a:pt x="3768" y="212"/>
                    <a:pt x="3815" y="164"/>
                    <a:pt x="3817" y="106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5893225" y="804125"/>
              <a:ext cx="95425" cy="5400"/>
            </a:xfrm>
            <a:custGeom>
              <a:avLst/>
              <a:gdLst/>
              <a:ahLst/>
              <a:cxnLst/>
              <a:rect l="l" t="t" r="r" b="b"/>
              <a:pathLst>
                <a:path w="3817" h="216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50" y="215"/>
                    <a:pt x="108" y="215"/>
                  </a:cubicBezTo>
                  <a:lnTo>
                    <a:pt x="3710" y="215"/>
                  </a:lnTo>
                  <a:cubicBezTo>
                    <a:pt x="3769" y="215"/>
                    <a:pt x="3817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5893225" y="8252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50" y="2"/>
                    <a:pt x="2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5" y="48"/>
                    <a:pt x="3768" y="2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5893225" y="8463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2" y="166"/>
                    <a:pt x="50" y="214"/>
                    <a:pt x="108" y="214"/>
                  </a:cubicBezTo>
                  <a:lnTo>
                    <a:pt x="3710" y="214"/>
                  </a:lnTo>
                  <a:cubicBezTo>
                    <a:pt x="3768" y="214"/>
                    <a:pt x="3815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5893225" y="867375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7" y="48"/>
                    <a:pt x="3769" y="0"/>
                    <a:pt x="37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5872825" y="762025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2"/>
                    <a:pt x="663" y="166"/>
                    <a:pt x="663" y="107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5872825" y="7831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2"/>
                    <a:pt x="663" y="164"/>
                    <a:pt x="663" y="106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5872825" y="804125"/>
              <a:ext cx="16600" cy="5400"/>
            </a:xfrm>
            <a:custGeom>
              <a:avLst/>
              <a:gdLst/>
              <a:ahLst/>
              <a:cxnLst/>
              <a:rect l="l" t="t" r="r" b="b"/>
              <a:pathLst>
                <a:path w="664" h="216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5"/>
                    <a:pt x="107" y="215"/>
                  </a:cubicBezTo>
                  <a:lnTo>
                    <a:pt x="558" y="215"/>
                  </a:lnTo>
                  <a:cubicBezTo>
                    <a:pt x="616" y="215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5872825" y="8252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2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5872825" y="8463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4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5872825" y="867375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0"/>
                    <a:pt x="5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447300" y="1644425"/>
              <a:ext cx="157625" cy="211150"/>
            </a:xfrm>
            <a:custGeom>
              <a:avLst/>
              <a:gdLst/>
              <a:ahLst/>
              <a:cxnLst/>
              <a:rect l="l" t="t" r="r" b="b"/>
              <a:pathLst>
                <a:path w="6305" h="8446" extrusionOk="0">
                  <a:moveTo>
                    <a:pt x="0" y="0"/>
                  </a:moveTo>
                  <a:lnTo>
                    <a:pt x="0" y="8445"/>
                  </a:lnTo>
                  <a:lnTo>
                    <a:pt x="6304" y="8445"/>
                  </a:lnTo>
                  <a:lnTo>
                    <a:pt x="6304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4456525" y="1637275"/>
              <a:ext cx="157600" cy="211150"/>
            </a:xfrm>
            <a:custGeom>
              <a:avLst/>
              <a:gdLst/>
              <a:ahLst/>
              <a:cxnLst/>
              <a:rect l="l" t="t" r="r" b="b"/>
              <a:pathLst>
                <a:path w="6304" h="8446" extrusionOk="0">
                  <a:moveTo>
                    <a:pt x="0" y="0"/>
                  </a:moveTo>
                  <a:lnTo>
                    <a:pt x="0" y="8445"/>
                  </a:lnTo>
                  <a:lnTo>
                    <a:pt x="6303" y="8445"/>
                  </a:lnTo>
                  <a:lnTo>
                    <a:pt x="6303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454100" y="1634625"/>
              <a:ext cx="162950" cy="216475"/>
            </a:xfrm>
            <a:custGeom>
              <a:avLst/>
              <a:gdLst/>
              <a:ahLst/>
              <a:cxnLst/>
              <a:rect l="l" t="t" r="r" b="b"/>
              <a:pathLst>
                <a:path w="6518" h="8659" extrusionOk="0">
                  <a:moveTo>
                    <a:pt x="4481" y="213"/>
                  </a:moveTo>
                  <a:lnTo>
                    <a:pt x="6291" y="1875"/>
                  </a:lnTo>
                  <a:lnTo>
                    <a:pt x="6291" y="8444"/>
                  </a:lnTo>
                  <a:lnTo>
                    <a:pt x="203" y="8444"/>
                  </a:lnTo>
                  <a:lnTo>
                    <a:pt x="203" y="213"/>
                  </a:lnTo>
                  <a:close/>
                  <a:moveTo>
                    <a:pt x="108" y="0"/>
                  </a:moveTo>
                  <a:cubicBezTo>
                    <a:pt x="48" y="0"/>
                    <a:pt x="1" y="48"/>
                    <a:pt x="1" y="106"/>
                  </a:cubicBezTo>
                  <a:lnTo>
                    <a:pt x="1" y="8551"/>
                  </a:lnTo>
                  <a:cubicBezTo>
                    <a:pt x="1" y="8611"/>
                    <a:pt x="48" y="8659"/>
                    <a:pt x="108" y="8659"/>
                  </a:cubicBezTo>
                  <a:lnTo>
                    <a:pt x="6400" y="8659"/>
                  </a:lnTo>
                  <a:lnTo>
                    <a:pt x="6400" y="8657"/>
                  </a:lnTo>
                  <a:cubicBezTo>
                    <a:pt x="6405" y="8659"/>
                    <a:pt x="6408" y="8659"/>
                    <a:pt x="6412" y="8659"/>
                  </a:cubicBezTo>
                  <a:cubicBezTo>
                    <a:pt x="6470" y="8657"/>
                    <a:pt x="6518" y="8609"/>
                    <a:pt x="6518" y="8551"/>
                  </a:cubicBezTo>
                  <a:lnTo>
                    <a:pt x="6518" y="1827"/>
                  </a:lnTo>
                  <a:cubicBezTo>
                    <a:pt x="6518" y="1798"/>
                    <a:pt x="6506" y="1769"/>
                    <a:pt x="6484" y="1748"/>
                  </a:cubicBezTo>
                  <a:lnTo>
                    <a:pt x="4607" y="30"/>
                  </a:lnTo>
                  <a:cubicBezTo>
                    <a:pt x="4588" y="11"/>
                    <a:pt x="4561" y="0"/>
                    <a:pt x="4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555700" y="1637275"/>
              <a:ext cx="58425" cy="50575"/>
            </a:xfrm>
            <a:custGeom>
              <a:avLst/>
              <a:gdLst/>
              <a:ahLst/>
              <a:cxnLst/>
              <a:rect l="l" t="t" r="r" b="b"/>
              <a:pathLst>
                <a:path w="2337" h="2023" extrusionOk="0">
                  <a:moveTo>
                    <a:pt x="460" y="0"/>
                  </a:moveTo>
                  <a:lnTo>
                    <a:pt x="0" y="2022"/>
                  </a:lnTo>
                  <a:lnTo>
                    <a:pt x="0" y="2022"/>
                  </a:lnTo>
                  <a:lnTo>
                    <a:pt x="2336" y="1721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552900" y="1634625"/>
              <a:ext cx="64225" cy="55900"/>
            </a:xfrm>
            <a:custGeom>
              <a:avLst/>
              <a:gdLst/>
              <a:ahLst/>
              <a:cxnLst/>
              <a:rect l="l" t="t" r="r" b="b"/>
              <a:pathLst>
                <a:path w="2569" h="2236" extrusionOk="0">
                  <a:moveTo>
                    <a:pt x="636" y="316"/>
                  </a:moveTo>
                  <a:lnTo>
                    <a:pt x="2207" y="1757"/>
                  </a:lnTo>
                  <a:lnTo>
                    <a:pt x="250" y="2009"/>
                  </a:lnTo>
                  <a:lnTo>
                    <a:pt x="250" y="2009"/>
                  </a:lnTo>
                  <a:lnTo>
                    <a:pt x="636" y="316"/>
                  </a:lnTo>
                  <a:close/>
                  <a:moveTo>
                    <a:pt x="571" y="1"/>
                  </a:moveTo>
                  <a:cubicBezTo>
                    <a:pt x="523" y="1"/>
                    <a:pt x="479" y="34"/>
                    <a:pt x="468" y="82"/>
                  </a:cubicBezTo>
                  <a:lnTo>
                    <a:pt x="6" y="2103"/>
                  </a:lnTo>
                  <a:cubicBezTo>
                    <a:pt x="0" y="2137"/>
                    <a:pt x="9" y="2173"/>
                    <a:pt x="33" y="2198"/>
                  </a:cubicBezTo>
                  <a:cubicBezTo>
                    <a:pt x="52" y="2220"/>
                    <a:pt x="81" y="2234"/>
                    <a:pt x="112" y="2235"/>
                  </a:cubicBezTo>
                  <a:lnTo>
                    <a:pt x="112" y="2234"/>
                  </a:lnTo>
                  <a:lnTo>
                    <a:pt x="115" y="2232"/>
                  </a:lnTo>
                  <a:lnTo>
                    <a:pt x="2462" y="1933"/>
                  </a:lnTo>
                  <a:cubicBezTo>
                    <a:pt x="2488" y="1932"/>
                    <a:pt x="2512" y="1918"/>
                    <a:pt x="2530" y="1899"/>
                  </a:cubicBezTo>
                  <a:cubicBezTo>
                    <a:pt x="2569" y="1854"/>
                    <a:pt x="2566" y="1787"/>
                    <a:pt x="2521" y="1748"/>
                  </a:cubicBezTo>
                  <a:lnTo>
                    <a:pt x="645" y="29"/>
                  </a:lnTo>
                  <a:cubicBezTo>
                    <a:pt x="630" y="17"/>
                    <a:pt x="614" y="8"/>
                    <a:pt x="596" y="3"/>
                  </a:cubicBezTo>
                  <a:cubicBezTo>
                    <a:pt x="588" y="2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4567200" y="1637275"/>
              <a:ext cx="46925" cy="43050"/>
            </a:xfrm>
            <a:custGeom>
              <a:avLst/>
              <a:gdLst/>
              <a:ahLst/>
              <a:cxnLst/>
              <a:rect l="l" t="t" r="r" b="b"/>
              <a:pathLst>
                <a:path w="1877" h="1722" extrusionOk="0">
                  <a:moveTo>
                    <a:pt x="0" y="0"/>
                  </a:moveTo>
                  <a:lnTo>
                    <a:pt x="0" y="1721"/>
                  </a:lnTo>
                  <a:lnTo>
                    <a:pt x="1876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4564500" y="1634650"/>
              <a:ext cx="52600" cy="48350"/>
            </a:xfrm>
            <a:custGeom>
              <a:avLst/>
              <a:gdLst/>
              <a:ahLst/>
              <a:cxnLst/>
              <a:rect l="l" t="t" r="r" b="b"/>
              <a:pathLst>
                <a:path w="2104" h="1934" extrusionOk="0">
                  <a:moveTo>
                    <a:pt x="214" y="348"/>
                  </a:moveTo>
                  <a:lnTo>
                    <a:pt x="1707" y="1719"/>
                  </a:lnTo>
                  <a:lnTo>
                    <a:pt x="214" y="1719"/>
                  </a:lnTo>
                  <a:lnTo>
                    <a:pt x="214" y="348"/>
                  </a:lnTo>
                  <a:close/>
                  <a:moveTo>
                    <a:pt x="109" y="0"/>
                  </a:moveTo>
                  <a:cubicBezTo>
                    <a:pt x="94" y="0"/>
                    <a:pt x="79" y="3"/>
                    <a:pt x="65" y="10"/>
                  </a:cubicBezTo>
                  <a:cubicBezTo>
                    <a:pt x="28" y="26"/>
                    <a:pt x="2" y="63"/>
                    <a:pt x="1" y="105"/>
                  </a:cubicBezTo>
                  <a:lnTo>
                    <a:pt x="1" y="1826"/>
                  </a:lnTo>
                  <a:cubicBezTo>
                    <a:pt x="1" y="1886"/>
                    <a:pt x="49" y="1934"/>
                    <a:pt x="108" y="1934"/>
                  </a:cubicBezTo>
                  <a:lnTo>
                    <a:pt x="1984" y="1934"/>
                  </a:lnTo>
                  <a:lnTo>
                    <a:pt x="1984" y="1932"/>
                  </a:lnTo>
                  <a:cubicBezTo>
                    <a:pt x="1986" y="1932"/>
                    <a:pt x="1987" y="1932"/>
                    <a:pt x="1989" y="1932"/>
                  </a:cubicBezTo>
                  <a:cubicBezTo>
                    <a:pt x="2018" y="1932"/>
                    <a:pt x="2045" y="1919"/>
                    <a:pt x="2065" y="1898"/>
                  </a:cubicBezTo>
                  <a:cubicBezTo>
                    <a:pt x="2103" y="1855"/>
                    <a:pt x="2100" y="1786"/>
                    <a:pt x="2057" y="1747"/>
                  </a:cubicBezTo>
                  <a:lnTo>
                    <a:pt x="181" y="28"/>
                  </a:lnTo>
                  <a:cubicBezTo>
                    <a:pt x="161" y="10"/>
                    <a:pt x="135" y="0"/>
                    <a:pt x="1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484025" y="1708450"/>
              <a:ext cx="95175" cy="5325"/>
            </a:xfrm>
            <a:custGeom>
              <a:avLst/>
              <a:gdLst/>
              <a:ahLst/>
              <a:cxnLst/>
              <a:rect l="l" t="t" r="r" b="b"/>
              <a:pathLst>
                <a:path w="3807" h="213" extrusionOk="0">
                  <a:moveTo>
                    <a:pt x="107" y="0"/>
                  </a:moveTo>
                  <a:cubicBezTo>
                    <a:pt x="48" y="0"/>
                    <a:pt x="1" y="48"/>
                    <a:pt x="1" y="107"/>
                  </a:cubicBezTo>
                  <a:cubicBezTo>
                    <a:pt x="1" y="165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5"/>
                    <a:pt x="3807" y="107"/>
                  </a:cubicBezTo>
                  <a:cubicBezTo>
                    <a:pt x="3805" y="49"/>
                    <a:pt x="3759" y="1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484025" y="1730650"/>
              <a:ext cx="95175" cy="5400"/>
            </a:xfrm>
            <a:custGeom>
              <a:avLst/>
              <a:gdLst/>
              <a:ahLst/>
              <a:cxnLst/>
              <a:rect l="l" t="t" r="r" b="b"/>
              <a:pathLst>
                <a:path w="3807" h="216" extrusionOk="0">
                  <a:moveTo>
                    <a:pt x="107" y="1"/>
                  </a:moveTo>
                  <a:cubicBezTo>
                    <a:pt x="48" y="1"/>
                    <a:pt x="1" y="49"/>
                    <a:pt x="1" y="108"/>
                  </a:cubicBezTo>
                  <a:cubicBezTo>
                    <a:pt x="1" y="168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8"/>
                    <a:pt x="3807" y="108"/>
                  </a:cubicBezTo>
                  <a:cubicBezTo>
                    <a:pt x="3805" y="50"/>
                    <a:pt x="3759" y="2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484025" y="1752700"/>
              <a:ext cx="95175" cy="5350"/>
            </a:xfrm>
            <a:custGeom>
              <a:avLst/>
              <a:gdLst/>
              <a:ahLst/>
              <a:cxnLst/>
              <a:rect l="l" t="t" r="r" b="b"/>
              <a:pathLst>
                <a:path w="3807" h="214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6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484025" y="1774700"/>
              <a:ext cx="95175" cy="5375"/>
            </a:xfrm>
            <a:custGeom>
              <a:avLst/>
              <a:gdLst/>
              <a:ahLst/>
              <a:cxnLst/>
              <a:rect l="l" t="t" r="r" b="b"/>
              <a:pathLst>
                <a:path w="3807" h="215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7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484025" y="1796725"/>
              <a:ext cx="95175" cy="5350"/>
            </a:xfrm>
            <a:custGeom>
              <a:avLst/>
              <a:gdLst/>
              <a:ahLst/>
              <a:cxnLst/>
              <a:rect l="l" t="t" r="r" b="b"/>
              <a:pathLst>
                <a:path w="3807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3701" y="214"/>
                  </a:lnTo>
                  <a:cubicBezTo>
                    <a:pt x="3759" y="214"/>
                    <a:pt x="3805" y="166"/>
                    <a:pt x="3807" y="108"/>
                  </a:cubicBezTo>
                  <a:cubicBezTo>
                    <a:pt x="3807" y="48"/>
                    <a:pt x="3759" y="1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4556100" y="1715700"/>
              <a:ext cx="157650" cy="211150"/>
            </a:xfrm>
            <a:custGeom>
              <a:avLst/>
              <a:gdLst/>
              <a:ahLst/>
              <a:cxnLst/>
              <a:rect l="l" t="t" r="r" b="b"/>
              <a:pathLst>
                <a:path w="6306" h="8446" extrusionOk="0">
                  <a:moveTo>
                    <a:pt x="0" y="0"/>
                  </a:moveTo>
                  <a:lnTo>
                    <a:pt x="0" y="8446"/>
                  </a:lnTo>
                  <a:lnTo>
                    <a:pt x="6306" y="8446"/>
                  </a:lnTo>
                  <a:lnTo>
                    <a:pt x="6306" y="1722"/>
                  </a:lnTo>
                  <a:lnTo>
                    <a:pt x="44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565325" y="1708625"/>
              <a:ext cx="157625" cy="211125"/>
            </a:xfrm>
            <a:custGeom>
              <a:avLst/>
              <a:gdLst/>
              <a:ahLst/>
              <a:cxnLst/>
              <a:rect l="l" t="t" r="r" b="b"/>
              <a:pathLst>
                <a:path w="6305" h="8445" extrusionOk="0">
                  <a:moveTo>
                    <a:pt x="1" y="0"/>
                  </a:moveTo>
                  <a:lnTo>
                    <a:pt x="1" y="8444"/>
                  </a:lnTo>
                  <a:lnTo>
                    <a:pt x="6305" y="8444"/>
                  </a:lnTo>
                  <a:lnTo>
                    <a:pt x="6305" y="1719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4562650" y="1705800"/>
              <a:ext cx="163025" cy="216625"/>
            </a:xfrm>
            <a:custGeom>
              <a:avLst/>
              <a:gdLst/>
              <a:ahLst/>
              <a:cxnLst/>
              <a:rect l="l" t="t" r="r" b="b"/>
              <a:pathLst>
                <a:path w="6521" h="8665" extrusionOk="0">
                  <a:moveTo>
                    <a:pt x="4494" y="219"/>
                  </a:moveTo>
                  <a:lnTo>
                    <a:pt x="6305" y="1878"/>
                  </a:lnTo>
                  <a:lnTo>
                    <a:pt x="6305" y="8452"/>
                  </a:lnTo>
                  <a:lnTo>
                    <a:pt x="213" y="8452"/>
                  </a:lnTo>
                  <a:lnTo>
                    <a:pt x="213" y="219"/>
                  </a:lnTo>
                  <a:close/>
                  <a:moveTo>
                    <a:pt x="4539" y="0"/>
                  </a:moveTo>
                  <a:cubicBezTo>
                    <a:pt x="4538" y="0"/>
                    <a:pt x="4536" y="0"/>
                    <a:pt x="4534" y="0"/>
                  </a:cubicBezTo>
                  <a:lnTo>
                    <a:pt x="108" y="0"/>
                  </a:lnTo>
                  <a:cubicBezTo>
                    <a:pt x="48" y="0"/>
                    <a:pt x="0" y="48"/>
                    <a:pt x="0" y="106"/>
                  </a:cubicBezTo>
                  <a:lnTo>
                    <a:pt x="0" y="8557"/>
                  </a:lnTo>
                  <a:cubicBezTo>
                    <a:pt x="0" y="8617"/>
                    <a:pt x="48" y="8664"/>
                    <a:pt x="108" y="8664"/>
                  </a:cubicBezTo>
                  <a:lnTo>
                    <a:pt x="6418" y="8664"/>
                  </a:lnTo>
                  <a:cubicBezTo>
                    <a:pt x="6476" y="8660"/>
                    <a:pt x="6520" y="8609"/>
                    <a:pt x="6517" y="8551"/>
                  </a:cubicBezTo>
                  <a:lnTo>
                    <a:pt x="6517" y="1826"/>
                  </a:lnTo>
                  <a:cubicBezTo>
                    <a:pt x="6517" y="1796"/>
                    <a:pt x="6506" y="1768"/>
                    <a:pt x="6483" y="1747"/>
                  </a:cubicBezTo>
                  <a:lnTo>
                    <a:pt x="4607" y="27"/>
                  </a:lnTo>
                  <a:cubicBezTo>
                    <a:pt x="4589" y="10"/>
                    <a:pt x="4564" y="0"/>
                    <a:pt x="45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4664500" y="1708625"/>
              <a:ext cx="58450" cy="50500"/>
            </a:xfrm>
            <a:custGeom>
              <a:avLst/>
              <a:gdLst/>
              <a:ahLst/>
              <a:cxnLst/>
              <a:rect l="l" t="t" r="r" b="b"/>
              <a:pathLst>
                <a:path w="2338" h="2020" extrusionOk="0">
                  <a:moveTo>
                    <a:pt x="460" y="0"/>
                  </a:moveTo>
                  <a:lnTo>
                    <a:pt x="0" y="2019"/>
                  </a:lnTo>
                  <a:lnTo>
                    <a:pt x="0" y="2019"/>
                  </a:lnTo>
                  <a:lnTo>
                    <a:pt x="2338" y="17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661925" y="1705925"/>
              <a:ext cx="64225" cy="55850"/>
            </a:xfrm>
            <a:custGeom>
              <a:avLst/>
              <a:gdLst/>
              <a:ahLst/>
              <a:cxnLst/>
              <a:rect l="l" t="t" r="r" b="b"/>
              <a:pathLst>
                <a:path w="2569" h="2234" extrusionOk="0">
                  <a:moveTo>
                    <a:pt x="636" y="314"/>
                  </a:moveTo>
                  <a:lnTo>
                    <a:pt x="2208" y="1754"/>
                  </a:lnTo>
                  <a:lnTo>
                    <a:pt x="251" y="2005"/>
                  </a:lnTo>
                  <a:lnTo>
                    <a:pt x="636" y="314"/>
                  </a:lnTo>
                  <a:close/>
                  <a:moveTo>
                    <a:pt x="573" y="1"/>
                  </a:moveTo>
                  <a:cubicBezTo>
                    <a:pt x="562" y="1"/>
                    <a:pt x="551" y="2"/>
                    <a:pt x="541" y="6"/>
                  </a:cubicBezTo>
                  <a:cubicBezTo>
                    <a:pt x="504" y="16"/>
                    <a:pt x="475" y="46"/>
                    <a:pt x="468" y="85"/>
                  </a:cubicBezTo>
                  <a:lnTo>
                    <a:pt x="6" y="2104"/>
                  </a:lnTo>
                  <a:cubicBezTo>
                    <a:pt x="0" y="2138"/>
                    <a:pt x="9" y="2172"/>
                    <a:pt x="33" y="2197"/>
                  </a:cubicBezTo>
                  <a:cubicBezTo>
                    <a:pt x="53" y="2220"/>
                    <a:pt x="81" y="2233"/>
                    <a:pt x="112" y="2233"/>
                  </a:cubicBezTo>
                  <a:lnTo>
                    <a:pt x="2463" y="1932"/>
                  </a:lnTo>
                  <a:cubicBezTo>
                    <a:pt x="2490" y="1929"/>
                    <a:pt x="2512" y="1918"/>
                    <a:pt x="2530" y="1898"/>
                  </a:cubicBezTo>
                  <a:cubicBezTo>
                    <a:pt x="2569" y="1853"/>
                    <a:pt x="2566" y="1786"/>
                    <a:pt x="2521" y="1748"/>
                  </a:cubicBezTo>
                  <a:lnTo>
                    <a:pt x="645" y="28"/>
                  </a:lnTo>
                  <a:cubicBezTo>
                    <a:pt x="625" y="10"/>
                    <a:pt x="599" y="1"/>
                    <a:pt x="5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4676000" y="1708625"/>
              <a:ext cx="46950" cy="42975"/>
            </a:xfrm>
            <a:custGeom>
              <a:avLst/>
              <a:gdLst/>
              <a:ahLst/>
              <a:cxnLst/>
              <a:rect l="l" t="t" r="r" b="b"/>
              <a:pathLst>
                <a:path w="1878" h="1719" extrusionOk="0">
                  <a:moveTo>
                    <a:pt x="0" y="0"/>
                  </a:moveTo>
                  <a:lnTo>
                    <a:pt x="0" y="1719"/>
                  </a:lnTo>
                  <a:lnTo>
                    <a:pt x="1878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4673350" y="1705750"/>
              <a:ext cx="52475" cy="48525"/>
            </a:xfrm>
            <a:custGeom>
              <a:avLst/>
              <a:gdLst/>
              <a:ahLst/>
              <a:cxnLst/>
              <a:rect l="l" t="t" r="r" b="b"/>
              <a:pathLst>
                <a:path w="2099" h="1941" extrusionOk="0">
                  <a:moveTo>
                    <a:pt x="213" y="355"/>
                  </a:moveTo>
                  <a:lnTo>
                    <a:pt x="1705" y="1726"/>
                  </a:lnTo>
                  <a:lnTo>
                    <a:pt x="213" y="1726"/>
                  </a:lnTo>
                  <a:lnTo>
                    <a:pt x="213" y="355"/>
                  </a:lnTo>
                  <a:close/>
                  <a:moveTo>
                    <a:pt x="107" y="1"/>
                  </a:moveTo>
                  <a:cubicBezTo>
                    <a:pt x="92" y="1"/>
                    <a:pt x="78" y="3"/>
                    <a:pt x="65" y="10"/>
                  </a:cubicBezTo>
                  <a:cubicBezTo>
                    <a:pt x="26" y="28"/>
                    <a:pt x="1" y="66"/>
                    <a:pt x="1" y="108"/>
                  </a:cubicBezTo>
                  <a:lnTo>
                    <a:pt x="1" y="1834"/>
                  </a:lnTo>
                  <a:cubicBezTo>
                    <a:pt x="1" y="1893"/>
                    <a:pt x="48" y="1941"/>
                    <a:pt x="106" y="1941"/>
                  </a:cubicBezTo>
                  <a:lnTo>
                    <a:pt x="1984" y="1941"/>
                  </a:lnTo>
                  <a:lnTo>
                    <a:pt x="1982" y="1939"/>
                  </a:lnTo>
                  <a:cubicBezTo>
                    <a:pt x="2030" y="1939"/>
                    <a:pt x="2070" y="1910"/>
                    <a:pt x="2084" y="1865"/>
                  </a:cubicBezTo>
                  <a:cubicBezTo>
                    <a:pt x="2098" y="1825"/>
                    <a:pt x="2088" y="1779"/>
                    <a:pt x="2055" y="1749"/>
                  </a:cubicBezTo>
                  <a:lnTo>
                    <a:pt x="179" y="29"/>
                  </a:lnTo>
                  <a:cubicBezTo>
                    <a:pt x="159" y="11"/>
                    <a:pt x="133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4592725" y="1779975"/>
              <a:ext cx="95200" cy="5400"/>
            </a:xfrm>
            <a:custGeom>
              <a:avLst/>
              <a:gdLst/>
              <a:ahLst/>
              <a:cxnLst/>
              <a:rect l="l" t="t" r="r" b="b"/>
              <a:pathLst>
                <a:path w="3808" h="216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8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4592725" y="1801950"/>
              <a:ext cx="95200" cy="5375"/>
            </a:xfrm>
            <a:custGeom>
              <a:avLst/>
              <a:gdLst/>
              <a:ahLst/>
              <a:cxnLst/>
              <a:rect l="l" t="t" r="r" b="b"/>
              <a:pathLst>
                <a:path w="3808" h="215" extrusionOk="0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4592725" y="1823975"/>
              <a:ext cx="95200" cy="5350"/>
            </a:xfrm>
            <a:custGeom>
              <a:avLst/>
              <a:gdLst/>
              <a:ahLst/>
              <a:cxnLst/>
              <a:rect l="l" t="t" r="r" b="b"/>
              <a:pathLst>
                <a:path w="3808" h="214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8" y="214"/>
                  </a:cubicBezTo>
                  <a:lnTo>
                    <a:pt x="3705" y="214"/>
                  </a:lnTo>
                  <a:cubicBezTo>
                    <a:pt x="3762" y="212"/>
                    <a:pt x="3808" y="164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4592725" y="1845975"/>
              <a:ext cx="95200" cy="5400"/>
            </a:xfrm>
            <a:custGeom>
              <a:avLst/>
              <a:gdLst/>
              <a:ahLst/>
              <a:cxnLst/>
              <a:rect l="l" t="t" r="r" b="b"/>
              <a:pathLst>
                <a:path w="3808" h="216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6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4592725" y="1868025"/>
              <a:ext cx="95200" cy="5325"/>
            </a:xfrm>
            <a:custGeom>
              <a:avLst/>
              <a:gdLst/>
              <a:ahLst/>
              <a:cxnLst/>
              <a:rect l="l" t="t" r="r" b="b"/>
              <a:pathLst>
                <a:path w="3808" h="213" extrusionOk="0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5"/>
                    <a:pt x="48" y="213"/>
                    <a:pt x="108" y="213"/>
                  </a:cubicBezTo>
                  <a:lnTo>
                    <a:pt x="3705" y="213"/>
                  </a:lnTo>
                  <a:cubicBezTo>
                    <a:pt x="3762" y="212"/>
                    <a:pt x="3808" y="164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5802925" y="1484825"/>
              <a:ext cx="87550" cy="582625"/>
            </a:xfrm>
            <a:custGeom>
              <a:avLst/>
              <a:gdLst/>
              <a:ahLst/>
              <a:cxnLst/>
              <a:rect l="l" t="t" r="r" b="b"/>
              <a:pathLst>
                <a:path w="3502" h="23305" extrusionOk="0">
                  <a:moveTo>
                    <a:pt x="3394" y="1"/>
                  </a:moveTo>
                  <a:cubicBezTo>
                    <a:pt x="3334" y="1"/>
                    <a:pt x="3287" y="49"/>
                    <a:pt x="3287" y="108"/>
                  </a:cubicBezTo>
                  <a:lnTo>
                    <a:pt x="3287" y="5202"/>
                  </a:lnTo>
                  <a:lnTo>
                    <a:pt x="33" y="8458"/>
                  </a:lnTo>
                  <a:cubicBezTo>
                    <a:pt x="13" y="8477"/>
                    <a:pt x="1" y="8506"/>
                    <a:pt x="1" y="8534"/>
                  </a:cubicBezTo>
                  <a:lnTo>
                    <a:pt x="1" y="23197"/>
                  </a:lnTo>
                  <a:cubicBezTo>
                    <a:pt x="1" y="23257"/>
                    <a:pt x="48" y="23304"/>
                    <a:pt x="108" y="23304"/>
                  </a:cubicBezTo>
                  <a:cubicBezTo>
                    <a:pt x="166" y="23304"/>
                    <a:pt x="214" y="23255"/>
                    <a:pt x="214" y="23197"/>
                  </a:cubicBezTo>
                  <a:lnTo>
                    <a:pt x="214" y="8579"/>
                  </a:lnTo>
                  <a:lnTo>
                    <a:pt x="3468" y="5322"/>
                  </a:lnTo>
                  <a:cubicBezTo>
                    <a:pt x="3489" y="5303"/>
                    <a:pt x="3501" y="5276"/>
                    <a:pt x="3501" y="5248"/>
                  </a:cubicBezTo>
                  <a:lnTo>
                    <a:pt x="3501" y="108"/>
                  </a:lnTo>
                  <a:cubicBezTo>
                    <a:pt x="3501" y="49"/>
                    <a:pt x="3453" y="1"/>
                    <a:pt x="3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5857450" y="1699700"/>
              <a:ext cx="66475" cy="350875"/>
            </a:xfrm>
            <a:custGeom>
              <a:avLst/>
              <a:gdLst/>
              <a:ahLst/>
              <a:cxnLst/>
              <a:rect l="l" t="t" r="r" b="b"/>
              <a:pathLst>
                <a:path w="2659" h="14035" extrusionOk="0">
                  <a:moveTo>
                    <a:pt x="2551" y="0"/>
                  </a:moveTo>
                  <a:cubicBezTo>
                    <a:pt x="2493" y="2"/>
                    <a:pt x="2447" y="49"/>
                    <a:pt x="2446" y="107"/>
                  </a:cubicBezTo>
                  <a:lnTo>
                    <a:pt x="2446" y="2509"/>
                  </a:lnTo>
                  <a:lnTo>
                    <a:pt x="34" y="4921"/>
                  </a:lnTo>
                  <a:cubicBezTo>
                    <a:pt x="14" y="4940"/>
                    <a:pt x="2" y="4967"/>
                    <a:pt x="1" y="4995"/>
                  </a:cubicBezTo>
                  <a:lnTo>
                    <a:pt x="1" y="13928"/>
                  </a:lnTo>
                  <a:cubicBezTo>
                    <a:pt x="1" y="13987"/>
                    <a:pt x="50" y="14035"/>
                    <a:pt x="108" y="14035"/>
                  </a:cubicBezTo>
                  <a:cubicBezTo>
                    <a:pt x="166" y="14035"/>
                    <a:pt x="214" y="13989"/>
                    <a:pt x="215" y="13931"/>
                  </a:cubicBezTo>
                  <a:lnTo>
                    <a:pt x="215" y="5042"/>
                  </a:lnTo>
                  <a:lnTo>
                    <a:pt x="2629" y="2628"/>
                  </a:lnTo>
                  <a:cubicBezTo>
                    <a:pt x="2648" y="2607"/>
                    <a:pt x="2659" y="2579"/>
                    <a:pt x="2659" y="2551"/>
                  </a:cubicBezTo>
                  <a:lnTo>
                    <a:pt x="2659" y="107"/>
                  </a:lnTo>
                  <a:cubicBezTo>
                    <a:pt x="2659" y="48"/>
                    <a:pt x="2611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5735300" y="1505900"/>
              <a:ext cx="5350" cy="578375"/>
            </a:xfrm>
            <a:custGeom>
              <a:avLst/>
              <a:gdLst/>
              <a:ahLst/>
              <a:cxnLst/>
              <a:rect l="l" t="t" r="r" b="b"/>
              <a:pathLst>
                <a:path w="214" h="23135" extrusionOk="0">
                  <a:moveTo>
                    <a:pt x="106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23029"/>
                  </a:lnTo>
                  <a:cubicBezTo>
                    <a:pt x="0" y="23087"/>
                    <a:pt x="48" y="23134"/>
                    <a:pt x="106" y="23134"/>
                  </a:cubicBezTo>
                  <a:cubicBezTo>
                    <a:pt x="164" y="23134"/>
                    <a:pt x="212" y="23088"/>
                    <a:pt x="213" y="23030"/>
                  </a:cubicBezTo>
                  <a:lnTo>
                    <a:pt x="213" y="108"/>
                  </a:lnTo>
                  <a:cubicBezTo>
                    <a:pt x="213" y="48"/>
                    <a:pt x="165" y="1"/>
                    <a:pt x="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5725100" y="14986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533" y="0"/>
                  </a:moveTo>
                  <a:cubicBezTo>
                    <a:pt x="238" y="0"/>
                    <a:pt x="0" y="239"/>
                    <a:pt x="0" y="533"/>
                  </a:cubicBezTo>
                  <a:cubicBezTo>
                    <a:pt x="0" y="828"/>
                    <a:pt x="238" y="1066"/>
                    <a:pt x="533" y="1066"/>
                  </a:cubicBezTo>
                  <a:cubicBezTo>
                    <a:pt x="534" y="1066"/>
                    <a:pt x="535" y="1066"/>
                    <a:pt x="536" y="1066"/>
                  </a:cubicBezTo>
                  <a:cubicBezTo>
                    <a:pt x="828" y="1066"/>
                    <a:pt x="1065" y="830"/>
                    <a:pt x="1066" y="538"/>
                  </a:cubicBezTo>
                  <a:lnTo>
                    <a:pt x="1066" y="533"/>
                  </a:lnTo>
                  <a:cubicBezTo>
                    <a:pt x="1066" y="240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5873700" y="1474675"/>
              <a:ext cx="26750" cy="26675"/>
            </a:xfrm>
            <a:custGeom>
              <a:avLst/>
              <a:gdLst/>
              <a:ahLst/>
              <a:cxnLst/>
              <a:rect l="l" t="t" r="r" b="b"/>
              <a:pathLst>
                <a:path w="1070" h="1067" extrusionOk="0">
                  <a:moveTo>
                    <a:pt x="535" y="0"/>
                  </a:moveTo>
                  <a:cubicBezTo>
                    <a:pt x="241" y="0"/>
                    <a:pt x="3" y="238"/>
                    <a:pt x="2" y="531"/>
                  </a:cubicBezTo>
                  <a:cubicBezTo>
                    <a:pt x="0" y="825"/>
                    <a:pt x="238" y="1065"/>
                    <a:pt x="533" y="1067"/>
                  </a:cubicBezTo>
                  <a:lnTo>
                    <a:pt x="535" y="1067"/>
                  </a:lnTo>
                  <a:cubicBezTo>
                    <a:pt x="828" y="1067"/>
                    <a:pt x="1066" y="830"/>
                    <a:pt x="1068" y="535"/>
                  </a:cubicBezTo>
                  <a:cubicBezTo>
                    <a:pt x="1069" y="242"/>
                    <a:pt x="831" y="2"/>
                    <a:pt x="538" y="0"/>
                  </a:cubicBezTo>
                  <a:cubicBezTo>
                    <a:pt x="537" y="0"/>
                    <a:pt x="536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5907975" y="1683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533" y="0"/>
                  </a:moveTo>
                  <a:cubicBezTo>
                    <a:pt x="239" y="0"/>
                    <a:pt x="0" y="239"/>
                    <a:pt x="0" y="534"/>
                  </a:cubicBezTo>
                  <a:cubicBezTo>
                    <a:pt x="0" y="828"/>
                    <a:pt x="239" y="1067"/>
                    <a:pt x="533" y="1067"/>
                  </a:cubicBezTo>
                  <a:cubicBezTo>
                    <a:pt x="828" y="1067"/>
                    <a:pt x="1066" y="828"/>
                    <a:pt x="1066" y="534"/>
                  </a:cubicBezTo>
                  <a:cubicBezTo>
                    <a:pt x="1066" y="239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4235525" y="2329325"/>
              <a:ext cx="1972600" cy="5375"/>
            </a:xfrm>
            <a:custGeom>
              <a:avLst/>
              <a:gdLst/>
              <a:ahLst/>
              <a:cxnLst/>
              <a:rect l="l" t="t" r="r" b="b"/>
              <a:pathLst>
                <a:path w="78904" h="215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6" y="215"/>
                  </a:cubicBezTo>
                  <a:lnTo>
                    <a:pt x="78798" y="215"/>
                  </a:lnTo>
                  <a:cubicBezTo>
                    <a:pt x="78856" y="215"/>
                    <a:pt x="78904" y="167"/>
                    <a:pt x="78904" y="108"/>
                  </a:cubicBezTo>
                  <a:cubicBezTo>
                    <a:pt x="78904" y="48"/>
                    <a:pt x="78856" y="0"/>
                    <a:pt x="787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3" name="Picture 302">
            <a:extLst>
              <a:ext uri="{FF2B5EF4-FFF2-40B4-BE49-F238E27FC236}">
                <a16:creationId xmlns:a16="http://schemas.microsoft.com/office/drawing/2014/main" id="{C25CC964-D3EA-4153-BF30-CFF95313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05" y="-6204"/>
            <a:ext cx="1538760" cy="446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052;p41"/>
          <p:cNvGrpSpPr/>
          <p:nvPr/>
        </p:nvGrpSpPr>
        <p:grpSpPr>
          <a:xfrm>
            <a:off x="713226" y="539645"/>
            <a:ext cx="3434987" cy="3389793"/>
            <a:chOff x="1754781" y="217630"/>
            <a:chExt cx="4608247" cy="4547616"/>
          </a:xfrm>
        </p:grpSpPr>
        <p:sp>
          <p:nvSpPr>
            <p:cNvPr id="1053" name="Google Shape;1053;p41"/>
            <p:cNvSpPr/>
            <p:nvPr/>
          </p:nvSpPr>
          <p:spPr>
            <a:xfrm>
              <a:off x="1754781" y="443767"/>
              <a:ext cx="4608247" cy="4321479"/>
            </a:xfrm>
            <a:custGeom>
              <a:avLst/>
              <a:gdLst/>
              <a:ahLst/>
              <a:cxnLst/>
              <a:rect l="l" t="t" r="r" b="b"/>
              <a:pathLst>
                <a:path w="100403" h="94155" extrusionOk="0">
                  <a:moveTo>
                    <a:pt x="61527" y="0"/>
                  </a:moveTo>
                  <a:cubicBezTo>
                    <a:pt x="58172" y="0"/>
                    <a:pt x="54825" y="352"/>
                    <a:pt x="51542" y="1051"/>
                  </a:cubicBezTo>
                  <a:cubicBezTo>
                    <a:pt x="27909" y="5989"/>
                    <a:pt x="23088" y="26735"/>
                    <a:pt x="16509" y="33404"/>
                  </a:cubicBezTo>
                  <a:cubicBezTo>
                    <a:pt x="9931" y="40073"/>
                    <a:pt x="1" y="51121"/>
                    <a:pt x="4974" y="68009"/>
                  </a:cubicBezTo>
                  <a:cubicBezTo>
                    <a:pt x="8762" y="80849"/>
                    <a:pt x="19049" y="91486"/>
                    <a:pt x="34352" y="93723"/>
                  </a:cubicBezTo>
                  <a:cubicBezTo>
                    <a:pt x="36088" y="93976"/>
                    <a:pt x="37839" y="94119"/>
                    <a:pt x="39593" y="94150"/>
                  </a:cubicBezTo>
                  <a:cubicBezTo>
                    <a:pt x="39827" y="94153"/>
                    <a:pt x="40060" y="94155"/>
                    <a:pt x="40294" y="94155"/>
                  </a:cubicBezTo>
                  <a:cubicBezTo>
                    <a:pt x="43645" y="94155"/>
                    <a:pt x="46987" y="93816"/>
                    <a:pt x="50269" y="93140"/>
                  </a:cubicBezTo>
                  <a:cubicBezTo>
                    <a:pt x="74348" y="88306"/>
                    <a:pt x="73316" y="77194"/>
                    <a:pt x="85650" y="69967"/>
                  </a:cubicBezTo>
                  <a:cubicBezTo>
                    <a:pt x="93816" y="65186"/>
                    <a:pt x="97892" y="54778"/>
                    <a:pt x="98960" y="45822"/>
                  </a:cubicBezTo>
                  <a:cubicBezTo>
                    <a:pt x="100403" y="33616"/>
                    <a:pt x="96658" y="19137"/>
                    <a:pt x="87833" y="10085"/>
                  </a:cubicBezTo>
                  <a:cubicBezTo>
                    <a:pt x="87383" y="9614"/>
                    <a:pt x="86919" y="9166"/>
                    <a:pt x="86441" y="8739"/>
                  </a:cubicBezTo>
                  <a:cubicBezTo>
                    <a:pt x="80095" y="2976"/>
                    <a:pt x="70925" y="223"/>
                    <a:pt x="62517" y="10"/>
                  </a:cubicBezTo>
                  <a:cubicBezTo>
                    <a:pt x="62187" y="4"/>
                    <a:pt x="61857" y="0"/>
                    <a:pt x="61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1"/>
            <p:cNvSpPr/>
            <p:nvPr/>
          </p:nvSpPr>
          <p:spPr>
            <a:xfrm>
              <a:off x="5281453" y="3347105"/>
              <a:ext cx="689931" cy="650964"/>
            </a:xfrm>
            <a:custGeom>
              <a:avLst/>
              <a:gdLst/>
              <a:ahLst/>
              <a:cxnLst/>
              <a:rect l="l" t="t" r="r" b="b"/>
              <a:pathLst>
                <a:path w="15032" h="14183" extrusionOk="0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1"/>
            <p:cNvSpPr/>
            <p:nvPr/>
          </p:nvSpPr>
          <p:spPr>
            <a:xfrm>
              <a:off x="5281453" y="3347105"/>
              <a:ext cx="689931" cy="650964"/>
            </a:xfrm>
            <a:custGeom>
              <a:avLst/>
              <a:gdLst/>
              <a:ahLst/>
              <a:cxnLst/>
              <a:rect l="l" t="t" r="r" b="b"/>
              <a:pathLst>
                <a:path w="15032" h="14183" extrusionOk="0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1"/>
            <p:cNvSpPr/>
            <p:nvPr/>
          </p:nvSpPr>
          <p:spPr>
            <a:xfrm>
              <a:off x="5218803" y="3284179"/>
              <a:ext cx="776999" cy="776953"/>
            </a:xfrm>
            <a:custGeom>
              <a:avLst/>
              <a:gdLst/>
              <a:ahLst/>
              <a:cxnLst/>
              <a:rect l="l" t="t" r="r" b="b"/>
              <a:pathLst>
                <a:path w="16929" h="16928" extrusionOk="0">
                  <a:moveTo>
                    <a:pt x="8465" y="1593"/>
                  </a:moveTo>
                  <a:lnTo>
                    <a:pt x="8465" y="1595"/>
                  </a:lnTo>
                  <a:cubicBezTo>
                    <a:pt x="9859" y="1595"/>
                    <a:pt x="11251" y="2013"/>
                    <a:pt x="12436" y="2852"/>
                  </a:cubicBezTo>
                  <a:cubicBezTo>
                    <a:pt x="12900" y="3181"/>
                    <a:pt x="13325" y="3568"/>
                    <a:pt x="13696" y="4001"/>
                  </a:cubicBezTo>
                  <a:cubicBezTo>
                    <a:pt x="14888" y="5396"/>
                    <a:pt x="15467" y="7172"/>
                    <a:pt x="15324" y="9002"/>
                  </a:cubicBezTo>
                  <a:cubicBezTo>
                    <a:pt x="15180" y="10832"/>
                    <a:pt x="14333" y="12498"/>
                    <a:pt x="12938" y="13691"/>
                  </a:cubicBezTo>
                  <a:cubicBezTo>
                    <a:pt x="11694" y="14754"/>
                    <a:pt x="10107" y="15341"/>
                    <a:pt x="8471" y="15341"/>
                  </a:cubicBezTo>
                  <a:lnTo>
                    <a:pt x="8456" y="15341"/>
                  </a:lnTo>
                  <a:cubicBezTo>
                    <a:pt x="7039" y="15341"/>
                    <a:pt x="5676" y="14909"/>
                    <a:pt x="4516" y="14093"/>
                  </a:cubicBezTo>
                  <a:cubicBezTo>
                    <a:pt x="3848" y="13621"/>
                    <a:pt x="3273" y="13042"/>
                    <a:pt x="2807" y="12370"/>
                  </a:cubicBezTo>
                  <a:cubicBezTo>
                    <a:pt x="653" y="9251"/>
                    <a:pt x="1439" y="4960"/>
                    <a:pt x="4558" y="2807"/>
                  </a:cubicBezTo>
                  <a:cubicBezTo>
                    <a:pt x="5730" y="1998"/>
                    <a:pt x="7098" y="1593"/>
                    <a:pt x="8465" y="1593"/>
                  </a:cubicBezTo>
                  <a:close/>
                  <a:moveTo>
                    <a:pt x="8464" y="1381"/>
                  </a:moveTo>
                  <a:cubicBezTo>
                    <a:pt x="7055" y="1381"/>
                    <a:pt x="5645" y="1797"/>
                    <a:pt x="4437" y="2631"/>
                  </a:cubicBezTo>
                  <a:cubicBezTo>
                    <a:pt x="1221" y="4851"/>
                    <a:pt x="411" y="9275"/>
                    <a:pt x="2631" y="12491"/>
                  </a:cubicBezTo>
                  <a:cubicBezTo>
                    <a:pt x="3111" y="13185"/>
                    <a:pt x="3705" y="13782"/>
                    <a:pt x="4394" y="14267"/>
                  </a:cubicBezTo>
                  <a:cubicBezTo>
                    <a:pt x="5590" y="15108"/>
                    <a:pt x="6994" y="15554"/>
                    <a:pt x="8456" y="15554"/>
                  </a:cubicBezTo>
                  <a:lnTo>
                    <a:pt x="8463" y="15554"/>
                  </a:lnTo>
                  <a:lnTo>
                    <a:pt x="8463" y="15446"/>
                  </a:lnTo>
                  <a:lnTo>
                    <a:pt x="8468" y="15554"/>
                  </a:lnTo>
                  <a:lnTo>
                    <a:pt x="8471" y="15554"/>
                  </a:lnTo>
                  <a:cubicBezTo>
                    <a:pt x="10158" y="15554"/>
                    <a:pt x="11794" y="14949"/>
                    <a:pt x="13076" y="13853"/>
                  </a:cubicBezTo>
                  <a:cubicBezTo>
                    <a:pt x="14514" y="12622"/>
                    <a:pt x="15388" y="10905"/>
                    <a:pt x="15536" y="9019"/>
                  </a:cubicBezTo>
                  <a:cubicBezTo>
                    <a:pt x="15683" y="7132"/>
                    <a:pt x="15088" y="5299"/>
                    <a:pt x="13858" y="3861"/>
                  </a:cubicBezTo>
                  <a:cubicBezTo>
                    <a:pt x="13475" y="3414"/>
                    <a:pt x="13037" y="3017"/>
                    <a:pt x="12558" y="2677"/>
                  </a:cubicBezTo>
                  <a:cubicBezTo>
                    <a:pt x="11337" y="1814"/>
                    <a:pt x="9901" y="1381"/>
                    <a:pt x="8464" y="1381"/>
                  </a:cubicBezTo>
                  <a:close/>
                  <a:moveTo>
                    <a:pt x="8465" y="213"/>
                  </a:moveTo>
                  <a:cubicBezTo>
                    <a:pt x="8950" y="213"/>
                    <a:pt x="9439" y="256"/>
                    <a:pt x="9915" y="340"/>
                  </a:cubicBezTo>
                  <a:cubicBezTo>
                    <a:pt x="11100" y="551"/>
                    <a:pt x="12247" y="1031"/>
                    <a:pt x="13228" y="1727"/>
                  </a:cubicBezTo>
                  <a:cubicBezTo>
                    <a:pt x="13786" y="2122"/>
                    <a:pt x="14294" y="2586"/>
                    <a:pt x="14738" y="3106"/>
                  </a:cubicBezTo>
                  <a:cubicBezTo>
                    <a:pt x="16012" y="4598"/>
                    <a:pt x="16715" y="6502"/>
                    <a:pt x="16715" y="8465"/>
                  </a:cubicBezTo>
                  <a:cubicBezTo>
                    <a:pt x="16715" y="10668"/>
                    <a:pt x="15856" y="12741"/>
                    <a:pt x="14297" y="14298"/>
                  </a:cubicBezTo>
                  <a:cubicBezTo>
                    <a:pt x="12740" y="15857"/>
                    <a:pt x="10669" y="16715"/>
                    <a:pt x="8463" y="16715"/>
                  </a:cubicBezTo>
                  <a:cubicBezTo>
                    <a:pt x="6260" y="16715"/>
                    <a:pt x="4187" y="15856"/>
                    <a:pt x="2630" y="14298"/>
                  </a:cubicBezTo>
                  <a:cubicBezTo>
                    <a:pt x="1071" y="12740"/>
                    <a:pt x="213" y="10668"/>
                    <a:pt x="213" y="8463"/>
                  </a:cubicBezTo>
                  <a:cubicBezTo>
                    <a:pt x="213" y="6260"/>
                    <a:pt x="1071" y="4189"/>
                    <a:pt x="2630" y="2630"/>
                  </a:cubicBezTo>
                  <a:cubicBezTo>
                    <a:pt x="4189" y="1072"/>
                    <a:pt x="6260" y="213"/>
                    <a:pt x="8465" y="213"/>
                  </a:cubicBezTo>
                  <a:close/>
                  <a:moveTo>
                    <a:pt x="8463" y="0"/>
                  </a:moveTo>
                  <a:cubicBezTo>
                    <a:pt x="6203" y="0"/>
                    <a:pt x="4079" y="880"/>
                    <a:pt x="2479" y="2479"/>
                  </a:cubicBezTo>
                  <a:cubicBezTo>
                    <a:pt x="880" y="4078"/>
                    <a:pt x="0" y="6203"/>
                    <a:pt x="0" y="8463"/>
                  </a:cubicBezTo>
                  <a:cubicBezTo>
                    <a:pt x="0" y="10725"/>
                    <a:pt x="880" y="12850"/>
                    <a:pt x="2479" y="14449"/>
                  </a:cubicBezTo>
                  <a:cubicBezTo>
                    <a:pt x="4077" y="16048"/>
                    <a:pt x="6203" y="16928"/>
                    <a:pt x="8463" y="16928"/>
                  </a:cubicBezTo>
                  <a:lnTo>
                    <a:pt x="8465" y="16928"/>
                  </a:lnTo>
                  <a:cubicBezTo>
                    <a:pt x="10725" y="16928"/>
                    <a:pt x="12850" y="16048"/>
                    <a:pt x="14449" y="14450"/>
                  </a:cubicBezTo>
                  <a:cubicBezTo>
                    <a:pt x="16048" y="12851"/>
                    <a:pt x="16928" y="10725"/>
                    <a:pt x="16928" y="8465"/>
                  </a:cubicBezTo>
                  <a:cubicBezTo>
                    <a:pt x="16928" y="6452"/>
                    <a:pt x="16207" y="4500"/>
                    <a:pt x="14900" y="2968"/>
                  </a:cubicBezTo>
                  <a:cubicBezTo>
                    <a:pt x="14445" y="2435"/>
                    <a:pt x="13923" y="1960"/>
                    <a:pt x="13352" y="1553"/>
                  </a:cubicBezTo>
                  <a:cubicBezTo>
                    <a:pt x="12345" y="838"/>
                    <a:pt x="11169" y="346"/>
                    <a:pt x="9952" y="130"/>
                  </a:cubicBezTo>
                  <a:cubicBezTo>
                    <a:pt x="9464" y="45"/>
                    <a:pt x="8962" y="0"/>
                    <a:pt x="8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1"/>
            <p:cNvSpPr/>
            <p:nvPr/>
          </p:nvSpPr>
          <p:spPr>
            <a:xfrm>
              <a:off x="5121409" y="3245166"/>
              <a:ext cx="490782" cy="672398"/>
            </a:xfrm>
            <a:custGeom>
              <a:avLst/>
              <a:gdLst/>
              <a:ahLst/>
              <a:cxnLst/>
              <a:rect l="l" t="t" r="r" b="b"/>
              <a:pathLst>
                <a:path w="10693" h="14650" extrusionOk="0">
                  <a:moveTo>
                    <a:pt x="10474" y="214"/>
                  </a:moveTo>
                  <a:lnTo>
                    <a:pt x="10490" y="850"/>
                  </a:lnTo>
                  <a:cubicBezTo>
                    <a:pt x="8848" y="873"/>
                    <a:pt x="7249" y="1371"/>
                    <a:pt x="5885" y="2286"/>
                  </a:cubicBezTo>
                  <a:cubicBezTo>
                    <a:pt x="2002" y="4891"/>
                    <a:pt x="967" y="10152"/>
                    <a:pt x="3573" y="14033"/>
                  </a:cubicBezTo>
                  <a:lnTo>
                    <a:pt x="3048" y="14394"/>
                  </a:lnTo>
                  <a:cubicBezTo>
                    <a:pt x="2061" y="12927"/>
                    <a:pt x="1522" y="11204"/>
                    <a:pt x="1499" y="9437"/>
                  </a:cubicBezTo>
                  <a:cubicBezTo>
                    <a:pt x="1430" y="4412"/>
                    <a:pt x="5449" y="283"/>
                    <a:pt x="10474" y="214"/>
                  </a:cubicBezTo>
                  <a:close/>
                  <a:moveTo>
                    <a:pt x="10587" y="0"/>
                  </a:moveTo>
                  <a:cubicBezTo>
                    <a:pt x="8698" y="0"/>
                    <a:pt x="6853" y="575"/>
                    <a:pt x="5298" y="1648"/>
                  </a:cubicBezTo>
                  <a:cubicBezTo>
                    <a:pt x="1064" y="4570"/>
                    <a:pt x="1" y="10370"/>
                    <a:pt x="2922" y="14605"/>
                  </a:cubicBezTo>
                  <a:cubicBezTo>
                    <a:pt x="2943" y="14633"/>
                    <a:pt x="2976" y="14650"/>
                    <a:pt x="3010" y="14650"/>
                  </a:cubicBezTo>
                  <a:cubicBezTo>
                    <a:pt x="3012" y="14650"/>
                    <a:pt x="3014" y="14650"/>
                    <a:pt x="3017" y="14650"/>
                  </a:cubicBezTo>
                  <a:cubicBezTo>
                    <a:pt x="3036" y="14650"/>
                    <a:pt x="3055" y="14644"/>
                    <a:pt x="3071" y="14633"/>
                  </a:cubicBezTo>
                  <a:lnTo>
                    <a:pt x="3771" y="14151"/>
                  </a:lnTo>
                  <a:cubicBezTo>
                    <a:pt x="3794" y="14136"/>
                    <a:pt x="3809" y="14111"/>
                    <a:pt x="3814" y="14082"/>
                  </a:cubicBezTo>
                  <a:cubicBezTo>
                    <a:pt x="3820" y="14056"/>
                    <a:pt x="3814" y="14026"/>
                    <a:pt x="3796" y="14003"/>
                  </a:cubicBezTo>
                  <a:cubicBezTo>
                    <a:pt x="2847" y="12628"/>
                    <a:pt x="2338" y="10994"/>
                    <a:pt x="2338" y="9322"/>
                  </a:cubicBezTo>
                  <a:cubicBezTo>
                    <a:pt x="2335" y="4765"/>
                    <a:pt x="6028" y="1068"/>
                    <a:pt x="10587" y="1066"/>
                  </a:cubicBezTo>
                  <a:cubicBezTo>
                    <a:pt x="10645" y="1066"/>
                    <a:pt x="10693" y="1018"/>
                    <a:pt x="10693" y="959"/>
                  </a:cubicBezTo>
                  <a:lnTo>
                    <a:pt x="10693" y="106"/>
                  </a:lnTo>
                  <a:cubicBezTo>
                    <a:pt x="10693" y="48"/>
                    <a:pt x="10645" y="0"/>
                    <a:pt x="10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1"/>
            <p:cNvSpPr/>
            <p:nvPr/>
          </p:nvSpPr>
          <p:spPr>
            <a:xfrm>
              <a:off x="5312159" y="3373955"/>
              <a:ext cx="593822" cy="597081"/>
            </a:xfrm>
            <a:custGeom>
              <a:avLst/>
              <a:gdLst/>
              <a:ahLst/>
              <a:cxnLst/>
              <a:rect l="l" t="t" r="r" b="b"/>
              <a:pathLst>
                <a:path w="12938" h="13009" extrusionOk="0">
                  <a:moveTo>
                    <a:pt x="6428" y="214"/>
                  </a:moveTo>
                  <a:cubicBezTo>
                    <a:pt x="6429" y="214"/>
                    <a:pt x="6430" y="214"/>
                    <a:pt x="6431" y="214"/>
                  </a:cubicBezTo>
                  <a:cubicBezTo>
                    <a:pt x="6802" y="214"/>
                    <a:pt x="7172" y="246"/>
                    <a:pt x="7537" y="312"/>
                  </a:cubicBezTo>
                  <a:cubicBezTo>
                    <a:pt x="8971" y="568"/>
                    <a:pt x="10271" y="1314"/>
                    <a:pt x="11216" y="2420"/>
                  </a:cubicBezTo>
                  <a:cubicBezTo>
                    <a:pt x="12190" y="3561"/>
                    <a:pt x="12725" y="5011"/>
                    <a:pt x="12723" y="6510"/>
                  </a:cubicBezTo>
                  <a:cubicBezTo>
                    <a:pt x="12723" y="9987"/>
                    <a:pt x="9903" y="12804"/>
                    <a:pt x="6426" y="12804"/>
                  </a:cubicBezTo>
                  <a:cubicBezTo>
                    <a:pt x="2950" y="12803"/>
                    <a:pt x="133" y="9984"/>
                    <a:pt x="133" y="6507"/>
                  </a:cubicBezTo>
                  <a:cubicBezTo>
                    <a:pt x="134" y="3032"/>
                    <a:pt x="2953" y="214"/>
                    <a:pt x="6428" y="214"/>
                  </a:cubicBezTo>
                  <a:close/>
                  <a:moveTo>
                    <a:pt x="6431" y="1"/>
                  </a:moveTo>
                  <a:cubicBezTo>
                    <a:pt x="2968" y="89"/>
                    <a:pt x="182" y="2874"/>
                    <a:pt x="93" y="6338"/>
                  </a:cubicBezTo>
                  <a:cubicBezTo>
                    <a:pt x="0" y="9930"/>
                    <a:pt x="2838" y="12917"/>
                    <a:pt x="6431" y="13008"/>
                  </a:cubicBezTo>
                  <a:cubicBezTo>
                    <a:pt x="10024" y="13005"/>
                    <a:pt x="12936" y="10091"/>
                    <a:pt x="12938" y="6498"/>
                  </a:cubicBezTo>
                  <a:cubicBezTo>
                    <a:pt x="12932" y="3349"/>
                    <a:pt x="10673" y="654"/>
                    <a:pt x="7573" y="100"/>
                  </a:cubicBezTo>
                  <a:cubicBezTo>
                    <a:pt x="7196" y="33"/>
                    <a:pt x="6814" y="1"/>
                    <a:pt x="6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1"/>
            <p:cNvSpPr/>
            <p:nvPr/>
          </p:nvSpPr>
          <p:spPr>
            <a:xfrm>
              <a:off x="5237438" y="3347288"/>
              <a:ext cx="374753" cy="512354"/>
            </a:xfrm>
            <a:custGeom>
              <a:avLst/>
              <a:gdLst/>
              <a:ahLst/>
              <a:cxnLst/>
              <a:rect l="l" t="t" r="r" b="b"/>
              <a:pathLst>
                <a:path w="8165" h="11163" extrusionOk="0">
                  <a:moveTo>
                    <a:pt x="7952" y="217"/>
                  </a:moveTo>
                  <a:lnTo>
                    <a:pt x="7952" y="580"/>
                  </a:lnTo>
                  <a:cubicBezTo>
                    <a:pt x="6703" y="601"/>
                    <a:pt x="5486" y="981"/>
                    <a:pt x="4448" y="1673"/>
                  </a:cubicBezTo>
                  <a:cubicBezTo>
                    <a:pt x="1460" y="3667"/>
                    <a:pt x="653" y="7705"/>
                    <a:pt x="2647" y="10693"/>
                  </a:cubicBezTo>
                  <a:lnTo>
                    <a:pt x="2341" y="10906"/>
                  </a:lnTo>
                  <a:cubicBezTo>
                    <a:pt x="1606" y="9806"/>
                    <a:pt x="1204" y="8516"/>
                    <a:pt x="1185" y="7193"/>
                  </a:cubicBezTo>
                  <a:cubicBezTo>
                    <a:pt x="1126" y="3397"/>
                    <a:pt x="4156" y="273"/>
                    <a:pt x="7952" y="217"/>
                  </a:cubicBezTo>
                  <a:close/>
                  <a:moveTo>
                    <a:pt x="8052" y="1"/>
                  </a:moveTo>
                  <a:cubicBezTo>
                    <a:pt x="6614" y="1"/>
                    <a:pt x="5210" y="440"/>
                    <a:pt x="4028" y="1258"/>
                  </a:cubicBezTo>
                  <a:cubicBezTo>
                    <a:pt x="808" y="3482"/>
                    <a:pt x="1" y="7895"/>
                    <a:pt x="2225" y="11116"/>
                  </a:cubicBezTo>
                  <a:cubicBezTo>
                    <a:pt x="2245" y="11146"/>
                    <a:pt x="2279" y="11162"/>
                    <a:pt x="2313" y="11162"/>
                  </a:cubicBezTo>
                  <a:cubicBezTo>
                    <a:pt x="2315" y="11162"/>
                    <a:pt x="2317" y="11162"/>
                    <a:pt x="2319" y="11162"/>
                  </a:cubicBezTo>
                  <a:cubicBezTo>
                    <a:pt x="2338" y="11162"/>
                    <a:pt x="2358" y="11155"/>
                    <a:pt x="2373" y="11144"/>
                  </a:cubicBezTo>
                  <a:lnTo>
                    <a:pt x="2855" y="10811"/>
                  </a:lnTo>
                  <a:cubicBezTo>
                    <a:pt x="2879" y="10794"/>
                    <a:pt x="2894" y="10770"/>
                    <a:pt x="2900" y="10742"/>
                  </a:cubicBezTo>
                  <a:cubicBezTo>
                    <a:pt x="2904" y="10715"/>
                    <a:pt x="2898" y="10686"/>
                    <a:pt x="2880" y="10663"/>
                  </a:cubicBezTo>
                  <a:cubicBezTo>
                    <a:pt x="2155" y="9614"/>
                    <a:pt x="1768" y="8367"/>
                    <a:pt x="1767" y="7091"/>
                  </a:cubicBezTo>
                  <a:cubicBezTo>
                    <a:pt x="1767" y="3616"/>
                    <a:pt x="4582" y="798"/>
                    <a:pt x="8059" y="796"/>
                  </a:cubicBezTo>
                  <a:cubicBezTo>
                    <a:pt x="8117" y="796"/>
                    <a:pt x="8165" y="748"/>
                    <a:pt x="8165" y="690"/>
                  </a:cubicBezTo>
                  <a:lnTo>
                    <a:pt x="8165" y="107"/>
                  </a:lnTo>
                  <a:cubicBezTo>
                    <a:pt x="8165" y="49"/>
                    <a:pt x="8117" y="1"/>
                    <a:pt x="8059" y="1"/>
                  </a:cubicBezTo>
                  <a:cubicBezTo>
                    <a:pt x="8057" y="1"/>
                    <a:pt x="8054" y="1"/>
                    <a:pt x="8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1"/>
            <p:cNvSpPr/>
            <p:nvPr/>
          </p:nvSpPr>
          <p:spPr>
            <a:xfrm>
              <a:off x="5653912" y="3351832"/>
              <a:ext cx="143980" cy="85920"/>
            </a:xfrm>
            <a:custGeom>
              <a:avLst/>
              <a:gdLst/>
              <a:ahLst/>
              <a:cxnLst/>
              <a:rect l="l" t="t" r="r" b="b"/>
              <a:pathLst>
                <a:path w="3137" h="1872" extrusionOk="0">
                  <a:moveTo>
                    <a:pt x="298" y="249"/>
                  </a:moveTo>
                  <a:cubicBezTo>
                    <a:pt x="1218" y="423"/>
                    <a:pt x="2094" y="786"/>
                    <a:pt x="2868" y="1315"/>
                  </a:cubicBezTo>
                  <a:lnTo>
                    <a:pt x="2655" y="1619"/>
                  </a:lnTo>
                  <a:cubicBezTo>
                    <a:pt x="1926" y="1117"/>
                    <a:pt x="1101" y="772"/>
                    <a:pt x="233" y="603"/>
                  </a:cubicBezTo>
                  <a:lnTo>
                    <a:pt x="298" y="249"/>
                  </a:lnTo>
                  <a:close/>
                  <a:moveTo>
                    <a:pt x="213" y="0"/>
                  </a:moveTo>
                  <a:cubicBezTo>
                    <a:pt x="161" y="0"/>
                    <a:pt x="116" y="37"/>
                    <a:pt x="106" y="90"/>
                  </a:cubicBezTo>
                  <a:lnTo>
                    <a:pt x="3" y="663"/>
                  </a:lnTo>
                  <a:cubicBezTo>
                    <a:pt x="0" y="691"/>
                    <a:pt x="6" y="718"/>
                    <a:pt x="21" y="742"/>
                  </a:cubicBezTo>
                  <a:cubicBezTo>
                    <a:pt x="38" y="764"/>
                    <a:pt x="63" y="780"/>
                    <a:pt x="91" y="786"/>
                  </a:cubicBezTo>
                  <a:cubicBezTo>
                    <a:pt x="1002" y="949"/>
                    <a:pt x="1866" y="1313"/>
                    <a:pt x="2618" y="1852"/>
                  </a:cubicBezTo>
                  <a:cubicBezTo>
                    <a:pt x="2636" y="1866"/>
                    <a:pt x="2658" y="1872"/>
                    <a:pt x="2680" y="1872"/>
                  </a:cubicBezTo>
                  <a:lnTo>
                    <a:pt x="2697" y="1861"/>
                  </a:lnTo>
                  <a:cubicBezTo>
                    <a:pt x="2725" y="1857"/>
                    <a:pt x="2750" y="1842"/>
                    <a:pt x="2768" y="1818"/>
                  </a:cubicBezTo>
                  <a:lnTo>
                    <a:pt x="3105" y="1342"/>
                  </a:lnTo>
                  <a:cubicBezTo>
                    <a:pt x="3136" y="1293"/>
                    <a:pt x="3126" y="1229"/>
                    <a:pt x="3080" y="1194"/>
                  </a:cubicBezTo>
                  <a:cubicBezTo>
                    <a:pt x="2229" y="590"/>
                    <a:pt x="1257" y="182"/>
                    <a:pt x="230" y="2"/>
                  </a:cubicBezTo>
                  <a:cubicBezTo>
                    <a:pt x="224" y="1"/>
                    <a:pt x="219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1"/>
            <p:cNvSpPr/>
            <p:nvPr/>
          </p:nvSpPr>
          <p:spPr>
            <a:xfrm>
              <a:off x="5669838" y="3251500"/>
              <a:ext cx="187262" cy="112678"/>
            </a:xfrm>
            <a:custGeom>
              <a:avLst/>
              <a:gdLst/>
              <a:ahLst/>
              <a:cxnLst/>
              <a:rect l="l" t="t" r="r" b="b"/>
              <a:pathLst>
                <a:path w="4080" h="2455" extrusionOk="0">
                  <a:moveTo>
                    <a:pt x="337" y="233"/>
                  </a:moveTo>
                  <a:cubicBezTo>
                    <a:pt x="1582" y="465"/>
                    <a:pt x="2761" y="959"/>
                    <a:pt x="3800" y="1680"/>
                  </a:cubicBezTo>
                  <a:lnTo>
                    <a:pt x="3434" y="2201"/>
                  </a:lnTo>
                  <a:cubicBezTo>
                    <a:pt x="2473" y="1534"/>
                    <a:pt x="1384" y="1077"/>
                    <a:pt x="236" y="858"/>
                  </a:cubicBezTo>
                  <a:lnTo>
                    <a:pt x="337" y="233"/>
                  </a:lnTo>
                  <a:close/>
                  <a:moveTo>
                    <a:pt x="259" y="1"/>
                  </a:moveTo>
                  <a:cubicBezTo>
                    <a:pt x="208" y="1"/>
                    <a:pt x="163" y="37"/>
                    <a:pt x="154" y="90"/>
                  </a:cubicBezTo>
                  <a:lnTo>
                    <a:pt x="5" y="924"/>
                  </a:lnTo>
                  <a:cubicBezTo>
                    <a:pt x="0" y="952"/>
                    <a:pt x="6" y="982"/>
                    <a:pt x="24" y="1004"/>
                  </a:cubicBezTo>
                  <a:cubicBezTo>
                    <a:pt x="39" y="1028"/>
                    <a:pt x="64" y="1043"/>
                    <a:pt x="93" y="1047"/>
                  </a:cubicBezTo>
                  <a:cubicBezTo>
                    <a:pt x="1287" y="1257"/>
                    <a:pt x="2418" y="1732"/>
                    <a:pt x="3406" y="2435"/>
                  </a:cubicBezTo>
                  <a:cubicBezTo>
                    <a:pt x="3425" y="2448"/>
                    <a:pt x="3446" y="2454"/>
                    <a:pt x="3468" y="2454"/>
                  </a:cubicBezTo>
                  <a:lnTo>
                    <a:pt x="3484" y="2453"/>
                  </a:lnTo>
                  <a:cubicBezTo>
                    <a:pt x="3513" y="2448"/>
                    <a:pt x="3538" y="2433"/>
                    <a:pt x="3554" y="2410"/>
                  </a:cubicBezTo>
                  <a:lnTo>
                    <a:pt x="4046" y="1717"/>
                  </a:lnTo>
                  <a:cubicBezTo>
                    <a:pt x="4046" y="1717"/>
                    <a:pt x="4046" y="1716"/>
                    <a:pt x="4046" y="1716"/>
                  </a:cubicBezTo>
                  <a:cubicBezTo>
                    <a:pt x="4080" y="1668"/>
                    <a:pt x="4068" y="1601"/>
                    <a:pt x="4020" y="1567"/>
                  </a:cubicBezTo>
                  <a:cubicBezTo>
                    <a:pt x="2904" y="775"/>
                    <a:pt x="1626" y="240"/>
                    <a:pt x="277" y="2"/>
                  </a:cubicBezTo>
                  <a:lnTo>
                    <a:pt x="276" y="2"/>
                  </a:lnTo>
                  <a:cubicBezTo>
                    <a:pt x="270" y="1"/>
                    <a:pt x="265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1"/>
            <p:cNvSpPr/>
            <p:nvPr/>
          </p:nvSpPr>
          <p:spPr>
            <a:xfrm>
              <a:off x="5417723" y="3459967"/>
              <a:ext cx="553662" cy="538378"/>
            </a:xfrm>
            <a:custGeom>
              <a:avLst/>
              <a:gdLst/>
              <a:ahLst/>
              <a:cxnLst/>
              <a:rect l="l" t="t" r="r" b="b"/>
              <a:pathLst>
                <a:path w="12063" h="11730" extrusionOk="0">
                  <a:moveTo>
                    <a:pt x="9427" y="259"/>
                  </a:moveTo>
                  <a:cubicBezTo>
                    <a:pt x="11361" y="2608"/>
                    <a:pt x="11519" y="5951"/>
                    <a:pt x="9816" y="8473"/>
                  </a:cubicBezTo>
                  <a:cubicBezTo>
                    <a:pt x="8487" y="10440"/>
                    <a:pt x="6319" y="11502"/>
                    <a:pt x="4111" y="11502"/>
                  </a:cubicBezTo>
                  <a:cubicBezTo>
                    <a:pt x="2788" y="11502"/>
                    <a:pt x="1450" y="11120"/>
                    <a:pt x="270" y="10324"/>
                  </a:cubicBezTo>
                  <a:lnTo>
                    <a:pt x="485" y="10028"/>
                  </a:lnTo>
                  <a:cubicBezTo>
                    <a:pt x="1590" y="10777"/>
                    <a:pt x="2863" y="11148"/>
                    <a:pt x="4132" y="11148"/>
                  </a:cubicBezTo>
                  <a:cubicBezTo>
                    <a:pt x="5608" y="11148"/>
                    <a:pt x="7080" y="10647"/>
                    <a:pt x="8278" y="9657"/>
                  </a:cubicBezTo>
                  <a:cubicBezTo>
                    <a:pt x="11046" y="7369"/>
                    <a:pt x="11436" y="3268"/>
                    <a:pt x="9146" y="500"/>
                  </a:cubicBezTo>
                  <a:lnTo>
                    <a:pt x="9427" y="259"/>
                  </a:lnTo>
                  <a:close/>
                  <a:moveTo>
                    <a:pt x="9439" y="0"/>
                  </a:moveTo>
                  <a:cubicBezTo>
                    <a:pt x="9415" y="0"/>
                    <a:pt x="9391" y="8"/>
                    <a:pt x="9371" y="25"/>
                  </a:cubicBezTo>
                  <a:lnTo>
                    <a:pt x="8927" y="405"/>
                  </a:lnTo>
                  <a:cubicBezTo>
                    <a:pt x="8904" y="424"/>
                    <a:pt x="8893" y="449"/>
                    <a:pt x="8891" y="478"/>
                  </a:cubicBezTo>
                  <a:cubicBezTo>
                    <a:pt x="8888" y="506"/>
                    <a:pt x="8897" y="534"/>
                    <a:pt x="8916" y="555"/>
                  </a:cubicBezTo>
                  <a:cubicBezTo>
                    <a:pt x="10784" y="2738"/>
                    <a:pt x="10934" y="5909"/>
                    <a:pt x="9283" y="8260"/>
                  </a:cubicBezTo>
                  <a:cubicBezTo>
                    <a:pt x="8058" y="10003"/>
                    <a:pt x="6109" y="10935"/>
                    <a:pt x="4130" y="10935"/>
                  </a:cubicBezTo>
                  <a:cubicBezTo>
                    <a:pt x="2880" y="10935"/>
                    <a:pt x="1619" y="10564"/>
                    <a:pt x="519" y="9791"/>
                  </a:cubicBezTo>
                  <a:cubicBezTo>
                    <a:pt x="500" y="9778"/>
                    <a:pt x="479" y="9772"/>
                    <a:pt x="457" y="9772"/>
                  </a:cubicBezTo>
                  <a:cubicBezTo>
                    <a:pt x="451" y="9772"/>
                    <a:pt x="446" y="9772"/>
                    <a:pt x="440" y="9773"/>
                  </a:cubicBezTo>
                  <a:cubicBezTo>
                    <a:pt x="412" y="9778"/>
                    <a:pt x="386" y="9792"/>
                    <a:pt x="371" y="9816"/>
                  </a:cubicBezTo>
                  <a:lnTo>
                    <a:pt x="33" y="10296"/>
                  </a:lnTo>
                  <a:cubicBezTo>
                    <a:pt x="1" y="10343"/>
                    <a:pt x="13" y="10409"/>
                    <a:pt x="60" y="10443"/>
                  </a:cubicBezTo>
                  <a:cubicBezTo>
                    <a:pt x="1245" y="11276"/>
                    <a:pt x="2659" y="11722"/>
                    <a:pt x="4109" y="11722"/>
                  </a:cubicBezTo>
                  <a:cubicBezTo>
                    <a:pt x="4117" y="11722"/>
                    <a:pt x="4124" y="11722"/>
                    <a:pt x="4131" y="11722"/>
                  </a:cubicBezTo>
                  <a:lnTo>
                    <a:pt x="4131" y="11730"/>
                  </a:lnTo>
                  <a:cubicBezTo>
                    <a:pt x="5818" y="11730"/>
                    <a:pt x="7451" y="11127"/>
                    <a:pt x="8735" y="10031"/>
                  </a:cubicBezTo>
                  <a:cubicBezTo>
                    <a:pt x="11711" y="7488"/>
                    <a:pt x="12062" y="3013"/>
                    <a:pt x="9519" y="37"/>
                  </a:cubicBezTo>
                  <a:cubicBezTo>
                    <a:pt x="9498" y="12"/>
                    <a:pt x="9469" y="0"/>
                    <a:pt x="9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1"/>
            <p:cNvSpPr/>
            <p:nvPr/>
          </p:nvSpPr>
          <p:spPr>
            <a:xfrm>
              <a:off x="5359158" y="3393324"/>
              <a:ext cx="726007" cy="706776"/>
            </a:xfrm>
            <a:custGeom>
              <a:avLst/>
              <a:gdLst/>
              <a:ahLst/>
              <a:cxnLst/>
              <a:rect l="l" t="t" r="r" b="b"/>
              <a:pathLst>
                <a:path w="15818" h="15399" extrusionOk="0">
                  <a:moveTo>
                    <a:pt x="12395" y="258"/>
                  </a:moveTo>
                  <a:cubicBezTo>
                    <a:pt x="15003" y="3384"/>
                    <a:pt x="15216" y="7865"/>
                    <a:pt x="12917" y="11225"/>
                  </a:cubicBezTo>
                  <a:cubicBezTo>
                    <a:pt x="11154" y="13802"/>
                    <a:pt x="8302" y="15188"/>
                    <a:pt x="5399" y="15188"/>
                  </a:cubicBezTo>
                  <a:cubicBezTo>
                    <a:pt x="3629" y="15188"/>
                    <a:pt x="1840" y="14672"/>
                    <a:pt x="269" y="13597"/>
                  </a:cubicBezTo>
                  <a:lnTo>
                    <a:pt x="641" y="13076"/>
                  </a:lnTo>
                  <a:cubicBezTo>
                    <a:pt x="2083" y="14056"/>
                    <a:pt x="3743" y="14541"/>
                    <a:pt x="5399" y="14541"/>
                  </a:cubicBezTo>
                  <a:cubicBezTo>
                    <a:pt x="7326" y="14541"/>
                    <a:pt x="9247" y="13885"/>
                    <a:pt x="10807" y="12589"/>
                  </a:cubicBezTo>
                  <a:cubicBezTo>
                    <a:pt x="14403" y="9602"/>
                    <a:pt x="14897" y="4266"/>
                    <a:pt x="11911" y="670"/>
                  </a:cubicBezTo>
                  <a:lnTo>
                    <a:pt x="12395" y="258"/>
                  </a:lnTo>
                  <a:close/>
                  <a:moveTo>
                    <a:pt x="12399" y="0"/>
                  </a:moveTo>
                  <a:cubicBezTo>
                    <a:pt x="12375" y="0"/>
                    <a:pt x="12350" y="8"/>
                    <a:pt x="12330" y="25"/>
                  </a:cubicBezTo>
                  <a:lnTo>
                    <a:pt x="11692" y="578"/>
                  </a:lnTo>
                  <a:cubicBezTo>
                    <a:pt x="11669" y="596"/>
                    <a:pt x="11657" y="622"/>
                    <a:pt x="11655" y="651"/>
                  </a:cubicBezTo>
                  <a:cubicBezTo>
                    <a:pt x="11653" y="679"/>
                    <a:pt x="11662" y="706"/>
                    <a:pt x="11680" y="727"/>
                  </a:cubicBezTo>
                  <a:cubicBezTo>
                    <a:pt x="14120" y="3587"/>
                    <a:pt x="14318" y="7735"/>
                    <a:pt x="12161" y="10814"/>
                  </a:cubicBezTo>
                  <a:cubicBezTo>
                    <a:pt x="10556" y="13107"/>
                    <a:pt x="7997" y="14333"/>
                    <a:pt x="5396" y="14333"/>
                  </a:cubicBezTo>
                  <a:cubicBezTo>
                    <a:pt x="3762" y="14333"/>
                    <a:pt x="2111" y="13849"/>
                    <a:pt x="671" y="12841"/>
                  </a:cubicBezTo>
                  <a:cubicBezTo>
                    <a:pt x="652" y="12828"/>
                    <a:pt x="630" y="12821"/>
                    <a:pt x="607" y="12821"/>
                  </a:cubicBezTo>
                  <a:cubicBezTo>
                    <a:pt x="601" y="12821"/>
                    <a:pt x="595" y="12822"/>
                    <a:pt x="589" y="12823"/>
                  </a:cubicBezTo>
                  <a:cubicBezTo>
                    <a:pt x="562" y="12829"/>
                    <a:pt x="537" y="12844"/>
                    <a:pt x="520" y="12867"/>
                  </a:cubicBezTo>
                  <a:lnTo>
                    <a:pt x="32" y="13563"/>
                  </a:lnTo>
                  <a:cubicBezTo>
                    <a:pt x="1" y="13612"/>
                    <a:pt x="13" y="13677"/>
                    <a:pt x="60" y="13710"/>
                  </a:cubicBezTo>
                  <a:cubicBezTo>
                    <a:pt x="1619" y="14808"/>
                    <a:pt x="3478" y="15399"/>
                    <a:pt x="5385" y="15399"/>
                  </a:cubicBezTo>
                  <a:cubicBezTo>
                    <a:pt x="5393" y="15399"/>
                    <a:pt x="5400" y="15399"/>
                    <a:pt x="5407" y="15399"/>
                  </a:cubicBezTo>
                  <a:lnTo>
                    <a:pt x="5401" y="15393"/>
                  </a:lnTo>
                  <a:cubicBezTo>
                    <a:pt x="7615" y="15393"/>
                    <a:pt x="9756" y="14602"/>
                    <a:pt x="11442" y="13165"/>
                  </a:cubicBezTo>
                  <a:cubicBezTo>
                    <a:pt x="15353" y="9827"/>
                    <a:pt x="15818" y="3950"/>
                    <a:pt x="12481" y="39"/>
                  </a:cubicBezTo>
                  <a:cubicBezTo>
                    <a:pt x="12479" y="37"/>
                    <a:pt x="12479" y="37"/>
                    <a:pt x="12478" y="36"/>
                  </a:cubicBezTo>
                  <a:cubicBezTo>
                    <a:pt x="12458" y="12"/>
                    <a:pt x="12428" y="0"/>
                    <a:pt x="12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1"/>
            <p:cNvSpPr/>
            <p:nvPr/>
          </p:nvSpPr>
          <p:spPr>
            <a:xfrm>
              <a:off x="4949798" y="387450"/>
              <a:ext cx="1142067" cy="1077857"/>
            </a:xfrm>
            <a:custGeom>
              <a:avLst/>
              <a:gdLst/>
              <a:ahLst/>
              <a:cxnLst/>
              <a:rect l="l" t="t" r="r" b="b"/>
              <a:pathLst>
                <a:path w="24883" h="23484" extrusionOk="0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1"/>
            <p:cNvSpPr/>
            <p:nvPr/>
          </p:nvSpPr>
          <p:spPr>
            <a:xfrm>
              <a:off x="4949798" y="387450"/>
              <a:ext cx="1142067" cy="1077857"/>
            </a:xfrm>
            <a:custGeom>
              <a:avLst/>
              <a:gdLst/>
              <a:ahLst/>
              <a:cxnLst/>
              <a:rect l="l" t="t" r="r" b="b"/>
              <a:pathLst>
                <a:path w="24883" h="23484" extrusionOk="0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4844555" y="282483"/>
              <a:ext cx="1288251" cy="1287884"/>
            </a:xfrm>
            <a:custGeom>
              <a:avLst/>
              <a:gdLst/>
              <a:ahLst/>
              <a:cxnLst/>
              <a:rect l="l" t="t" r="r" b="b"/>
              <a:pathLst>
                <a:path w="28068" h="28060" extrusionOk="0">
                  <a:moveTo>
                    <a:pt x="14011" y="2513"/>
                  </a:moveTo>
                  <a:cubicBezTo>
                    <a:pt x="14710" y="2513"/>
                    <a:pt x="15413" y="2577"/>
                    <a:pt x="16116" y="2706"/>
                  </a:cubicBezTo>
                  <a:cubicBezTo>
                    <a:pt x="19144" y="3261"/>
                    <a:pt x="21777" y="4961"/>
                    <a:pt x="23525" y="7497"/>
                  </a:cubicBezTo>
                  <a:cubicBezTo>
                    <a:pt x="27135" y="12728"/>
                    <a:pt x="25816" y="19922"/>
                    <a:pt x="20585" y="23533"/>
                  </a:cubicBezTo>
                  <a:cubicBezTo>
                    <a:pt x="18656" y="24864"/>
                    <a:pt x="16399" y="25570"/>
                    <a:pt x="14057" y="25573"/>
                  </a:cubicBezTo>
                  <a:cubicBezTo>
                    <a:pt x="14051" y="25571"/>
                    <a:pt x="14043" y="25571"/>
                    <a:pt x="14036" y="25571"/>
                  </a:cubicBezTo>
                  <a:lnTo>
                    <a:pt x="14019" y="25571"/>
                  </a:lnTo>
                  <a:cubicBezTo>
                    <a:pt x="11643" y="25571"/>
                    <a:pt x="9359" y="24849"/>
                    <a:pt x="7416" y="23481"/>
                  </a:cubicBezTo>
                  <a:cubicBezTo>
                    <a:pt x="6293" y="22692"/>
                    <a:pt x="5328" y="21719"/>
                    <a:pt x="4548" y="20592"/>
                  </a:cubicBezTo>
                  <a:cubicBezTo>
                    <a:pt x="2799" y="18058"/>
                    <a:pt x="2142" y="14994"/>
                    <a:pt x="2697" y="11965"/>
                  </a:cubicBezTo>
                  <a:cubicBezTo>
                    <a:pt x="3253" y="8937"/>
                    <a:pt x="4955" y="6306"/>
                    <a:pt x="7489" y="4556"/>
                  </a:cubicBezTo>
                  <a:cubicBezTo>
                    <a:pt x="9436" y="3212"/>
                    <a:pt x="11695" y="2513"/>
                    <a:pt x="14011" y="2513"/>
                  </a:cubicBezTo>
                  <a:close/>
                  <a:moveTo>
                    <a:pt x="14012" y="2300"/>
                  </a:moveTo>
                  <a:cubicBezTo>
                    <a:pt x="11653" y="2300"/>
                    <a:pt x="9351" y="3012"/>
                    <a:pt x="7367" y="4381"/>
                  </a:cubicBezTo>
                  <a:cubicBezTo>
                    <a:pt x="2039" y="8058"/>
                    <a:pt x="695" y="15385"/>
                    <a:pt x="4372" y="20714"/>
                  </a:cubicBezTo>
                  <a:cubicBezTo>
                    <a:pt x="5169" y="21862"/>
                    <a:pt x="6150" y="22852"/>
                    <a:pt x="7294" y="23656"/>
                  </a:cubicBezTo>
                  <a:cubicBezTo>
                    <a:pt x="9273" y="25047"/>
                    <a:pt x="11595" y="25784"/>
                    <a:pt x="14015" y="25784"/>
                  </a:cubicBezTo>
                  <a:cubicBezTo>
                    <a:pt x="14022" y="25786"/>
                    <a:pt x="14028" y="25786"/>
                    <a:pt x="14037" y="25787"/>
                  </a:cubicBezTo>
                  <a:cubicBezTo>
                    <a:pt x="16430" y="25787"/>
                    <a:pt x="18736" y="25068"/>
                    <a:pt x="20706" y="23708"/>
                  </a:cubicBezTo>
                  <a:cubicBezTo>
                    <a:pt x="26035" y="20031"/>
                    <a:pt x="27378" y="12704"/>
                    <a:pt x="23700" y="7375"/>
                  </a:cubicBezTo>
                  <a:cubicBezTo>
                    <a:pt x="21920" y="4795"/>
                    <a:pt x="19239" y="3061"/>
                    <a:pt x="16154" y="2496"/>
                  </a:cubicBezTo>
                  <a:cubicBezTo>
                    <a:pt x="15440" y="2365"/>
                    <a:pt x="14723" y="2300"/>
                    <a:pt x="14012" y="2300"/>
                  </a:cubicBezTo>
                  <a:close/>
                  <a:moveTo>
                    <a:pt x="14046" y="213"/>
                  </a:moveTo>
                  <a:cubicBezTo>
                    <a:pt x="14858" y="213"/>
                    <a:pt x="15675" y="285"/>
                    <a:pt x="16475" y="424"/>
                  </a:cubicBezTo>
                  <a:cubicBezTo>
                    <a:pt x="18461" y="779"/>
                    <a:pt x="20381" y="1584"/>
                    <a:pt x="22027" y="2752"/>
                  </a:cubicBezTo>
                  <a:cubicBezTo>
                    <a:pt x="22957" y="3416"/>
                    <a:pt x="23805" y="4191"/>
                    <a:pt x="24545" y="5061"/>
                  </a:cubicBezTo>
                  <a:cubicBezTo>
                    <a:pt x="26680" y="7564"/>
                    <a:pt x="27854" y="10753"/>
                    <a:pt x="27851" y="14042"/>
                  </a:cubicBezTo>
                  <a:cubicBezTo>
                    <a:pt x="27848" y="17732"/>
                    <a:pt x="26407" y="21201"/>
                    <a:pt x="23796" y="23808"/>
                  </a:cubicBezTo>
                  <a:cubicBezTo>
                    <a:pt x="21187" y="26412"/>
                    <a:pt x="17721" y="27846"/>
                    <a:pt x="14034" y="27846"/>
                  </a:cubicBezTo>
                  <a:lnTo>
                    <a:pt x="14022" y="27846"/>
                  </a:lnTo>
                  <a:cubicBezTo>
                    <a:pt x="10333" y="27843"/>
                    <a:pt x="6863" y="26403"/>
                    <a:pt x="4256" y="23792"/>
                  </a:cubicBezTo>
                  <a:cubicBezTo>
                    <a:pt x="1649" y="21179"/>
                    <a:pt x="215" y="17708"/>
                    <a:pt x="218" y="14018"/>
                  </a:cubicBezTo>
                  <a:cubicBezTo>
                    <a:pt x="224" y="6403"/>
                    <a:pt x="6421" y="213"/>
                    <a:pt x="14034" y="213"/>
                  </a:cubicBezTo>
                  <a:close/>
                  <a:moveTo>
                    <a:pt x="14034" y="0"/>
                  </a:moveTo>
                  <a:cubicBezTo>
                    <a:pt x="6304" y="0"/>
                    <a:pt x="11" y="6285"/>
                    <a:pt x="5" y="14017"/>
                  </a:cubicBezTo>
                  <a:cubicBezTo>
                    <a:pt x="1" y="17765"/>
                    <a:pt x="1459" y="21289"/>
                    <a:pt x="4106" y="23942"/>
                  </a:cubicBezTo>
                  <a:cubicBezTo>
                    <a:pt x="6753" y="26594"/>
                    <a:pt x="10275" y="28056"/>
                    <a:pt x="14022" y="28059"/>
                  </a:cubicBezTo>
                  <a:lnTo>
                    <a:pt x="14034" y="28059"/>
                  </a:lnTo>
                  <a:cubicBezTo>
                    <a:pt x="21765" y="28059"/>
                    <a:pt x="28058" y="21774"/>
                    <a:pt x="28064" y="14042"/>
                  </a:cubicBezTo>
                  <a:cubicBezTo>
                    <a:pt x="28067" y="10703"/>
                    <a:pt x="26875" y="7463"/>
                    <a:pt x="24707" y="4923"/>
                  </a:cubicBezTo>
                  <a:cubicBezTo>
                    <a:pt x="23955" y="4040"/>
                    <a:pt x="23094" y="3250"/>
                    <a:pt x="22150" y="2577"/>
                  </a:cubicBezTo>
                  <a:cubicBezTo>
                    <a:pt x="20478" y="1391"/>
                    <a:pt x="18529" y="573"/>
                    <a:pt x="16510" y="215"/>
                  </a:cubicBezTo>
                  <a:cubicBezTo>
                    <a:pt x="15699" y="72"/>
                    <a:pt x="14871" y="0"/>
                    <a:pt x="14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4682491" y="217630"/>
              <a:ext cx="810917" cy="1114024"/>
            </a:xfrm>
            <a:custGeom>
              <a:avLst/>
              <a:gdLst/>
              <a:ahLst/>
              <a:cxnLst/>
              <a:rect l="l" t="t" r="r" b="b"/>
              <a:pathLst>
                <a:path w="17668" h="24272" extrusionOk="0">
                  <a:moveTo>
                    <a:pt x="17461" y="215"/>
                  </a:moveTo>
                  <a:lnTo>
                    <a:pt x="17461" y="1418"/>
                  </a:lnTo>
                  <a:cubicBezTo>
                    <a:pt x="14687" y="1438"/>
                    <a:pt x="11982" y="2281"/>
                    <a:pt x="9687" y="3839"/>
                  </a:cubicBezTo>
                  <a:cubicBezTo>
                    <a:pt x="3274" y="8192"/>
                    <a:pt x="1604" y="16920"/>
                    <a:pt x="5957" y="23333"/>
                  </a:cubicBezTo>
                  <a:lnTo>
                    <a:pt x="4969" y="24018"/>
                  </a:lnTo>
                  <a:cubicBezTo>
                    <a:pt x="3271" y="21521"/>
                    <a:pt x="2353" y="18578"/>
                    <a:pt x="2332" y="15560"/>
                  </a:cubicBezTo>
                  <a:cubicBezTo>
                    <a:pt x="2272" y="7144"/>
                    <a:pt x="9046" y="274"/>
                    <a:pt x="17461" y="215"/>
                  </a:cubicBezTo>
                  <a:close/>
                  <a:moveTo>
                    <a:pt x="17561" y="0"/>
                  </a:moveTo>
                  <a:cubicBezTo>
                    <a:pt x="14427" y="2"/>
                    <a:pt x="11367" y="955"/>
                    <a:pt x="8788" y="2735"/>
                  </a:cubicBezTo>
                  <a:cubicBezTo>
                    <a:pt x="1765" y="7582"/>
                    <a:pt x="0" y="17203"/>
                    <a:pt x="4847" y="24227"/>
                  </a:cubicBezTo>
                  <a:cubicBezTo>
                    <a:pt x="4868" y="24255"/>
                    <a:pt x="4899" y="24271"/>
                    <a:pt x="4935" y="24271"/>
                  </a:cubicBezTo>
                  <a:cubicBezTo>
                    <a:pt x="4955" y="24271"/>
                    <a:pt x="4978" y="24264"/>
                    <a:pt x="4996" y="24252"/>
                  </a:cubicBezTo>
                  <a:lnTo>
                    <a:pt x="6160" y="23448"/>
                  </a:lnTo>
                  <a:cubicBezTo>
                    <a:pt x="6184" y="23432"/>
                    <a:pt x="6199" y="23408"/>
                    <a:pt x="6205" y="23379"/>
                  </a:cubicBezTo>
                  <a:cubicBezTo>
                    <a:pt x="6209" y="23353"/>
                    <a:pt x="6203" y="23324"/>
                    <a:pt x="6188" y="23301"/>
                  </a:cubicBezTo>
                  <a:cubicBezTo>
                    <a:pt x="4595" y="20994"/>
                    <a:pt x="3743" y="18256"/>
                    <a:pt x="3742" y="15454"/>
                  </a:cubicBezTo>
                  <a:cubicBezTo>
                    <a:pt x="3740" y="7820"/>
                    <a:pt x="9927" y="1632"/>
                    <a:pt x="17561" y="1631"/>
                  </a:cubicBezTo>
                  <a:cubicBezTo>
                    <a:pt x="17620" y="1631"/>
                    <a:pt x="17668" y="1583"/>
                    <a:pt x="17668" y="1523"/>
                  </a:cubicBezTo>
                  <a:lnTo>
                    <a:pt x="17668" y="107"/>
                  </a:lnTo>
                  <a:cubicBezTo>
                    <a:pt x="17668" y="48"/>
                    <a:pt x="17619" y="0"/>
                    <a:pt x="17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1"/>
            <p:cNvSpPr/>
            <p:nvPr/>
          </p:nvSpPr>
          <p:spPr>
            <a:xfrm>
              <a:off x="4994594" y="432384"/>
              <a:ext cx="1055367" cy="988632"/>
            </a:xfrm>
            <a:custGeom>
              <a:avLst/>
              <a:gdLst/>
              <a:ahLst/>
              <a:cxnLst/>
              <a:rect l="l" t="t" r="r" b="b"/>
              <a:pathLst>
                <a:path w="22994" h="21540" extrusionOk="0">
                  <a:moveTo>
                    <a:pt x="10767" y="214"/>
                  </a:moveTo>
                  <a:cubicBezTo>
                    <a:pt x="11389" y="217"/>
                    <a:pt x="12010" y="272"/>
                    <a:pt x="12622" y="382"/>
                  </a:cubicBezTo>
                  <a:cubicBezTo>
                    <a:pt x="17650" y="1283"/>
                    <a:pt x="21311" y="5654"/>
                    <a:pt x="21314" y="10761"/>
                  </a:cubicBezTo>
                  <a:cubicBezTo>
                    <a:pt x="21319" y="16589"/>
                    <a:pt x="16597" y="21316"/>
                    <a:pt x="10770" y="21321"/>
                  </a:cubicBezTo>
                  <a:cubicBezTo>
                    <a:pt x="10767" y="21321"/>
                    <a:pt x="10764" y="21321"/>
                    <a:pt x="10761" y="21321"/>
                  </a:cubicBezTo>
                  <a:cubicBezTo>
                    <a:pt x="4937" y="21321"/>
                    <a:pt x="215" y="16601"/>
                    <a:pt x="212" y="10776"/>
                  </a:cubicBezTo>
                  <a:cubicBezTo>
                    <a:pt x="215" y="4947"/>
                    <a:pt x="4937" y="221"/>
                    <a:pt x="10767" y="214"/>
                  </a:cubicBezTo>
                  <a:close/>
                  <a:moveTo>
                    <a:pt x="10773" y="1"/>
                  </a:moveTo>
                  <a:cubicBezTo>
                    <a:pt x="4829" y="1"/>
                    <a:pt x="8" y="4818"/>
                    <a:pt x="3" y="10764"/>
                  </a:cubicBezTo>
                  <a:cubicBezTo>
                    <a:pt x="0" y="16711"/>
                    <a:pt x="4820" y="21535"/>
                    <a:pt x="10767" y="21540"/>
                  </a:cubicBezTo>
                  <a:cubicBezTo>
                    <a:pt x="14263" y="21540"/>
                    <a:pt x="17541" y="19842"/>
                    <a:pt x="19559" y="16988"/>
                  </a:cubicBezTo>
                  <a:cubicBezTo>
                    <a:pt x="22994" y="12133"/>
                    <a:pt x="21841" y="5412"/>
                    <a:pt x="16986" y="1978"/>
                  </a:cubicBezTo>
                  <a:cubicBezTo>
                    <a:pt x="15697" y="1060"/>
                    <a:pt x="14218" y="442"/>
                    <a:pt x="12659" y="168"/>
                  </a:cubicBezTo>
                  <a:cubicBezTo>
                    <a:pt x="12038" y="57"/>
                    <a:pt x="11410" y="1"/>
                    <a:pt x="10779" y="1"/>
                  </a:cubicBezTo>
                  <a:cubicBezTo>
                    <a:pt x="10777" y="1"/>
                    <a:pt x="10775" y="1"/>
                    <a:pt x="10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1"/>
            <p:cNvSpPr/>
            <p:nvPr/>
          </p:nvSpPr>
          <p:spPr>
            <a:xfrm>
              <a:off x="4876133" y="387863"/>
              <a:ext cx="617551" cy="847176"/>
            </a:xfrm>
            <a:custGeom>
              <a:avLst/>
              <a:gdLst/>
              <a:ahLst/>
              <a:cxnLst/>
              <a:rect l="l" t="t" r="r" b="b"/>
              <a:pathLst>
                <a:path w="13455" h="18458" extrusionOk="0">
                  <a:moveTo>
                    <a:pt x="13242" y="213"/>
                  </a:moveTo>
                  <a:lnTo>
                    <a:pt x="13242" y="977"/>
                  </a:lnTo>
                  <a:cubicBezTo>
                    <a:pt x="11129" y="998"/>
                    <a:pt x="9070" y="1639"/>
                    <a:pt x="7320" y="2822"/>
                  </a:cubicBezTo>
                  <a:cubicBezTo>
                    <a:pt x="2392" y="6152"/>
                    <a:pt x="1095" y="12847"/>
                    <a:pt x="4426" y="17775"/>
                  </a:cubicBezTo>
                  <a:lnTo>
                    <a:pt x="3801" y="18201"/>
                  </a:lnTo>
                  <a:cubicBezTo>
                    <a:pt x="2529" y="16323"/>
                    <a:pt x="1840" y="14111"/>
                    <a:pt x="1819" y="11843"/>
                  </a:cubicBezTo>
                  <a:cubicBezTo>
                    <a:pt x="1762" y="5478"/>
                    <a:pt x="6875" y="271"/>
                    <a:pt x="13242" y="213"/>
                  </a:cubicBezTo>
                  <a:close/>
                  <a:moveTo>
                    <a:pt x="13348" y="0"/>
                  </a:moveTo>
                  <a:cubicBezTo>
                    <a:pt x="10964" y="0"/>
                    <a:pt x="8637" y="725"/>
                    <a:pt x="6676" y="2080"/>
                  </a:cubicBezTo>
                  <a:cubicBezTo>
                    <a:pt x="1339" y="5764"/>
                    <a:pt x="1" y="13076"/>
                    <a:pt x="3686" y="18411"/>
                  </a:cubicBezTo>
                  <a:cubicBezTo>
                    <a:pt x="3705" y="18439"/>
                    <a:pt x="3738" y="18457"/>
                    <a:pt x="3772" y="18457"/>
                  </a:cubicBezTo>
                  <a:lnTo>
                    <a:pt x="3774" y="18457"/>
                  </a:lnTo>
                  <a:cubicBezTo>
                    <a:pt x="3778" y="18458"/>
                    <a:pt x="3782" y="18458"/>
                    <a:pt x="3787" y="18458"/>
                  </a:cubicBezTo>
                  <a:cubicBezTo>
                    <a:pt x="3803" y="18458"/>
                    <a:pt x="3819" y="18453"/>
                    <a:pt x="3835" y="18445"/>
                  </a:cubicBezTo>
                  <a:lnTo>
                    <a:pt x="4634" y="17893"/>
                  </a:lnTo>
                  <a:cubicBezTo>
                    <a:pt x="4658" y="17876"/>
                    <a:pt x="4673" y="17851"/>
                    <a:pt x="4679" y="17824"/>
                  </a:cubicBezTo>
                  <a:cubicBezTo>
                    <a:pt x="4684" y="17796"/>
                    <a:pt x="4678" y="17768"/>
                    <a:pt x="4663" y="17742"/>
                  </a:cubicBezTo>
                  <a:cubicBezTo>
                    <a:pt x="3440" y="15982"/>
                    <a:pt x="2787" y="13889"/>
                    <a:pt x="2793" y="11746"/>
                  </a:cubicBezTo>
                  <a:cubicBezTo>
                    <a:pt x="2799" y="5919"/>
                    <a:pt x="7521" y="1197"/>
                    <a:pt x="13348" y="1190"/>
                  </a:cubicBezTo>
                  <a:cubicBezTo>
                    <a:pt x="13407" y="1190"/>
                    <a:pt x="13455" y="1142"/>
                    <a:pt x="13455" y="1084"/>
                  </a:cubicBezTo>
                  <a:lnTo>
                    <a:pt x="13455" y="107"/>
                  </a:lnTo>
                  <a:cubicBezTo>
                    <a:pt x="13455" y="48"/>
                    <a:pt x="13407" y="0"/>
                    <a:pt x="13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1"/>
            <p:cNvSpPr/>
            <p:nvPr/>
          </p:nvSpPr>
          <p:spPr>
            <a:xfrm>
              <a:off x="5569736" y="396125"/>
              <a:ext cx="232654" cy="135948"/>
            </a:xfrm>
            <a:custGeom>
              <a:avLst/>
              <a:gdLst/>
              <a:ahLst/>
              <a:cxnLst/>
              <a:rect l="l" t="t" r="r" b="b"/>
              <a:pathLst>
                <a:path w="5069" h="2962" extrusionOk="0">
                  <a:moveTo>
                    <a:pt x="368" y="230"/>
                  </a:moveTo>
                  <a:cubicBezTo>
                    <a:pt x="1964" y="526"/>
                    <a:pt x="3478" y="1160"/>
                    <a:pt x="4808" y="2088"/>
                  </a:cubicBezTo>
                  <a:lnTo>
                    <a:pt x="4369" y="2709"/>
                  </a:lnTo>
                  <a:cubicBezTo>
                    <a:pt x="3130" y="1842"/>
                    <a:pt x="1720" y="1251"/>
                    <a:pt x="234" y="977"/>
                  </a:cubicBezTo>
                  <a:lnTo>
                    <a:pt x="368" y="230"/>
                  </a:lnTo>
                  <a:close/>
                  <a:moveTo>
                    <a:pt x="279" y="0"/>
                  </a:moveTo>
                  <a:cubicBezTo>
                    <a:pt x="229" y="0"/>
                    <a:pt x="184" y="36"/>
                    <a:pt x="174" y="87"/>
                  </a:cubicBezTo>
                  <a:lnTo>
                    <a:pt x="5" y="1043"/>
                  </a:lnTo>
                  <a:cubicBezTo>
                    <a:pt x="0" y="1071"/>
                    <a:pt x="6" y="1101"/>
                    <a:pt x="22" y="1123"/>
                  </a:cubicBezTo>
                  <a:cubicBezTo>
                    <a:pt x="39" y="1147"/>
                    <a:pt x="64" y="1162"/>
                    <a:pt x="91" y="1166"/>
                  </a:cubicBezTo>
                  <a:cubicBezTo>
                    <a:pt x="1619" y="1436"/>
                    <a:pt x="3067" y="2043"/>
                    <a:pt x="4331" y="2942"/>
                  </a:cubicBezTo>
                  <a:cubicBezTo>
                    <a:pt x="4349" y="2954"/>
                    <a:pt x="4370" y="2962"/>
                    <a:pt x="4392" y="2962"/>
                  </a:cubicBezTo>
                  <a:lnTo>
                    <a:pt x="4406" y="2956"/>
                  </a:lnTo>
                  <a:cubicBezTo>
                    <a:pt x="4433" y="2951"/>
                    <a:pt x="4458" y="2935"/>
                    <a:pt x="4474" y="2913"/>
                  </a:cubicBezTo>
                  <a:lnTo>
                    <a:pt x="5034" y="2119"/>
                  </a:lnTo>
                  <a:lnTo>
                    <a:pt x="5036" y="2119"/>
                  </a:lnTo>
                  <a:cubicBezTo>
                    <a:pt x="5068" y="2070"/>
                    <a:pt x="5058" y="2004"/>
                    <a:pt x="5009" y="1970"/>
                  </a:cubicBezTo>
                  <a:cubicBezTo>
                    <a:pt x="3605" y="973"/>
                    <a:pt x="1995" y="300"/>
                    <a:pt x="298" y="2"/>
                  </a:cubicBezTo>
                  <a:cubicBezTo>
                    <a:pt x="292" y="1"/>
                    <a:pt x="285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1"/>
            <p:cNvSpPr/>
            <p:nvPr/>
          </p:nvSpPr>
          <p:spPr>
            <a:xfrm>
              <a:off x="5596861" y="228553"/>
              <a:ext cx="304897" cy="181203"/>
            </a:xfrm>
            <a:custGeom>
              <a:avLst/>
              <a:gdLst/>
              <a:ahLst/>
              <a:cxnLst/>
              <a:rect l="l" t="t" r="r" b="b"/>
              <a:pathLst>
                <a:path w="6643" h="3948" extrusionOk="0">
                  <a:moveTo>
                    <a:pt x="426" y="239"/>
                  </a:moveTo>
                  <a:cubicBezTo>
                    <a:pt x="2558" y="630"/>
                    <a:pt x="4580" y="1476"/>
                    <a:pt x="6356" y="2721"/>
                  </a:cubicBezTo>
                  <a:lnTo>
                    <a:pt x="5661" y="3702"/>
                  </a:lnTo>
                  <a:cubicBezTo>
                    <a:pt x="4032" y="2555"/>
                    <a:pt x="2174" y="1775"/>
                    <a:pt x="215" y="1413"/>
                  </a:cubicBezTo>
                  <a:lnTo>
                    <a:pt x="426" y="239"/>
                  </a:lnTo>
                  <a:close/>
                  <a:moveTo>
                    <a:pt x="355" y="0"/>
                  </a:moveTo>
                  <a:cubicBezTo>
                    <a:pt x="305" y="0"/>
                    <a:pt x="260" y="38"/>
                    <a:pt x="250" y="90"/>
                  </a:cubicBezTo>
                  <a:lnTo>
                    <a:pt x="3" y="1482"/>
                  </a:lnTo>
                  <a:cubicBezTo>
                    <a:pt x="0" y="1509"/>
                    <a:pt x="6" y="1537"/>
                    <a:pt x="21" y="1561"/>
                  </a:cubicBezTo>
                  <a:cubicBezTo>
                    <a:pt x="37" y="1583"/>
                    <a:pt x="63" y="1599"/>
                    <a:pt x="91" y="1605"/>
                  </a:cubicBezTo>
                  <a:cubicBezTo>
                    <a:pt x="2089" y="1957"/>
                    <a:pt x="3983" y="2750"/>
                    <a:pt x="5636" y="3928"/>
                  </a:cubicBezTo>
                  <a:cubicBezTo>
                    <a:pt x="5654" y="3940"/>
                    <a:pt x="5676" y="3948"/>
                    <a:pt x="5697" y="3948"/>
                  </a:cubicBezTo>
                  <a:lnTo>
                    <a:pt x="5697" y="3946"/>
                  </a:lnTo>
                  <a:lnTo>
                    <a:pt x="5721" y="3946"/>
                  </a:lnTo>
                  <a:cubicBezTo>
                    <a:pt x="5749" y="3942"/>
                    <a:pt x="5774" y="3925"/>
                    <a:pt x="5791" y="3901"/>
                  </a:cubicBezTo>
                  <a:lnTo>
                    <a:pt x="6608" y="2747"/>
                  </a:lnTo>
                  <a:cubicBezTo>
                    <a:pt x="6642" y="2700"/>
                    <a:pt x="6630" y="2633"/>
                    <a:pt x="6583" y="2599"/>
                  </a:cubicBezTo>
                  <a:cubicBezTo>
                    <a:pt x="4732" y="1282"/>
                    <a:pt x="2612" y="395"/>
                    <a:pt x="374" y="2"/>
                  </a:cubicBezTo>
                  <a:cubicBezTo>
                    <a:pt x="368" y="1"/>
                    <a:pt x="362" y="0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1"/>
            <p:cNvSpPr/>
            <p:nvPr/>
          </p:nvSpPr>
          <p:spPr>
            <a:xfrm>
              <a:off x="5176486" y="574115"/>
              <a:ext cx="915655" cy="891192"/>
            </a:xfrm>
            <a:custGeom>
              <a:avLst/>
              <a:gdLst/>
              <a:ahLst/>
              <a:cxnLst/>
              <a:rect l="l" t="t" r="r" b="b"/>
              <a:pathLst>
                <a:path w="19950" h="19417" extrusionOk="0">
                  <a:moveTo>
                    <a:pt x="15639" y="278"/>
                  </a:moveTo>
                  <a:cubicBezTo>
                    <a:pt x="18968" y="4249"/>
                    <a:pt x="19239" y="9953"/>
                    <a:pt x="16302" y="14220"/>
                  </a:cubicBezTo>
                  <a:cubicBezTo>
                    <a:pt x="14066" y="17469"/>
                    <a:pt x="10461" y="19215"/>
                    <a:pt x="6795" y="19215"/>
                  </a:cubicBezTo>
                  <a:cubicBezTo>
                    <a:pt x="4542" y="19215"/>
                    <a:pt x="2267" y="18556"/>
                    <a:pt x="271" y="17182"/>
                  </a:cubicBezTo>
                  <a:lnTo>
                    <a:pt x="271" y="17182"/>
                  </a:lnTo>
                  <a:lnTo>
                    <a:pt x="715" y="16552"/>
                  </a:lnTo>
                  <a:cubicBezTo>
                    <a:pt x="2554" y="17809"/>
                    <a:pt x="4676" y="18430"/>
                    <a:pt x="6791" y="18430"/>
                  </a:cubicBezTo>
                  <a:cubicBezTo>
                    <a:pt x="9248" y="18430"/>
                    <a:pt x="11695" y="17592"/>
                    <a:pt x="13683" y="15937"/>
                  </a:cubicBezTo>
                  <a:cubicBezTo>
                    <a:pt x="18254" y="12131"/>
                    <a:pt x="18874" y="5342"/>
                    <a:pt x="15070" y="771"/>
                  </a:cubicBezTo>
                  <a:lnTo>
                    <a:pt x="15639" y="278"/>
                  </a:lnTo>
                  <a:close/>
                  <a:moveTo>
                    <a:pt x="15652" y="1"/>
                  </a:moveTo>
                  <a:cubicBezTo>
                    <a:pt x="15626" y="1"/>
                    <a:pt x="15602" y="10"/>
                    <a:pt x="15582" y="26"/>
                  </a:cubicBezTo>
                  <a:lnTo>
                    <a:pt x="14842" y="666"/>
                  </a:lnTo>
                  <a:cubicBezTo>
                    <a:pt x="14820" y="684"/>
                    <a:pt x="14807" y="710"/>
                    <a:pt x="14805" y="738"/>
                  </a:cubicBezTo>
                  <a:cubicBezTo>
                    <a:pt x="14804" y="766"/>
                    <a:pt x="14813" y="795"/>
                    <a:pt x="14830" y="815"/>
                  </a:cubicBezTo>
                  <a:cubicBezTo>
                    <a:pt x="17954" y="4475"/>
                    <a:pt x="18207" y="9785"/>
                    <a:pt x="15445" y="13726"/>
                  </a:cubicBezTo>
                  <a:cubicBezTo>
                    <a:pt x="13392" y="16656"/>
                    <a:pt x="10118" y="18224"/>
                    <a:pt x="6792" y="18224"/>
                  </a:cubicBezTo>
                  <a:cubicBezTo>
                    <a:pt x="4700" y="18224"/>
                    <a:pt x="2587" y="17604"/>
                    <a:pt x="744" y="16312"/>
                  </a:cubicBezTo>
                  <a:cubicBezTo>
                    <a:pt x="726" y="16299"/>
                    <a:pt x="703" y="16292"/>
                    <a:pt x="681" y="16292"/>
                  </a:cubicBezTo>
                  <a:cubicBezTo>
                    <a:pt x="675" y="16292"/>
                    <a:pt x="670" y="16292"/>
                    <a:pt x="665" y="16293"/>
                  </a:cubicBezTo>
                  <a:cubicBezTo>
                    <a:pt x="637" y="16299"/>
                    <a:pt x="611" y="16315"/>
                    <a:pt x="595" y="16338"/>
                  </a:cubicBezTo>
                  <a:lnTo>
                    <a:pt x="35" y="17136"/>
                  </a:lnTo>
                  <a:cubicBezTo>
                    <a:pt x="1" y="17185"/>
                    <a:pt x="13" y="17250"/>
                    <a:pt x="60" y="17285"/>
                  </a:cubicBezTo>
                  <a:cubicBezTo>
                    <a:pt x="2031" y="18672"/>
                    <a:pt x="4381" y="19417"/>
                    <a:pt x="6789" y="19417"/>
                  </a:cubicBezTo>
                  <a:cubicBezTo>
                    <a:pt x="6794" y="19417"/>
                    <a:pt x="6799" y="19417"/>
                    <a:pt x="6804" y="19417"/>
                  </a:cubicBezTo>
                  <a:cubicBezTo>
                    <a:pt x="6808" y="19417"/>
                    <a:pt x="6812" y="19417"/>
                    <a:pt x="6816" y="19417"/>
                  </a:cubicBezTo>
                  <a:cubicBezTo>
                    <a:pt x="9618" y="19417"/>
                    <a:pt x="12328" y="18415"/>
                    <a:pt x="14455" y="16592"/>
                  </a:cubicBezTo>
                  <a:cubicBezTo>
                    <a:pt x="19378" y="12374"/>
                    <a:pt x="19949" y="4962"/>
                    <a:pt x="15731" y="40"/>
                  </a:cubicBezTo>
                  <a:cubicBezTo>
                    <a:pt x="15713" y="17"/>
                    <a:pt x="15687" y="4"/>
                    <a:pt x="15658" y="1"/>
                  </a:cubicBezTo>
                  <a:cubicBezTo>
                    <a:pt x="15656" y="1"/>
                    <a:pt x="15654" y="1"/>
                    <a:pt x="15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1"/>
            <p:cNvSpPr/>
            <p:nvPr/>
          </p:nvSpPr>
          <p:spPr>
            <a:xfrm>
              <a:off x="5078908" y="464558"/>
              <a:ext cx="1202928" cy="1171258"/>
            </a:xfrm>
            <a:custGeom>
              <a:avLst/>
              <a:gdLst/>
              <a:ahLst/>
              <a:cxnLst/>
              <a:rect l="l" t="t" r="r" b="b"/>
              <a:pathLst>
                <a:path w="26209" h="25519" extrusionOk="0">
                  <a:moveTo>
                    <a:pt x="20582" y="266"/>
                  </a:moveTo>
                  <a:cubicBezTo>
                    <a:pt x="24983" y="5513"/>
                    <a:pt x="25342" y="13053"/>
                    <a:pt x="21458" y="18695"/>
                  </a:cubicBezTo>
                  <a:cubicBezTo>
                    <a:pt x="18502" y="22987"/>
                    <a:pt x="13739" y="25292"/>
                    <a:pt x="8895" y="25292"/>
                  </a:cubicBezTo>
                  <a:cubicBezTo>
                    <a:pt x="5917" y="25292"/>
                    <a:pt x="2908" y="24421"/>
                    <a:pt x="270" y="22605"/>
                  </a:cubicBezTo>
                  <a:lnTo>
                    <a:pt x="270" y="22603"/>
                  </a:lnTo>
                  <a:lnTo>
                    <a:pt x="958" y="21629"/>
                  </a:lnTo>
                  <a:cubicBezTo>
                    <a:pt x="3365" y="23289"/>
                    <a:pt x="6149" y="24110"/>
                    <a:pt x="8925" y="24110"/>
                  </a:cubicBezTo>
                  <a:cubicBezTo>
                    <a:pt x="12147" y="24110"/>
                    <a:pt x="15358" y="23004"/>
                    <a:pt x="17956" y="20819"/>
                  </a:cubicBezTo>
                  <a:cubicBezTo>
                    <a:pt x="23889" y="15832"/>
                    <a:pt x="24657" y="6980"/>
                    <a:pt x="19669" y="1046"/>
                  </a:cubicBezTo>
                  <a:lnTo>
                    <a:pt x="20582" y="266"/>
                  </a:lnTo>
                  <a:close/>
                  <a:moveTo>
                    <a:pt x="20586" y="0"/>
                  </a:moveTo>
                  <a:cubicBezTo>
                    <a:pt x="20561" y="0"/>
                    <a:pt x="20537" y="8"/>
                    <a:pt x="20517" y="25"/>
                  </a:cubicBezTo>
                  <a:lnTo>
                    <a:pt x="19449" y="944"/>
                  </a:lnTo>
                  <a:cubicBezTo>
                    <a:pt x="19428" y="962"/>
                    <a:pt x="19416" y="988"/>
                    <a:pt x="19413" y="1015"/>
                  </a:cubicBezTo>
                  <a:cubicBezTo>
                    <a:pt x="19410" y="1045"/>
                    <a:pt x="19419" y="1073"/>
                    <a:pt x="19439" y="1094"/>
                  </a:cubicBezTo>
                  <a:cubicBezTo>
                    <a:pt x="23530" y="5887"/>
                    <a:pt x="23861" y="12840"/>
                    <a:pt x="20246" y="17999"/>
                  </a:cubicBezTo>
                  <a:cubicBezTo>
                    <a:pt x="17556" y="21837"/>
                    <a:pt x="13269" y="23891"/>
                    <a:pt x="8914" y="23891"/>
                  </a:cubicBezTo>
                  <a:cubicBezTo>
                    <a:pt x="6175" y="23891"/>
                    <a:pt x="3409" y="23078"/>
                    <a:pt x="995" y="21387"/>
                  </a:cubicBezTo>
                  <a:cubicBezTo>
                    <a:pt x="976" y="21373"/>
                    <a:pt x="955" y="21366"/>
                    <a:pt x="932" y="21366"/>
                  </a:cubicBezTo>
                  <a:cubicBezTo>
                    <a:pt x="926" y="21366"/>
                    <a:pt x="920" y="21366"/>
                    <a:pt x="913" y="21367"/>
                  </a:cubicBezTo>
                  <a:cubicBezTo>
                    <a:pt x="886" y="21372"/>
                    <a:pt x="861" y="21388"/>
                    <a:pt x="846" y="21412"/>
                  </a:cubicBezTo>
                  <a:lnTo>
                    <a:pt x="33" y="22570"/>
                  </a:lnTo>
                  <a:cubicBezTo>
                    <a:pt x="1" y="22618"/>
                    <a:pt x="11" y="22684"/>
                    <a:pt x="59" y="22716"/>
                  </a:cubicBezTo>
                  <a:cubicBezTo>
                    <a:pt x="2647" y="24541"/>
                    <a:pt x="5735" y="25519"/>
                    <a:pt x="8901" y="25519"/>
                  </a:cubicBezTo>
                  <a:cubicBezTo>
                    <a:pt x="8910" y="25519"/>
                    <a:pt x="8920" y="25519"/>
                    <a:pt x="8930" y="25519"/>
                  </a:cubicBezTo>
                  <a:lnTo>
                    <a:pt x="8921" y="25519"/>
                  </a:lnTo>
                  <a:cubicBezTo>
                    <a:pt x="12600" y="25519"/>
                    <a:pt x="16158" y="24205"/>
                    <a:pt x="18955" y="21817"/>
                  </a:cubicBezTo>
                  <a:cubicBezTo>
                    <a:pt x="25442" y="16275"/>
                    <a:pt x="26209" y="6524"/>
                    <a:pt x="20667" y="37"/>
                  </a:cubicBezTo>
                  <a:cubicBezTo>
                    <a:pt x="20645" y="13"/>
                    <a:pt x="20616" y="0"/>
                    <a:pt x="20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1"/>
            <p:cNvSpPr/>
            <p:nvPr/>
          </p:nvSpPr>
          <p:spPr>
            <a:xfrm>
              <a:off x="2589611" y="1358779"/>
              <a:ext cx="2569021" cy="2424719"/>
            </a:xfrm>
            <a:custGeom>
              <a:avLst/>
              <a:gdLst/>
              <a:ahLst/>
              <a:cxnLst/>
              <a:rect l="l" t="t" r="r" b="b"/>
              <a:pathLst>
                <a:path w="55973" h="52829" extrusionOk="0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1"/>
            <p:cNvSpPr/>
            <p:nvPr/>
          </p:nvSpPr>
          <p:spPr>
            <a:xfrm>
              <a:off x="2589611" y="1358779"/>
              <a:ext cx="2569021" cy="2424719"/>
            </a:xfrm>
            <a:custGeom>
              <a:avLst/>
              <a:gdLst/>
              <a:ahLst/>
              <a:cxnLst/>
              <a:rect l="l" t="t" r="r" b="b"/>
              <a:pathLst>
                <a:path w="55973" h="52829" extrusionOk="0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2351311" y="1120847"/>
              <a:ext cx="2900722" cy="2900584"/>
            </a:xfrm>
            <a:custGeom>
              <a:avLst/>
              <a:gdLst/>
              <a:ahLst/>
              <a:cxnLst/>
              <a:rect l="l" t="t" r="r" b="b"/>
              <a:pathLst>
                <a:path w="63200" h="63197" extrusionOk="0">
                  <a:moveTo>
                    <a:pt x="31605" y="5395"/>
                  </a:moveTo>
                  <a:cubicBezTo>
                    <a:pt x="37054" y="5395"/>
                    <a:pt x="42286" y="7058"/>
                    <a:pt x="46735" y="10204"/>
                  </a:cubicBezTo>
                  <a:cubicBezTo>
                    <a:pt x="48504" y="11461"/>
                    <a:pt x="50117" y="12933"/>
                    <a:pt x="51525" y="14582"/>
                  </a:cubicBezTo>
                  <a:cubicBezTo>
                    <a:pt x="56071" y="19903"/>
                    <a:pt x="58273" y="26675"/>
                    <a:pt x="57725" y="33650"/>
                  </a:cubicBezTo>
                  <a:cubicBezTo>
                    <a:pt x="57179" y="40628"/>
                    <a:pt x="53946" y="46973"/>
                    <a:pt x="48626" y="51519"/>
                  </a:cubicBezTo>
                  <a:cubicBezTo>
                    <a:pt x="43887" y="55569"/>
                    <a:pt x="37842" y="57799"/>
                    <a:pt x="31608" y="57799"/>
                  </a:cubicBezTo>
                  <a:lnTo>
                    <a:pt x="31605" y="57799"/>
                  </a:lnTo>
                  <a:cubicBezTo>
                    <a:pt x="17159" y="57799"/>
                    <a:pt x="5404" y="46046"/>
                    <a:pt x="5403" y="31600"/>
                  </a:cubicBezTo>
                  <a:cubicBezTo>
                    <a:pt x="5401" y="17151"/>
                    <a:pt x="17153" y="5396"/>
                    <a:pt x="31602" y="5395"/>
                  </a:cubicBezTo>
                  <a:close/>
                  <a:moveTo>
                    <a:pt x="31602" y="5180"/>
                  </a:moveTo>
                  <a:cubicBezTo>
                    <a:pt x="17036" y="5182"/>
                    <a:pt x="5188" y="17034"/>
                    <a:pt x="5190" y="31600"/>
                  </a:cubicBezTo>
                  <a:cubicBezTo>
                    <a:pt x="5191" y="46165"/>
                    <a:pt x="17040" y="58012"/>
                    <a:pt x="31605" y="58012"/>
                  </a:cubicBezTo>
                  <a:lnTo>
                    <a:pt x="31608" y="58012"/>
                  </a:lnTo>
                  <a:cubicBezTo>
                    <a:pt x="37893" y="58012"/>
                    <a:pt x="43987" y="55764"/>
                    <a:pt x="48765" y="51680"/>
                  </a:cubicBezTo>
                  <a:cubicBezTo>
                    <a:pt x="54129" y="47098"/>
                    <a:pt x="57387" y="40701"/>
                    <a:pt x="57938" y="33667"/>
                  </a:cubicBezTo>
                  <a:cubicBezTo>
                    <a:pt x="58491" y="26635"/>
                    <a:pt x="56271" y="19806"/>
                    <a:pt x="51688" y="14443"/>
                  </a:cubicBezTo>
                  <a:cubicBezTo>
                    <a:pt x="50267" y="12781"/>
                    <a:pt x="48643" y="11297"/>
                    <a:pt x="46859" y="10031"/>
                  </a:cubicBezTo>
                  <a:cubicBezTo>
                    <a:pt x="42374" y="6858"/>
                    <a:pt x="37099" y="5180"/>
                    <a:pt x="31605" y="5180"/>
                  </a:cubicBezTo>
                  <a:close/>
                  <a:moveTo>
                    <a:pt x="31608" y="215"/>
                  </a:moveTo>
                  <a:cubicBezTo>
                    <a:pt x="33450" y="215"/>
                    <a:pt x="35305" y="377"/>
                    <a:pt x="37118" y="697"/>
                  </a:cubicBezTo>
                  <a:cubicBezTo>
                    <a:pt x="41631" y="1495"/>
                    <a:pt x="45991" y="3321"/>
                    <a:pt x="49728" y="5974"/>
                  </a:cubicBezTo>
                  <a:cubicBezTo>
                    <a:pt x="51848" y="7476"/>
                    <a:pt x="53778" y="9241"/>
                    <a:pt x="55466" y="11217"/>
                  </a:cubicBezTo>
                  <a:cubicBezTo>
                    <a:pt x="60317" y="16897"/>
                    <a:pt x="62987" y="24138"/>
                    <a:pt x="62986" y="31606"/>
                  </a:cubicBezTo>
                  <a:cubicBezTo>
                    <a:pt x="62981" y="48909"/>
                    <a:pt x="48903" y="62984"/>
                    <a:pt x="31600" y="62984"/>
                  </a:cubicBezTo>
                  <a:lnTo>
                    <a:pt x="31594" y="62984"/>
                  </a:lnTo>
                  <a:cubicBezTo>
                    <a:pt x="23210" y="62981"/>
                    <a:pt x="15331" y="59716"/>
                    <a:pt x="9403" y="53787"/>
                  </a:cubicBezTo>
                  <a:cubicBezTo>
                    <a:pt x="3477" y="47858"/>
                    <a:pt x="215" y="39975"/>
                    <a:pt x="217" y="31593"/>
                  </a:cubicBezTo>
                  <a:cubicBezTo>
                    <a:pt x="218" y="23208"/>
                    <a:pt x="3485" y="15328"/>
                    <a:pt x="9414" y="9402"/>
                  </a:cubicBezTo>
                  <a:cubicBezTo>
                    <a:pt x="15341" y="3477"/>
                    <a:pt x="23219" y="215"/>
                    <a:pt x="31600" y="215"/>
                  </a:cubicBezTo>
                  <a:close/>
                  <a:moveTo>
                    <a:pt x="31600" y="0"/>
                  </a:moveTo>
                  <a:cubicBezTo>
                    <a:pt x="23164" y="0"/>
                    <a:pt x="15230" y="3285"/>
                    <a:pt x="9263" y="9251"/>
                  </a:cubicBezTo>
                  <a:cubicBezTo>
                    <a:pt x="3293" y="15217"/>
                    <a:pt x="5" y="23152"/>
                    <a:pt x="4" y="31591"/>
                  </a:cubicBezTo>
                  <a:cubicBezTo>
                    <a:pt x="1" y="40032"/>
                    <a:pt x="3287" y="47968"/>
                    <a:pt x="9253" y="53937"/>
                  </a:cubicBezTo>
                  <a:cubicBezTo>
                    <a:pt x="15219" y="59906"/>
                    <a:pt x="23154" y="63195"/>
                    <a:pt x="31594" y="63197"/>
                  </a:cubicBezTo>
                  <a:lnTo>
                    <a:pt x="31600" y="63197"/>
                  </a:lnTo>
                  <a:cubicBezTo>
                    <a:pt x="49019" y="63197"/>
                    <a:pt x="63196" y="49025"/>
                    <a:pt x="63199" y="31606"/>
                  </a:cubicBezTo>
                  <a:cubicBezTo>
                    <a:pt x="63200" y="24087"/>
                    <a:pt x="60512" y="16796"/>
                    <a:pt x="55629" y="11078"/>
                  </a:cubicBezTo>
                  <a:cubicBezTo>
                    <a:pt x="53930" y="9089"/>
                    <a:pt x="51985" y="7313"/>
                    <a:pt x="49852" y="5800"/>
                  </a:cubicBezTo>
                  <a:cubicBezTo>
                    <a:pt x="46089" y="3129"/>
                    <a:pt x="41700" y="1291"/>
                    <a:pt x="37156" y="487"/>
                  </a:cubicBezTo>
                  <a:cubicBezTo>
                    <a:pt x="35329" y="164"/>
                    <a:pt x="33463" y="2"/>
                    <a:pt x="3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1"/>
            <p:cNvSpPr/>
            <p:nvPr/>
          </p:nvSpPr>
          <p:spPr>
            <a:xfrm>
              <a:off x="2204255" y="974250"/>
              <a:ext cx="1602741" cy="2506233"/>
            </a:xfrm>
            <a:custGeom>
              <a:avLst/>
              <a:gdLst/>
              <a:ahLst/>
              <a:cxnLst/>
              <a:rect l="l" t="t" r="r" b="b"/>
              <a:pathLst>
                <a:path w="34920" h="54605" extrusionOk="0">
                  <a:moveTo>
                    <a:pt x="34706" y="208"/>
                  </a:moveTo>
                  <a:lnTo>
                    <a:pt x="34706" y="3202"/>
                  </a:lnTo>
                  <a:cubicBezTo>
                    <a:pt x="17332" y="3258"/>
                    <a:pt x="3217" y="17411"/>
                    <a:pt x="3217" y="34797"/>
                  </a:cubicBezTo>
                  <a:cubicBezTo>
                    <a:pt x="3205" y="41173"/>
                    <a:pt x="5134" y="47399"/>
                    <a:pt x="8748" y="52651"/>
                  </a:cubicBezTo>
                  <a:lnTo>
                    <a:pt x="6290" y="54357"/>
                  </a:lnTo>
                  <a:cubicBezTo>
                    <a:pt x="2329" y="48604"/>
                    <a:pt x="215" y="41782"/>
                    <a:pt x="227" y="34797"/>
                  </a:cubicBezTo>
                  <a:cubicBezTo>
                    <a:pt x="227" y="15758"/>
                    <a:pt x="15685" y="264"/>
                    <a:pt x="34706" y="208"/>
                  </a:cubicBezTo>
                  <a:close/>
                  <a:moveTo>
                    <a:pt x="34812" y="1"/>
                  </a:moveTo>
                  <a:cubicBezTo>
                    <a:pt x="15624" y="1"/>
                    <a:pt x="14" y="15605"/>
                    <a:pt x="14" y="34797"/>
                  </a:cubicBezTo>
                  <a:cubicBezTo>
                    <a:pt x="1" y="41858"/>
                    <a:pt x="2148" y="48754"/>
                    <a:pt x="6168" y="54560"/>
                  </a:cubicBezTo>
                  <a:cubicBezTo>
                    <a:pt x="6187" y="54588"/>
                    <a:pt x="6220" y="54604"/>
                    <a:pt x="6256" y="54604"/>
                  </a:cubicBezTo>
                  <a:cubicBezTo>
                    <a:pt x="6275" y="54604"/>
                    <a:pt x="6296" y="54600"/>
                    <a:pt x="6312" y="54590"/>
                  </a:cubicBezTo>
                  <a:lnTo>
                    <a:pt x="8946" y="52772"/>
                  </a:lnTo>
                  <a:cubicBezTo>
                    <a:pt x="8971" y="52755"/>
                    <a:pt x="8986" y="52730"/>
                    <a:pt x="8991" y="52702"/>
                  </a:cubicBezTo>
                  <a:cubicBezTo>
                    <a:pt x="8998" y="52675"/>
                    <a:pt x="8991" y="52645"/>
                    <a:pt x="8974" y="52623"/>
                  </a:cubicBezTo>
                  <a:cubicBezTo>
                    <a:pt x="5347" y="47386"/>
                    <a:pt x="3413" y="41164"/>
                    <a:pt x="3430" y="34796"/>
                  </a:cubicBezTo>
                  <a:cubicBezTo>
                    <a:pt x="3430" y="17487"/>
                    <a:pt x="17506" y="3412"/>
                    <a:pt x="34812" y="3412"/>
                  </a:cubicBezTo>
                  <a:cubicBezTo>
                    <a:pt x="34871" y="3412"/>
                    <a:pt x="34919" y="3364"/>
                    <a:pt x="34919" y="3306"/>
                  </a:cubicBezTo>
                  <a:lnTo>
                    <a:pt x="34919" y="106"/>
                  </a:lnTo>
                  <a:cubicBezTo>
                    <a:pt x="34919" y="48"/>
                    <a:pt x="34871" y="1"/>
                    <a:pt x="34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1"/>
            <p:cNvSpPr/>
            <p:nvPr/>
          </p:nvSpPr>
          <p:spPr>
            <a:xfrm>
              <a:off x="2484873" y="746736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1"/>
            <p:cNvSpPr/>
            <p:nvPr/>
          </p:nvSpPr>
          <p:spPr>
            <a:xfrm>
              <a:off x="2484873" y="852484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8" y="213"/>
                    <a:pt x="107" y="213"/>
                  </a:cubicBezTo>
                  <a:lnTo>
                    <a:pt x="4256" y="213"/>
                  </a:lnTo>
                  <a:cubicBezTo>
                    <a:pt x="4314" y="213"/>
                    <a:pt x="4361" y="166"/>
                    <a:pt x="4361" y="108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1"/>
            <p:cNvSpPr/>
            <p:nvPr/>
          </p:nvSpPr>
          <p:spPr>
            <a:xfrm>
              <a:off x="2484873" y="958278"/>
              <a:ext cx="200205" cy="9868"/>
            </a:xfrm>
            <a:custGeom>
              <a:avLst/>
              <a:gdLst/>
              <a:ahLst/>
              <a:cxnLst/>
              <a:rect l="l" t="t" r="r" b="b"/>
              <a:pathLst>
                <a:path w="4362" h="215" extrusionOk="0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7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1"/>
            <p:cNvSpPr/>
            <p:nvPr/>
          </p:nvSpPr>
          <p:spPr>
            <a:xfrm>
              <a:off x="2484873" y="1063979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1"/>
            <p:cNvSpPr/>
            <p:nvPr/>
          </p:nvSpPr>
          <p:spPr>
            <a:xfrm>
              <a:off x="2484873" y="1169773"/>
              <a:ext cx="200205" cy="9868"/>
            </a:xfrm>
            <a:custGeom>
              <a:avLst/>
              <a:gdLst/>
              <a:ahLst/>
              <a:cxnLst/>
              <a:rect l="l" t="t" r="r" b="b"/>
              <a:pathLst>
                <a:path w="4362" h="215" extrusionOk="0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1"/>
            <p:cNvSpPr/>
            <p:nvPr/>
          </p:nvSpPr>
          <p:spPr>
            <a:xfrm>
              <a:off x="2484873" y="1275613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7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1"/>
            <p:cNvSpPr/>
            <p:nvPr/>
          </p:nvSpPr>
          <p:spPr>
            <a:xfrm>
              <a:off x="2809414" y="746736"/>
              <a:ext cx="200251" cy="9822"/>
            </a:xfrm>
            <a:custGeom>
              <a:avLst/>
              <a:gdLst/>
              <a:ahLst/>
              <a:cxnLst/>
              <a:rect l="l" t="t" r="r" b="b"/>
              <a:pathLst>
                <a:path w="4363" h="214" extrusionOk="0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9" y="214"/>
                    <a:pt x="107" y="214"/>
                  </a:cubicBezTo>
                  <a:lnTo>
                    <a:pt x="4256" y="214"/>
                  </a:lnTo>
                  <a:cubicBezTo>
                    <a:pt x="4315" y="214"/>
                    <a:pt x="4363" y="166"/>
                    <a:pt x="4363" y="108"/>
                  </a:cubicBezTo>
                  <a:cubicBezTo>
                    <a:pt x="4363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1"/>
            <p:cNvSpPr/>
            <p:nvPr/>
          </p:nvSpPr>
          <p:spPr>
            <a:xfrm>
              <a:off x="2809414" y="852484"/>
              <a:ext cx="200251" cy="9822"/>
            </a:xfrm>
            <a:custGeom>
              <a:avLst/>
              <a:gdLst/>
              <a:ahLst/>
              <a:cxnLst/>
              <a:rect l="l" t="t" r="r" b="b"/>
              <a:pathLst>
                <a:path w="4363" h="214" extrusionOk="0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9" y="213"/>
                    <a:pt x="107" y="213"/>
                  </a:cubicBezTo>
                  <a:lnTo>
                    <a:pt x="4256" y="213"/>
                  </a:lnTo>
                  <a:cubicBezTo>
                    <a:pt x="4315" y="213"/>
                    <a:pt x="4363" y="166"/>
                    <a:pt x="4363" y="108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1"/>
            <p:cNvSpPr/>
            <p:nvPr/>
          </p:nvSpPr>
          <p:spPr>
            <a:xfrm>
              <a:off x="2809414" y="958278"/>
              <a:ext cx="200251" cy="9868"/>
            </a:xfrm>
            <a:custGeom>
              <a:avLst/>
              <a:gdLst/>
              <a:ahLst/>
              <a:cxnLst/>
              <a:rect l="l" t="t" r="r" b="b"/>
              <a:pathLst>
                <a:path w="4363" h="215" extrusionOk="0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9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3" y="167"/>
                    <a:pt x="4363" y="107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6102560" y="3278442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1"/>
            <p:cNvSpPr/>
            <p:nvPr/>
          </p:nvSpPr>
          <p:spPr>
            <a:xfrm>
              <a:off x="6102560" y="3384236"/>
              <a:ext cx="200205" cy="9776"/>
            </a:xfrm>
            <a:custGeom>
              <a:avLst/>
              <a:gdLst/>
              <a:ahLst/>
              <a:cxnLst/>
              <a:rect l="l" t="t" r="r" b="b"/>
              <a:pathLst>
                <a:path w="4362" h="213" extrusionOk="0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1"/>
            <p:cNvSpPr/>
            <p:nvPr/>
          </p:nvSpPr>
          <p:spPr>
            <a:xfrm>
              <a:off x="6102560" y="3489984"/>
              <a:ext cx="200205" cy="9822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4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1"/>
            <p:cNvSpPr/>
            <p:nvPr/>
          </p:nvSpPr>
          <p:spPr>
            <a:xfrm>
              <a:off x="2137842" y="3955338"/>
              <a:ext cx="795587" cy="214433"/>
            </a:xfrm>
            <a:custGeom>
              <a:avLst/>
              <a:gdLst/>
              <a:ahLst/>
              <a:cxnLst/>
              <a:rect l="l" t="t" r="r" b="b"/>
              <a:pathLst>
                <a:path w="17334" h="4672" extrusionOk="0">
                  <a:moveTo>
                    <a:pt x="14955" y="215"/>
                  </a:moveTo>
                  <a:cubicBezTo>
                    <a:pt x="14978" y="215"/>
                    <a:pt x="15001" y="215"/>
                    <a:pt x="15024" y="216"/>
                  </a:cubicBezTo>
                  <a:cubicBezTo>
                    <a:pt x="16194" y="253"/>
                    <a:pt x="17114" y="1231"/>
                    <a:pt x="17077" y="2403"/>
                  </a:cubicBezTo>
                  <a:cubicBezTo>
                    <a:pt x="17040" y="3552"/>
                    <a:pt x="16098" y="4458"/>
                    <a:pt x="14957" y="4458"/>
                  </a:cubicBezTo>
                  <a:cubicBezTo>
                    <a:pt x="14934" y="4458"/>
                    <a:pt x="14911" y="4457"/>
                    <a:pt x="14888" y="4456"/>
                  </a:cubicBezTo>
                  <a:lnTo>
                    <a:pt x="2444" y="4456"/>
                  </a:lnTo>
                  <a:cubicBezTo>
                    <a:pt x="2421" y="4457"/>
                    <a:pt x="2398" y="4458"/>
                    <a:pt x="2375" y="4458"/>
                  </a:cubicBezTo>
                  <a:cubicBezTo>
                    <a:pt x="2353" y="4458"/>
                    <a:pt x="2331" y="4457"/>
                    <a:pt x="2308" y="4456"/>
                  </a:cubicBezTo>
                  <a:cubicBezTo>
                    <a:pt x="1138" y="4419"/>
                    <a:pt x="218" y="3440"/>
                    <a:pt x="255" y="2269"/>
                  </a:cubicBezTo>
                  <a:cubicBezTo>
                    <a:pt x="292" y="1120"/>
                    <a:pt x="1234" y="215"/>
                    <a:pt x="2375" y="215"/>
                  </a:cubicBezTo>
                  <a:cubicBezTo>
                    <a:pt x="2398" y="215"/>
                    <a:pt x="2421" y="215"/>
                    <a:pt x="2444" y="216"/>
                  </a:cubicBezTo>
                  <a:lnTo>
                    <a:pt x="14888" y="216"/>
                  </a:lnTo>
                  <a:cubicBezTo>
                    <a:pt x="14911" y="215"/>
                    <a:pt x="14933" y="215"/>
                    <a:pt x="14955" y="215"/>
                  </a:cubicBezTo>
                  <a:close/>
                  <a:moveTo>
                    <a:pt x="2373" y="0"/>
                  </a:moveTo>
                  <a:cubicBezTo>
                    <a:pt x="2350" y="0"/>
                    <a:pt x="2326" y="1"/>
                    <a:pt x="2302" y="2"/>
                  </a:cubicBezTo>
                  <a:cubicBezTo>
                    <a:pt x="1013" y="42"/>
                    <a:pt x="0" y="1118"/>
                    <a:pt x="39" y="2406"/>
                  </a:cubicBezTo>
                  <a:cubicBezTo>
                    <a:pt x="77" y="3672"/>
                    <a:pt x="1115" y="4672"/>
                    <a:pt x="2372" y="4672"/>
                  </a:cubicBezTo>
                  <a:cubicBezTo>
                    <a:pt x="2396" y="4672"/>
                    <a:pt x="2420" y="4672"/>
                    <a:pt x="2444" y="4671"/>
                  </a:cubicBezTo>
                  <a:lnTo>
                    <a:pt x="14888" y="4671"/>
                  </a:lnTo>
                  <a:cubicBezTo>
                    <a:pt x="14912" y="4672"/>
                    <a:pt x="14936" y="4672"/>
                    <a:pt x="14960" y="4672"/>
                  </a:cubicBezTo>
                  <a:cubicBezTo>
                    <a:pt x="14983" y="4672"/>
                    <a:pt x="15007" y="4672"/>
                    <a:pt x="15030" y="4671"/>
                  </a:cubicBezTo>
                  <a:cubicBezTo>
                    <a:pt x="16319" y="4631"/>
                    <a:pt x="17333" y="3554"/>
                    <a:pt x="17293" y="2266"/>
                  </a:cubicBezTo>
                  <a:cubicBezTo>
                    <a:pt x="17255" y="1001"/>
                    <a:pt x="16217" y="0"/>
                    <a:pt x="14960" y="0"/>
                  </a:cubicBezTo>
                  <a:cubicBezTo>
                    <a:pt x="14936" y="0"/>
                    <a:pt x="14912" y="1"/>
                    <a:pt x="14888" y="2"/>
                  </a:cubicBezTo>
                  <a:lnTo>
                    <a:pt x="2444" y="2"/>
                  </a:lnTo>
                  <a:cubicBezTo>
                    <a:pt x="2420" y="1"/>
                    <a:pt x="2396" y="0"/>
                    <a:pt x="2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1"/>
            <p:cNvSpPr/>
            <p:nvPr/>
          </p:nvSpPr>
          <p:spPr>
            <a:xfrm>
              <a:off x="2137842" y="4244539"/>
              <a:ext cx="515567" cy="214387"/>
            </a:xfrm>
            <a:custGeom>
              <a:avLst/>
              <a:gdLst/>
              <a:ahLst/>
              <a:cxnLst/>
              <a:rect l="l" t="t" r="r" b="b"/>
              <a:pathLst>
                <a:path w="11233" h="4671" extrusionOk="0">
                  <a:moveTo>
                    <a:pt x="2375" y="224"/>
                  </a:moveTo>
                  <a:cubicBezTo>
                    <a:pt x="2398" y="224"/>
                    <a:pt x="2421" y="224"/>
                    <a:pt x="2444" y="225"/>
                  </a:cubicBezTo>
                  <a:lnTo>
                    <a:pt x="8931" y="225"/>
                  </a:lnTo>
                  <a:cubicBezTo>
                    <a:pt x="10049" y="261"/>
                    <a:pt x="10949" y="1159"/>
                    <a:pt x="10984" y="2278"/>
                  </a:cubicBezTo>
                  <a:cubicBezTo>
                    <a:pt x="11021" y="3450"/>
                    <a:pt x="10101" y="4430"/>
                    <a:pt x="8931" y="4467"/>
                  </a:cubicBezTo>
                  <a:lnTo>
                    <a:pt x="2310" y="4467"/>
                  </a:lnTo>
                  <a:cubicBezTo>
                    <a:pt x="1138" y="4430"/>
                    <a:pt x="219" y="3450"/>
                    <a:pt x="255" y="2278"/>
                  </a:cubicBezTo>
                  <a:cubicBezTo>
                    <a:pt x="292" y="1130"/>
                    <a:pt x="1234" y="224"/>
                    <a:pt x="2375" y="224"/>
                  </a:cubicBezTo>
                  <a:close/>
                  <a:moveTo>
                    <a:pt x="2302" y="0"/>
                  </a:moveTo>
                  <a:cubicBezTo>
                    <a:pt x="1013" y="40"/>
                    <a:pt x="0" y="1117"/>
                    <a:pt x="39" y="2406"/>
                  </a:cubicBezTo>
                  <a:cubicBezTo>
                    <a:pt x="77" y="3670"/>
                    <a:pt x="1115" y="4671"/>
                    <a:pt x="2372" y="4671"/>
                  </a:cubicBezTo>
                  <a:cubicBezTo>
                    <a:pt x="2396" y="4671"/>
                    <a:pt x="2420" y="4670"/>
                    <a:pt x="2444" y="4670"/>
                  </a:cubicBezTo>
                  <a:lnTo>
                    <a:pt x="8931" y="4670"/>
                  </a:lnTo>
                  <a:cubicBezTo>
                    <a:pt x="10165" y="4632"/>
                    <a:pt x="11157" y="3641"/>
                    <a:pt x="11194" y="2406"/>
                  </a:cubicBezTo>
                  <a:cubicBezTo>
                    <a:pt x="11233" y="1117"/>
                    <a:pt x="10219" y="40"/>
                    <a:pt x="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1"/>
            <p:cNvSpPr/>
            <p:nvPr/>
          </p:nvSpPr>
          <p:spPr>
            <a:xfrm>
              <a:off x="2674384" y="1459524"/>
              <a:ext cx="2371340" cy="2223091"/>
            </a:xfrm>
            <a:custGeom>
              <a:avLst/>
              <a:gdLst/>
              <a:ahLst/>
              <a:cxnLst/>
              <a:rect l="l" t="t" r="r" b="b"/>
              <a:pathLst>
                <a:path w="51666" h="48436" extrusionOk="0">
                  <a:moveTo>
                    <a:pt x="24558" y="216"/>
                  </a:moveTo>
                  <a:cubicBezTo>
                    <a:pt x="24562" y="216"/>
                    <a:pt x="24565" y="216"/>
                    <a:pt x="24569" y="216"/>
                  </a:cubicBezTo>
                  <a:cubicBezTo>
                    <a:pt x="25982" y="216"/>
                    <a:pt x="27393" y="339"/>
                    <a:pt x="28786" y="583"/>
                  </a:cubicBezTo>
                  <a:cubicBezTo>
                    <a:pt x="34253" y="1562"/>
                    <a:pt x="39213" y="4408"/>
                    <a:pt x="42817" y="8633"/>
                  </a:cubicBezTo>
                  <a:cubicBezTo>
                    <a:pt x="46534" y="12984"/>
                    <a:pt x="48573" y="18519"/>
                    <a:pt x="48570" y="24239"/>
                  </a:cubicBezTo>
                  <a:cubicBezTo>
                    <a:pt x="48564" y="37497"/>
                    <a:pt x="37816" y="48241"/>
                    <a:pt x="24559" y="48241"/>
                  </a:cubicBezTo>
                  <a:cubicBezTo>
                    <a:pt x="24555" y="48241"/>
                    <a:pt x="24552" y="48241"/>
                    <a:pt x="24548" y="48241"/>
                  </a:cubicBezTo>
                  <a:cubicBezTo>
                    <a:pt x="11286" y="48235"/>
                    <a:pt x="541" y="37480"/>
                    <a:pt x="546" y="24218"/>
                  </a:cubicBezTo>
                  <a:cubicBezTo>
                    <a:pt x="552" y="10960"/>
                    <a:pt x="11301" y="216"/>
                    <a:pt x="24558" y="216"/>
                  </a:cubicBezTo>
                  <a:close/>
                  <a:moveTo>
                    <a:pt x="24342" y="1"/>
                  </a:moveTo>
                  <a:cubicBezTo>
                    <a:pt x="24266" y="1"/>
                    <a:pt x="24191" y="1"/>
                    <a:pt x="24115" y="2"/>
                  </a:cubicBezTo>
                  <a:cubicBezTo>
                    <a:pt x="10741" y="129"/>
                    <a:pt x="0" y="11072"/>
                    <a:pt x="127" y="24446"/>
                  </a:cubicBezTo>
                  <a:cubicBezTo>
                    <a:pt x="251" y="37742"/>
                    <a:pt x="11068" y="48435"/>
                    <a:pt x="24335" y="48435"/>
                  </a:cubicBezTo>
                  <a:cubicBezTo>
                    <a:pt x="24413" y="48435"/>
                    <a:pt x="24491" y="48435"/>
                    <a:pt x="24569" y="48434"/>
                  </a:cubicBezTo>
                  <a:cubicBezTo>
                    <a:pt x="24571" y="48434"/>
                    <a:pt x="24573" y="48434"/>
                    <a:pt x="24575" y="48434"/>
                  </a:cubicBezTo>
                  <a:cubicBezTo>
                    <a:pt x="30343" y="48434"/>
                    <a:pt x="35919" y="46375"/>
                    <a:pt x="40304" y="42629"/>
                  </a:cubicBezTo>
                  <a:cubicBezTo>
                    <a:pt x="50469" y="33941"/>
                    <a:pt x="51666" y="18660"/>
                    <a:pt x="42979" y="8495"/>
                  </a:cubicBezTo>
                  <a:cubicBezTo>
                    <a:pt x="39342" y="4231"/>
                    <a:pt x="34338" y="1360"/>
                    <a:pt x="28821" y="374"/>
                  </a:cubicBezTo>
                  <a:cubicBezTo>
                    <a:pt x="27417" y="126"/>
                    <a:pt x="25994" y="2"/>
                    <a:pt x="24569" y="2"/>
                  </a:cubicBezTo>
                  <a:cubicBezTo>
                    <a:pt x="24493" y="1"/>
                    <a:pt x="24417" y="1"/>
                    <a:pt x="24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1"/>
            <p:cNvSpPr/>
            <p:nvPr/>
          </p:nvSpPr>
          <p:spPr>
            <a:xfrm>
              <a:off x="2423829" y="1358779"/>
              <a:ext cx="1383167" cy="1903232"/>
            </a:xfrm>
            <a:custGeom>
              <a:avLst/>
              <a:gdLst/>
              <a:ahLst/>
              <a:cxnLst/>
              <a:rect l="l" t="t" r="r" b="b"/>
              <a:pathLst>
                <a:path w="30136" h="41467" extrusionOk="0">
                  <a:moveTo>
                    <a:pt x="29915" y="214"/>
                  </a:moveTo>
                  <a:lnTo>
                    <a:pt x="29915" y="2197"/>
                  </a:lnTo>
                  <a:cubicBezTo>
                    <a:pt x="25070" y="2218"/>
                    <a:pt x="20342" y="3692"/>
                    <a:pt x="16345" y="6427"/>
                  </a:cubicBezTo>
                  <a:cubicBezTo>
                    <a:pt x="5309" y="13978"/>
                    <a:pt x="2483" y="29046"/>
                    <a:pt x="10033" y="40082"/>
                  </a:cubicBezTo>
                  <a:lnTo>
                    <a:pt x="8398" y="41210"/>
                  </a:lnTo>
                  <a:cubicBezTo>
                    <a:pt x="5434" y="36880"/>
                    <a:pt x="3839" y="31760"/>
                    <a:pt x="3818" y="26514"/>
                  </a:cubicBezTo>
                  <a:cubicBezTo>
                    <a:pt x="3762" y="12045"/>
                    <a:pt x="15447" y="270"/>
                    <a:pt x="29915" y="214"/>
                  </a:cubicBezTo>
                  <a:close/>
                  <a:moveTo>
                    <a:pt x="30021" y="1"/>
                  </a:moveTo>
                  <a:cubicBezTo>
                    <a:pt x="24660" y="1"/>
                    <a:pt x="19428" y="1633"/>
                    <a:pt x="15016" y="4679"/>
                  </a:cubicBezTo>
                  <a:cubicBezTo>
                    <a:pt x="3013" y="12967"/>
                    <a:pt x="1" y="29416"/>
                    <a:pt x="8289" y="41419"/>
                  </a:cubicBezTo>
                  <a:cubicBezTo>
                    <a:pt x="8309" y="41448"/>
                    <a:pt x="8342" y="41466"/>
                    <a:pt x="8376" y="41466"/>
                  </a:cubicBezTo>
                  <a:lnTo>
                    <a:pt x="8377" y="41466"/>
                  </a:lnTo>
                  <a:cubicBezTo>
                    <a:pt x="8398" y="41466"/>
                    <a:pt x="8421" y="41460"/>
                    <a:pt x="8438" y="41447"/>
                  </a:cubicBezTo>
                  <a:lnTo>
                    <a:pt x="10249" y="40195"/>
                  </a:lnTo>
                  <a:cubicBezTo>
                    <a:pt x="10273" y="40180"/>
                    <a:pt x="10288" y="40155"/>
                    <a:pt x="10292" y="40128"/>
                  </a:cubicBezTo>
                  <a:cubicBezTo>
                    <a:pt x="10298" y="40099"/>
                    <a:pt x="10292" y="40071"/>
                    <a:pt x="10274" y="40049"/>
                  </a:cubicBezTo>
                  <a:cubicBezTo>
                    <a:pt x="7508" y="36039"/>
                    <a:pt x="6025" y="31283"/>
                    <a:pt x="6025" y="26412"/>
                  </a:cubicBezTo>
                  <a:cubicBezTo>
                    <a:pt x="6026" y="13157"/>
                    <a:pt x="16770" y="2411"/>
                    <a:pt x="30025" y="2411"/>
                  </a:cubicBezTo>
                  <a:cubicBezTo>
                    <a:pt x="30026" y="2411"/>
                    <a:pt x="30027" y="2411"/>
                    <a:pt x="30028" y="2411"/>
                  </a:cubicBezTo>
                  <a:cubicBezTo>
                    <a:pt x="30086" y="2410"/>
                    <a:pt x="30134" y="2362"/>
                    <a:pt x="30135" y="2304"/>
                  </a:cubicBezTo>
                  <a:lnTo>
                    <a:pt x="30135" y="108"/>
                  </a:lnTo>
                  <a:cubicBezTo>
                    <a:pt x="30134" y="50"/>
                    <a:pt x="30086" y="2"/>
                    <a:pt x="30028" y="1"/>
                  </a:cubicBezTo>
                  <a:cubicBezTo>
                    <a:pt x="30025" y="1"/>
                    <a:pt x="30023" y="1"/>
                    <a:pt x="30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1"/>
            <p:cNvSpPr/>
            <p:nvPr/>
          </p:nvSpPr>
          <p:spPr>
            <a:xfrm>
              <a:off x="3991321" y="1377322"/>
              <a:ext cx="513409" cy="295259"/>
            </a:xfrm>
            <a:custGeom>
              <a:avLst/>
              <a:gdLst/>
              <a:ahLst/>
              <a:cxnLst/>
              <a:rect l="l" t="t" r="r" b="b"/>
              <a:pathLst>
                <a:path w="11186" h="6433" extrusionOk="0">
                  <a:moveTo>
                    <a:pt x="587" y="233"/>
                  </a:moveTo>
                  <a:cubicBezTo>
                    <a:pt x="4305" y="904"/>
                    <a:pt x="7830" y="2383"/>
                    <a:pt x="10917" y="4563"/>
                  </a:cubicBezTo>
                  <a:lnTo>
                    <a:pt x="9769" y="6182"/>
                  </a:lnTo>
                  <a:cubicBezTo>
                    <a:pt x="6921" y="4169"/>
                    <a:pt x="3666" y="2806"/>
                    <a:pt x="232" y="2185"/>
                  </a:cubicBezTo>
                  <a:lnTo>
                    <a:pt x="587" y="233"/>
                  </a:lnTo>
                  <a:close/>
                  <a:moveTo>
                    <a:pt x="496" y="1"/>
                  </a:moveTo>
                  <a:cubicBezTo>
                    <a:pt x="444" y="1"/>
                    <a:pt x="400" y="37"/>
                    <a:pt x="390" y="90"/>
                  </a:cubicBezTo>
                  <a:lnTo>
                    <a:pt x="5" y="2250"/>
                  </a:lnTo>
                  <a:cubicBezTo>
                    <a:pt x="0" y="2278"/>
                    <a:pt x="6" y="2307"/>
                    <a:pt x="21" y="2331"/>
                  </a:cubicBezTo>
                  <a:cubicBezTo>
                    <a:pt x="39" y="2354"/>
                    <a:pt x="64" y="2369"/>
                    <a:pt x="93" y="2374"/>
                  </a:cubicBezTo>
                  <a:cubicBezTo>
                    <a:pt x="3566" y="2986"/>
                    <a:pt x="6860" y="4366"/>
                    <a:pt x="9733" y="6413"/>
                  </a:cubicBezTo>
                  <a:cubicBezTo>
                    <a:pt x="9751" y="6425"/>
                    <a:pt x="9774" y="6433"/>
                    <a:pt x="9794" y="6433"/>
                  </a:cubicBezTo>
                  <a:lnTo>
                    <a:pt x="9794" y="6431"/>
                  </a:lnTo>
                  <a:lnTo>
                    <a:pt x="9803" y="6430"/>
                  </a:lnTo>
                  <a:cubicBezTo>
                    <a:pt x="9832" y="6425"/>
                    <a:pt x="9855" y="6410"/>
                    <a:pt x="9872" y="6386"/>
                  </a:cubicBezTo>
                  <a:lnTo>
                    <a:pt x="11151" y="4591"/>
                  </a:lnTo>
                  <a:lnTo>
                    <a:pt x="11152" y="4591"/>
                  </a:lnTo>
                  <a:cubicBezTo>
                    <a:pt x="11185" y="4543"/>
                    <a:pt x="11173" y="4476"/>
                    <a:pt x="11125" y="4442"/>
                  </a:cubicBezTo>
                  <a:cubicBezTo>
                    <a:pt x="7962" y="2192"/>
                    <a:pt x="4337" y="676"/>
                    <a:pt x="514" y="2"/>
                  </a:cubicBezTo>
                  <a:lnTo>
                    <a:pt x="512" y="2"/>
                  </a:lnTo>
                  <a:cubicBezTo>
                    <a:pt x="507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1"/>
            <p:cNvSpPr/>
            <p:nvPr/>
          </p:nvSpPr>
          <p:spPr>
            <a:xfrm>
              <a:off x="4050574" y="998576"/>
              <a:ext cx="676575" cy="397381"/>
            </a:xfrm>
            <a:custGeom>
              <a:avLst/>
              <a:gdLst/>
              <a:ahLst/>
              <a:cxnLst/>
              <a:rect l="l" t="t" r="r" b="b"/>
              <a:pathLst>
                <a:path w="14741" h="8658" extrusionOk="0">
                  <a:moveTo>
                    <a:pt x="761" y="232"/>
                  </a:moveTo>
                  <a:cubicBezTo>
                    <a:pt x="5695" y="1113"/>
                    <a:pt x="10375" y="3071"/>
                    <a:pt x="14467" y="5967"/>
                  </a:cubicBezTo>
                  <a:lnTo>
                    <a:pt x="12741" y="8401"/>
                  </a:lnTo>
                  <a:cubicBezTo>
                    <a:pt x="9008" y="5763"/>
                    <a:pt x="4739" y="3976"/>
                    <a:pt x="238" y="3171"/>
                  </a:cubicBezTo>
                  <a:lnTo>
                    <a:pt x="761" y="232"/>
                  </a:lnTo>
                  <a:close/>
                  <a:moveTo>
                    <a:pt x="679" y="1"/>
                  </a:moveTo>
                  <a:cubicBezTo>
                    <a:pt x="629" y="1"/>
                    <a:pt x="584" y="37"/>
                    <a:pt x="575" y="89"/>
                  </a:cubicBezTo>
                  <a:lnTo>
                    <a:pt x="11" y="3239"/>
                  </a:lnTo>
                  <a:cubicBezTo>
                    <a:pt x="0" y="3296"/>
                    <a:pt x="37" y="3352"/>
                    <a:pt x="95" y="3363"/>
                  </a:cubicBezTo>
                  <a:cubicBezTo>
                    <a:pt x="4640" y="4159"/>
                    <a:pt x="8947" y="5962"/>
                    <a:pt x="12705" y="8638"/>
                  </a:cubicBezTo>
                  <a:cubicBezTo>
                    <a:pt x="12723" y="8651"/>
                    <a:pt x="12744" y="8657"/>
                    <a:pt x="12766" y="8657"/>
                  </a:cubicBezTo>
                  <a:lnTo>
                    <a:pt x="12766" y="8657"/>
                  </a:lnTo>
                  <a:lnTo>
                    <a:pt x="12789" y="8654"/>
                  </a:lnTo>
                  <a:cubicBezTo>
                    <a:pt x="12817" y="8651"/>
                    <a:pt x="12841" y="8635"/>
                    <a:pt x="12857" y="8613"/>
                  </a:cubicBezTo>
                  <a:lnTo>
                    <a:pt x="14705" y="6003"/>
                  </a:lnTo>
                  <a:cubicBezTo>
                    <a:pt x="14706" y="6003"/>
                    <a:pt x="14706" y="6001"/>
                    <a:pt x="14706" y="6001"/>
                  </a:cubicBezTo>
                  <a:cubicBezTo>
                    <a:pt x="14741" y="5953"/>
                    <a:pt x="14729" y="5886"/>
                    <a:pt x="14679" y="5852"/>
                  </a:cubicBezTo>
                  <a:cubicBezTo>
                    <a:pt x="10513" y="2886"/>
                    <a:pt x="5737" y="887"/>
                    <a:pt x="698" y="4"/>
                  </a:cubicBezTo>
                  <a:cubicBezTo>
                    <a:pt x="698" y="4"/>
                    <a:pt x="697" y="4"/>
                    <a:pt x="695" y="2"/>
                  </a:cubicBezTo>
                  <a:cubicBezTo>
                    <a:pt x="690" y="1"/>
                    <a:pt x="685" y="1"/>
                    <a:pt x="679" y="1"/>
                  </a:cubicBezTo>
                  <a:close/>
                  <a:moveTo>
                    <a:pt x="12766" y="8657"/>
                  </a:moveTo>
                  <a:lnTo>
                    <a:pt x="12766" y="8657"/>
                  </a:lnTo>
                  <a:lnTo>
                    <a:pt x="12768" y="8657"/>
                  </a:lnTo>
                  <a:cubicBezTo>
                    <a:pt x="12767" y="8657"/>
                    <a:pt x="12767" y="8657"/>
                    <a:pt x="12766" y="86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1"/>
            <p:cNvSpPr/>
            <p:nvPr/>
          </p:nvSpPr>
          <p:spPr>
            <a:xfrm>
              <a:off x="3102929" y="1782000"/>
              <a:ext cx="2055703" cy="2001498"/>
            </a:xfrm>
            <a:custGeom>
              <a:avLst/>
              <a:gdLst/>
              <a:ahLst/>
              <a:cxnLst/>
              <a:rect l="l" t="t" r="r" b="b"/>
              <a:pathLst>
                <a:path w="44789" h="43608" extrusionOk="0">
                  <a:moveTo>
                    <a:pt x="35221" y="253"/>
                  </a:moveTo>
                  <a:cubicBezTo>
                    <a:pt x="42892" y="9311"/>
                    <a:pt x="43516" y="22394"/>
                    <a:pt x="36741" y="32143"/>
                  </a:cubicBezTo>
                  <a:cubicBezTo>
                    <a:pt x="31650" y="39466"/>
                    <a:pt x="23494" y="43392"/>
                    <a:pt x="15202" y="43392"/>
                  </a:cubicBezTo>
                  <a:cubicBezTo>
                    <a:pt x="10041" y="43392"/>
                    <a:pt x="4828" y="41871"/>
                    <a:pt x="270" y="38703"/>
                  </a:cubicBezTo>
                  <a:lnTo>
                    <a:pt x="1413" y="37074"/>
                  </a:lnTo>
                  <a:cubicBezTo>
                    <a:pt x="5584" y="39973"/>
                    <a:pt x="10415" y="41407"/>
                    <a:pt x="15233" y="41407"/>
                  </a:cubicBezTo>
                  <a:cubicBezTo>
                    <a:pt x="20820" y="41407"/>
                    <a:pt x="26389" y="39478"/>
                    <a:pt x="30885" y="35670"/>
                  </a:cubicBezTo>
                  <a:cubicBezTo>
                    <a:pt x="41089" y="27028"/>
                    <a:pt x="42356" y="11750"/>
                    <a:pt x="33712" y="1545"/>
                  </a:cubicBezTo>
                  <a:lnTo>
                    <a:pt x="35221" y="253"/>
                  </a:lnTo>
                  <a:close/>
                  <a:moveTo>
                    <a:pt x="35234" y="1"/>
                  </a:moveTo>
                  <a:cubicBezTo>
                    <a:pt x="35208" y="1"/>
                    <a:pt x="35182" y="10"/>
                    <a:pt x="35163" y="26"/>
                  </a:cubicBezTo>
                  <a:lnTo>
                    <a:pt x="33494" y="1456"/>
                  </a:lnTo>
                  <a:cubicBezTo>
                    <a:pt x="33473" y="1475"/>
                    <a:pt x="33459" y="1500"/>
                    <a:pt x="33455" y="1529"/>
                  </a:cubicBezTo>
                  <a:cubicBezTo>
                    <a:pt x="33453" y="1557"/>
                    <a:pt x="33462" y="1585"/>
                    <a:pt x="33480" y="1607"/>
                  </a:cubicBezTo>
                  <a:cubicBezTo>
                    <a:pt x="40600" y="9935"/>
                    <a:pt x="41176" y="22028"/>
                    <a:pt x="34880" y="30995"/>
                  </a:cubicBezTo>
                  <a:cubicBezTo>
                    <a:pt x="30209" y="37645"/>
                    <a:pt x="22774" y="41202"/>
                    <a:pt x="15220" y="41202"/>
                  </a:cubicBezTo>
                  <a:cubicBezTo>
                    <a:pt x="10456" y="41202"/>
                    <a:pt x="5644" y="39787"/>
                    <a:pt x="1449" y="36842"/>
                  </a:cubicBezTo>
                  <a:cubicBezTo>
                    <a:pt x="1430" y="36829"/>
                    <a:pt x="1409" y="36822"/>
                    <a:pt x="1387" y="36822"/>
                  </a:cubicBezTo>
                  <a:cubicBezTo>
                    <a:pt x="1381" y="36822"/>
                    <a:pt x="1374" y="36823"/>
                    <a:pt x="1368" y="36824"/>
                  </a:cubicBezTo>
                  <a:cubicBezTo>
                    <a:pt x="1340" y="36828"/>
                    <a:pt x="1315" y="36845"/>
                    <a:pt x="1300" y="36868"/>
                  </a:cubicBezTo>
                  <a:lnTo>
                    <a:pt x="33" y="38670"/>
                  </a:lnTo>
                  <a:cubicBezTo>
                    <a:pt x="0" y="38719"/>
                    <a:pt x="14" y="38786"/>
                    <a:pt x="61" y="38820"/>
                  </a:cubicBezTo>
                  <a:cubicBezTo>
                    <a:pt x="4485" y="41935"/>
                    <a:pt x="9764" y="43607"/>
                    <a:pt x="15174" y="43607"/>
                  </a:cubicBezTo>
                  <a:cubicBezTo>
                    <a:pt x="15193" y="43607"/>
                    <a:pt x="15213" y="43607"/>
                    <a:pt x="15232" y="43607"/>
                  </a:cubicBezTo>
                  <a:cubicBezTo>
                    <a:pt x="21524" y="43607"/>
                    <a:pt x="27609" y="41362"/>
                    <a:pt x="32392" y="37275"/>
                  </a:cubicBezTo>
                  <a:cubicBezTo>
                    <a:pt x="43481" y="27798"/>
                    <a:pt x="44789" y="11126"/>
                    <a:pt x="35312" y="38"/>
                  </a:cubicBezTo>
                  <a:cubicBezTo>
                    <a:pt x="35294" y="16"/>
                    <a:pt x="35267" y="4"/>
                    <a:pt x="35240" y="1"/>
                  </a:cubicBezTo>
                  <a:cubicBezTo>
                    <a:pt x="35238" y="1"/>
                    <a:pt x="35236" y="1"/>
                    <a:pt x="35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1"/>
            <p:cNvSpPr/>
            <p:nvPr/>
          </p:nvSpPr>
          <p:spPr>
            <a:xfrm>
              <a:off x="2882162" y="1532226"/>
              <a:ext cx="2516881" cy="2635939"/>
            </a:xfrm>
            <a:custGeom>
              <a:avLst/>
              <a:gdLst/>
              <a:ahLst/>
              <a:cxnLst/>
              <a:rect l="l" t="t" r="r" b="b"/>
              <a:pathLst>
                <a:path w="54837" h="57431" extrusionOk="0">
                  <a:moveTo>
                    <a:pt x="46402" y="248"/>
                  </a:moveTo>
                  <a:cubicBezTo>
                    <a:pt x="51708" y="6497"/>
                    <a:pt x="54622" y="14429"/>
                    <a:pt x="54621" y="22627"/>
                  </a:cubicBezTo>
                  <a:cubicBezTo>
                    <a:pt x="54621" y="41697"/>
                    <a:pt x="39109" y="57210"/>
                    <a:pt x="20042" y="57210"/>
                  </a:cubicBezTo>
                  <a:cubicBezTo>
                    <a:pt x="20018" y="57210"/>
                    <a:pt x="19994" y="57210"/>
                    <a:pt x="19969" y="57210"/>
                  </a:cubicBezTo>
                  <a:cubicBezTo>
                    <a:pt x="12922" y="57210"/>
                    <a:pt x="6044" y="55043"/>
                    <a:pt x="269" y="51003"/>
                  </a:cubicBezTo>
                  <a:lnTo>
                    <a:pt x="1984" y="48571"/>
                  </a:lnTo>
                  <a:cubicBezTo>
                    <a:pt x="7259" y="52259"/>
                    <a:pt x="13540" y="54235"/>
                    <a:pt x="19977" y="54235"/>
                  </a:cubicBezTo>
                  <a:cubicBezTo>
                    <a:pt x="19998" y="54235"/>
                    <a:pt x="20020" y="54235"/>
                    <a:pt x="20042" y="54235"/>
                  </a:cubicBezTo>
                  <a:cubicBezTo>
                    <a:pt x="37461" y="54235"/>
                    <a:pt x="51634" y="40062"/>
                    <a:pt x="51634" y="22640"/>
                  </a:cubicBezTo>
                  <a:cubicBezTo>
                    <a:pt x="51635" y="15149"/>
                    <a:pt x="48978" y="7901"/>
                    <a:pt x="44133" y="2187"/>
                  </a:cubicBezTo>
                  <a:lnTo>
                    <a:pt x="46402" y="248"/>
                  </a:lnTo>
                  <a:close/>
                  <a:moveTo>
                    <a:pt x="46414" y="0"/>
                  </a:moveTo>
                  <a:cubicBezTo>
                    <a:pt x="46389" y="0"/>
                    <a:pt x="46365" y="8"/>
                    <a:pt x="46345" y="25"/>
                  </a:cubicBezTo>
                  <a:lnTo>
                    <a:pt x="43914" y="2103"/>
                  </a:lnTo>
                  <a:cubicBezTo>
                    <a:pt x="43892" y="2121"/>
                    <a:pt x="43878" y="2148"/>
                    <a:pt x="43877" y="2176"/>
                  </a:cubicBezTo>
                  <a:cubicBezTo>
                    <a:pt x="43875" y="2204"/>
                    <a:pt x="43884" y="2231"/>
                    <a:pt x="43900" y="2254"/>
                  </a:cubicBezTo>
                  <a:cubicBezTo>
                    <a:pt x="48753" y="7935"/>
                    <a:pt x="51420" y="15161"/>
                    <a:pt x="51420" y="22634"/>
                  </a:cubicBezTo>
                  <a:cubicBezTo>
                    <a:pt x="51420" y="39942"/>
                    <a:pt x="37343" y="54016"/>
                    <a:pt x="20042" y="54016"/>
                  </a:cubicBezTo>
                  <a:cubicBezTo>
                    <a:pt x="20020" y="54017"/>
                    <a:pt x="19999" y="54017"/>
                    <a:pt x="19977" y="54017"/>
                  </a:cubicBezTo>
                  <a:cubicBezTo>
                    <a:pt x="13550" y="54017"/>
                    <a:pt x="7277" y="52030"/>
                    <a:pt x="2020" y="48329"/>
                  </a:cubicBezTo>
                  <a:cubicBezTo>
                    <a:pt x="2000" y="48316"/>
                    <a:pt x="1978" y="48310"/>
                    <a:pt x="1955" y="48310"/>
                  </a:cubicBezTo>
                  <a:cubicBezTo>
                    <a:pt x="1950" y="48310"/>
                    <a:pt x="1946" y="48310"/>
                    <a:pt x="1941" y="48311"/>
                  </a:cubicBezTo>
                  <a:cubicBezTo>
                    <a:pt x="1913" y="48317"/>
                    <a:pt x="1887" y="48332"/>
                    <a:pt x="1871" y="48354"/>
                  </a:cubicBezTo>
                  <a:lnTo>
                    <a:pt x="35" y="50973"/>
                  </a:lnTo>
                  <a:lnTo>
                    <a:pt x="34" y="50973"/>
                  </a:lnTo>
                  <a:cubicBezTo>
                    <a:pt x="1" y="51022"/>
                    <a:pt x="13" y="51088"/>
                    <a:pt x="60" y="51122"/>
                  </a:cubicBezTo>
                  <a:cubicBezTo>
                    <a:pt x="5891" y="55228"/>
                    <a:pt x="12847" y="57431"/>
                    <a:pt x="19977" y="57431"/>
                  </a:cubicBezTo>
                  <a:cubicBezTo>
                    <a:pt x="19999" y="57431"/>
                    <a:pt x="20020" y="57431"/>
                    <a:pt x="20042" y="57431"/>
                  </a:cubicBezTo>
                  <a:cubicBezTo>
                    <a:pt x="39227" y="57431"/>
                    <a:pt x="54834" y="41833"/>
                    <a:pt x="54834" y="22642"/>
                  </a:cubicBezTo>
                  <a:cubicBezTo>
                    <a:pt x="54837" y="14354"/>
                    <a:pt x="51880" y="6339"/>
                    <a:pt x="46496" y="37"/>
                  </a:cubicBezTo>
                  <a:cubicBezTo>
                    <a:pt x="46474" y="13"/>
                    <a:pt x="46444" y="0"/>
                    <a:pt x="46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1"/>
            <p:cNvSpPr/>
            <p:nvPr/>
          </p:nvSpPr>
          <p:spPr>
            <a:xfrm>
              <a:off x="3264580" y="4230402"/>
              <a:ext cx="1204580" cy="413353"/>
            </a:xfrm>
            <a:custGeom>
              <a:avLst/>
              <a:gdLst/>
              <a:ahLst/>
              <a:cxnLst/>
              <a:rect l="l" t="t" r="r" b="b"/>
              <a:pathLst>
                <a:path w="26245" h="9006" extrusionOk="0">
                  <a:moveTo>
                    <a:pt x="17061" y="0"/>
                  </a:moveTo>
                  <a:lnTo>
                    <a:pt x="17061" y="0"/>
                  </a:lnTo>
                  <a:cubicBezTo>
                    <a:pt x="17061" y="0"/>
                    <a:pt x="17117" y="119"/>
                    <a:pt x="17242" y="359"/>
                  </a:cubicBezTo>
                  <a:lnTo>
                    <a:pt x="17242" y="359"/>
                  </a:lnTo>
                  <a:cubicBezTo>
                    <a:pt x="17153" y="141"/>
                    <a:pt x="17061" y="0"/>
                    <a:pt x="17061" y="0"/>
                  </a:cubicBezTo>
                  <a:close/>
                  <a:moveTo>
                    <a:pt x="11117" y="2239"/>
                  </a:moveTo>
                  <a:cubicBezTo>
                    <a:pt x="11117" y="2239"/>
                    <a:pt x="11129" y="2249"/>
                    <a:pt x="11150" y="2265"/>
                  </a:cubicBezTo>
                  <a:lnTo>
                    <a:pt x="11150" y="2265"/>
                  </a:lnTo>
                  <a:cubicBezTo>
                    <a:pt x="11131" y="2248"/>
                    <a:pt x="11117" y="2239"/>
                    <a:pt x="11117" y="2239"/>
                  </a:cubicBezTo>
                  <a:close/>
                  <a:moveTo>
                    <a:pt x="17242" y="359"/>
                  </a:moveTo>
                  <a:cubicBezTo>
                    <a:pt x="17434" y="828"/>
                    <a:pt x="17614" y="1653"/>
                    <a:pt x="16847" y="2202"/>
                  </a:cubicBezTo>
                  <a:cubicBezTo>
                    <a:pt x="16597" y="2382"/>
                    <a:pt x="16350" y="2452"/>
                    <a:pt x="16118" y="2452"/>
                  </a:cubicBezTo>
                  <a:cubicBezTo>
                    <a:pt x="15307" y="2452"/>
                    <a:pt x="14668" y="1599"/>
                    <a:pt x="14668" y="1599"/>
                  </a:cubicBezTo>
                  <a:lnTo>
                    <a:pt x="14668" y="1599"/>
                  </a:lnTo>
                  <a:cubicBezTo>
                    <a:pt x="14668" y="1599"/>
                    <a:pt x="15048" y="3076"/>
                    <a:pt x="14335" y="3661"/>
                  </a:cubicBezTo>
                  <a:cubicBezTo>
                    <a:pt x="14244" y="3735"/>
                    <a:pt x="14125" y="3768"/>
                    <a:pt x="13986" y="3768"/>
                  </a:cubicBezTo>
                  <a:cubicBezTo>
                    <a:pt x="13101" y="3768"/>
                    <a:pt x="11407" y="2466"/>
                    <a:pt x="11150" y="2265"/>
                  </a:cubicBezTo>
                  <a:lnTo>
                    <a:pt x="11150" y="2265"/>
                  </a:lnTo>
                  <a:cubicBezTo>
                    <a:pt x="11250" y="2355"/>
                    <a:pt x="11512" y="2688"/>
                    <a:pt x="11004" y="3405"/>
                  </a:cubicBezTo>
                  <a:cubicBezTo>
                    <a:pt x="10841" y="3635"/>
                    <a:pt x="10477" y="3720"/>
                    <a:pt x="10031" y="3720"/>
                  </a:cubicBezTo>
                  <a:cubicBezTo>
                    <a:pt x="8815" y="3720"/>
                    <a:pt x="6993" y="3094"/>
                    <a:pt x="6993" y="3094"/>
                  </a:cubicBezTo>
                  <a:lnTo>
                    <a:pt x="1" y="1599"/>
                  </a:lnTo>
                  <a:lnTo>
                    <a:pt x="26245" y="9005"/>
                  </a:lnTo>
                  <a:lnTo>
                    <a:pt x="26245" y="9005"/>
                  </a:lnTo>
                  <a:lnTo>
                    <a:pt x="23185" y="6882"/>
                  </a:lnTo>
                  <a:cubicBezTo>
                    <a:pt x="23185" y="6882"/>
                    <a:pt x="23179" y="6882"/>
                    <a:pt x="23168" y="6882"/>
                  </a:cubicBezTo>
                  <a:cubicBezTo>
                    <a:pt x="22978" y="6882"/>
                    <a:pt x="21242" y="6808"/>
                    <a:pt x="19524" y="4169"/>
                  </a:cubicBezTo>
                  <a:cubicBezTo>
                    <a:pt x="18240" y="2197"/>
                    <a:pt x="17542" y="933"/>
                    <a:pt x="17242" y="3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1"/>
            <p:cNvSpPr/>
            <p:nvPr/>
          </p:nvSpPr>
          <p:spPr>
            <a:xfrm>
              <a:off x="3259347" y="4225583"/>
              <a:ext cx="1215641" cy="423542"/>
            </a:xfrm>
            <a:custGeom>
              <a:avLst/>
              <a:gdLst/>
              <a:ahLst/>
              <a:cxnLst/>
              <a:rect l="l" t="t" r="r" b="b"/>
              <a:pathLst>
                <a:path w="26486" h="9228" extrusionOk="0">
                  <a:moveTo>
                    <a:pt x="17619" y="1165"/>
                  </a:moveTo>
                  <a:lnTo>
                    <a:pt x="17619" y="1165"/>
                  </a:lnTo>
                  <a:cubicBezTo>
                    <a:pt x="18010" y="1862"/>
                    <a:pt x="18636" y="2915"/>
                    <a:pt x="19553" y="4323"/>
                  </a:cubicBezTo>
                  <a:cubicBezTo>
                    <a:pt x="21265" y="6960"/>
                    <a:pt x="22988" y="7096"/>
                    <a:pt x="23272" y="7096"/>
                  </a:cubicBezTo>
                  <a:lnTo>
                    <a:pt x="25786" y="8844"/>
                  </a:lnTo>
                  <a:lnTo>
                    <a:pt x="3332" y="2508"/>
                  </a:lnTo>
                  <a:lnTo>
                    <a:pt x="7082" y="3299"/>
                  </a:lnTo>
                  <a:cubicBezTo>
                    <a:pt x="7333" y="3385"/>
                    <a:pt x="8969" y="3931"/>
                    <a:pt x="10136" y="3931"/>
                  </a:cubicBezTo>
                  <a:cubicBezTo>
                    <a:pt x="10623" y="3931"/>
                    <a:pt x="11028" y="3836"/>
                    <a:pt x="11216" y="3573"/>
                  </a:cubicBezTo>
                  <a:cubicBezTo>
                    <a:pt x="11419" y="3327"/>
                    <a:pt x="11532" y="3020"/>
                    <a:pt x="11537" y="2702"/>
                  </a:cubicBezTo>
                  <a:cubicBezTo>
                    <a:pt x="12145" y="3154"/>
                    <a:pt x="13355" y="3969"/>
                    <a:pt x="14106" y="3969"/>
                  </a:cubicBezTo>
                  <a:cubicBezTo>
                    <a:pt x="14270" y="3969"/>
                    <a:pt x="14412" y="3931"/>
                    <a:pt x="14522" y="3841"/>
                  </a:cubicBezTo>
                  <a:cubicBezTo>
                    <a:pt x="15053" y="3403"/>
                    <a:pt x="15027" y="2542"/>
                    <a:pt x="14960" y="2045"/>
                  </a:cubicBezTo>
                  <a:lnTo>
                    <a:pt x="14960" y="2045"/>
                  </a:lnTo>
                  <a:cubicBezTo>
                    <a:pt x="15231" y="2307"/>
                    <a:pt x="15692" y="2655"/>
                    <a:pt x="16228" y="2655"/>
                  </a:cubicBezTo>
                  <a:cubicBezTo>
                    <a:pt x="16478" y="2655"/>
                    <a:pt x="16744" y="2580"/>
                    <a:pt x="17014" y="2386"/>
                  </a:cubicBezTo>
                  <a:cubicBezTo>
                    <a:pt x="17421" y="2117"/>
                    <a:pt x="17650" y="1651"/>
                    <a:pt x="17619" y="1165"/>
                  </a:cubicBezTo>
                  <a:close/>
                  <a:moveTo>
                    <a:pt x="17163" y="0"/>
                  </a:moveTo>
                  <a:cubicBezTo>
                    <a:pt x="17148" y="0"/>
                    <a:pt x="17132" y="4"/>
                    <a:pt x="17117" y="11"/>
                  </a:cubicBezTo>
                  <a:cubicBezTo>
                    <a:pt x="17063" y="37"/>
                    <a:pt x="17043" y="101"/>
                    <a:pt x="17068" y="154"/>
                  </a:cubicBezTo>
                  <a:cubicBezTo>
                    <a:pt x="17069" y="159"/>
                    <a:pt x="17127" y="278"/>
                    <a:pt x="17251" y="512"/>
                  </a:cubicBezTo>
                  <a:cubicBezTo>
                    <a:pt x="17433" y="939"/>
                    <a:pt x="17596" y="1709"/>
                    <a:pt x="16886" y="2218"/>
                  </a:cubicBezTo>
                  <a:cubicBezTo>
                    <a:pt x="16656" y="2383"/>
                    <a:pt x="16429" y="2447"/>
                    <a:pt x="16215" y="2447"/>
                  </a:cubicBezTo>
                  <a:cubicBezTo>
                    <a:pt x="15478" y="2447"/>
                    <a:pt x="14898" y="1678"/>
                    <a:pt x="14867" y="1636"/>
                  </a:cubicBezTo>
                  <a:cubicBezTo>
                    <a:pt x="14847" y="1610"/>
                    <a:pt x="14816" y="1596"/>
                    <a:pt x="14785" y="1596"/>
                  </a:cubicBezTo>
                  <a:cubicBezTo>
                    <a:pt x="14776" y="1596"/>
                    <a:pt x="14768" y="1597"/>
                    <a:pt x="14760" y="1598"/>
                  </a:cubicBezTo>
                  <a:cubicBezTo>
                    <a:pt x="14702" y="1610"/>
                    <a:pt x="14666" y="1668"/>
                    <a:pt x="14680" y="1725"/>
                  </a:cubicBezTo>
                  <a:cubicBezTo>
                    <a:pt x="14681" y="1740"/>
                    <a:pt x="15021" y="3145"/>
                    <a:pt x="14380" y="3678"/>
                  </a:cubicBezTo>
                  <a:cubicBezTo>
                    <a:pt x="14307" y="3739"/>
                    <a:pt x="14208" y="3766"/>
                    <a:pt x="14089" y="3766"/>
                  </a:cubicBezTo>
                  <a:cubicBezTo>
                    <a:pt x="13367" y="3766"/>
                    <a:pt x="11932" y="2765"/>
                    <a:pt x="11330" y="2288"/>
                  </a:cubicBezTo>
                  <a:lnTo>
                    <a:pt x="11289" y="2258"/>
                  </a:lnTo>
                  <a:lnTo>
                    <a:pt x="11288" y="2258"/>
                  </a:lnTo>
                  <a:cubicBezTo>
                    <a:pt x="11270" y="2246"/>
                    <a:pt x="11250" y="2241"/>
                    <a:pt x="11231" y="2241"/>
                  </a:cubicBezTo>
                  <a:cubicBezTo>
                    <a:pt x="11198" y="2241"/>
                    <a:pt x="11166" y="2257"/>
                    <a:pt x="11146" y="2286"/>
                  </a:cubicBezTo>
                  <a:cubicBezTo>
                    <a:pt x="11112" y="2331"/>
                    <a:pt x="11120" y="2397"/>
                    <a:pt x="11166" y="2431"/>
                  </a:cubicBezTo>
                  <a:lnTo>
                    <a:pt x="11197" y="2455"/>
                  </a:lnTo>
                  <a:cubicBezTo>
                    <a:pt x="11255" y="2513"/>
                    <a:pt x="11294" y="2587"/>
                    <a:pt x="11306" y="2667"/>
                  </a:cubicBezTo>
                  <a:cubicBezTo>
                    <a:pt x="11319" y="2956"/>
                    <a:pt x="11219" y="3238"/>
                    <a:pt x="11030" y="3455"/>
                  </a:cubicBezTo>
                  <a:cubicBezTo>
                    <a:pt x="10892" y="3651"/>
                    <a:pt x="10567" y="3726"/>
                    <a:pt x="10156" y="3726"/>
                  </a:cubicBezTo>
                  <a:cubicBezTo>
                    <a:pt x="9203" y="3726"/>
                    <a:pt x="7784" y="3324"/>
                    <a:pt x="7128" y="3101"/>
                  </a:cubicBezTo>
                  <a:lnTo>
                    <a:pt x="140" y="1607"/>
                  </a:lnTo>
                  <a:cubicBezTo>
                    <a:pt x="133" y="1606"/>
                    <a:pt x="127" y="1606"/>
                    <a:pt x="120" y="1606"/>
                  </a:cubicBezTo>
                  <a:cubicBezTo>
                    <a:pt x="71" y="1606"/>
                    <a:pt x="27" y="1638"/>
                    <a:pt x="14" y="1686"/>
                  </a:cubicBezTo>
                  <a:cubicBezTo>
                    <a:pt x="0" y="1743"/>
                    <a:pt x="33" y="1799"/>
                    <a:pt x="88" y="1814"/>
                  </a:cubicBezTo>
                  <a:lnTo>
                    <a:pt x="26336" y="9226"/>
                  </a:lnTo>
                  <a:cubicBezTo>
                    <a:pt x="26341" y="9227"/>
                    <a:pt x="26345" y="9227"/>
                    <a:pt x="26350" y="9227"/>
                  </a:cubicBezTo>
                  <a:cubicBezTo>
                    <a:pt x="26354" y="9227"/>
                    <a:pt x="26359" y="9227"/>
                    <a:pt x="26363" y="9226"/>
                  </a:cubicBezTo>
                  <a:lnTo>
                    <a:pt x="26363" y="9228"/>
                  </a:lnTo>
                  <a:cubicBezTo>
                    <a:pt x="26399" y="9228"/>
                    <a:pt x="26432" y="9211"/>
                    <a:pt x="26453" y="9183"/>
                  </a:cubicBezTo>
                  <a:cubicBezTo>
                    <a:pt x="26485" y="9134"/>
                    <a:pt x="26473" y="9067"/>
                    <a:pt x="26426" y="9034"/>
                  </a:cubicBezTo>
                  <a:lnTo>
                    <a:pt x="23362" y="6902"/>
                  </a:lnTo>
                  <a:cubicBezTo>
                    <a:pt x="23341" y="6889"/>
                    <a:pt x="23318" y="6883"/>
                    <a:pt x="23295" y="6883"/>
                  </a:cubicBezTo>
                  <a:cubicBezTo>
                    <a:pt x="23294" y="6883"/>
                    <a:pt x="23286" y="6884"/>
                    <a:pt x="23272" y="6884"/>
                  </a:cubicBezTo>
                  <a:cubicBezTo>
                    <a:pt x="23058" y="6884"/>
                    <a:pt x="21379" y="6755"/>
                    <a:pt x="19726" y="4216"/>
                  </a:cubicBezTo>
                  <a:cubicBezTo>
                    <a:pt x="18418" y="2212"/>
                    <a:pt x="17710" y="930"/>
                    <a:pt x="17419" y="378"/>
                  </a:cubicBezTo>
                  <a:cubicBezTo>
                    <a:pt x="17373" y="264"/>
                    <a:pt x="17318" y="154"/>
                    <a:pt x="17254" y="50"/>
                  </a:cubicBezTo>
                  <a:cubicBezTo>
                    <a:pt x="17233" y="18"/>
                    <a:pt x="17199" y="0"/>
                    <a:pt x="17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1"/>
            <p:cNvSpPr/>
            <p:nvPr/>
          </p:nvSpPr>
          <p:spPr>
            <a:xfrm>
              <a:off x="4136678" y="2532241"/>
              <a:ext cx="636736" cy="693052"/>
            </a:xfrm>
            <a:custGeom>
              <a:avLst/>
              <a:gdLst/>
              <a:ahLst/>
              <a:cxnLst/>
              <a:rect l="l" t="t" r="r" b="b"/>
              <a:pathLst>
                <a:path w="13873" h="15100" extrusionOk="0">
                  <a:moveTo>
                    <a:pt x="10700" y="6631"/>
                  </a:moveTo>
                  <a:lnTo>
                    <a:pt x="10700" y="6631"/>
                  </a:lnTo>
                  <a:cubicBezTo>
                    <a:pt x="10656" y="6677"/>
                    <a:pt x="10612" y="6719"/>
                    <a:pt x="10564" y="6759"/>
                  </a:cubicBezTo>
                  <a:cubicBezTo>
                    <a:pt x="10490" y="6820"/>
                    <a:pt x="10409" y="6875"/>
                    <a:pt x="10324" y="6921"/>
                  </a:cubicBezTo>
                  <a:cubicBezTo>
                    <a:pt x="10324" y="6863"/>
                    <a:pt x="10341" y="6803"/>
                    <a:pt x="10347" y="6742"/>
                  </a:cubicBezTo>
                  <a:cubicBezTo>
                    <a:pt x="10451" y="6713"/>
                    <a:pt x="10572" y="6675"/>
                    <a:pt x="10700" y="6631"/>
                  </a:cubicBezTo>
                  <a:close/>
                  <a:moveTo>
                    <a:pt x="11500" y="0"/>
                  </a:moveTo>
                  <a:cubicBezTo>
                    <a:pt x="11374" y="0"/>
                    <a:pt x="11249" y="55"/>
                    <a:pt x="11166" y="161"/>
                  </a:cubicBezTo>
                  <a:cubicBezTo>
                    <a:pt x="11018" y="347"/>
                    <a:pt x="11050" y="615"/>
                    <a:pt x="11234" y="763"/>
                  </a:cubicBezTo>
                  <a:cubicBezTo>
                    <a:pt x="11252" y="775"/>
                    <a:pt x="12966" y="2164"/>
                    <a:pt x="12759" y="3820"/>
                  </a:cubicBezTo>
                  <a:cubicBezTo>
                    <a:pt x="12683" y="4257"/>
                    <a:pt x="12446" y="4650"/>
                    <a:pt x="12096" y="4923"/>
                  </a:cubicBezTo>
                  <a:cubicBezTo>
                    <a:pt x="12151" y="2070"/>
                    <a:pt x="10198" y="1848"/>
                    <a:pt x="10177" y="1845"/>
                  </a:cubicBezTo>
                  <a:cubicBezTo>
                    <a:pt x="10162" y="1844"/>
                    <a:pt x="10148" y="1843"/>
                    <a:pt x="10134" y="1843"/>
                  </a:cubicBezTo>
                  <a:cubicBezTo>
                    <a:pt x="9916" y="1843"/>
                    <a:pt x="9730" y="2009"/>
                    <a:pt x="9708" y="2229"/>
                  </a:cubicBezTo>
                  <a:cubicBezTo>
                    <a:pt x="9684" y="2465"/>
                    <a:pt x="9855" y="2675"/>
                    <a:pt x="10091" y="2698"/>
                  </a:cubicBezTo>
                  <a:cubicBezTo>
                    <a:pt x="10143" y="2698"/>
                    <a:pt x="11371" y="2889"/>
                    <a:pt x="11234" y="5136"/>
                  </a:cubicBezTo>
                  <a:cubicBezTo>
                    <a:pt x="11234" y="5268"/>
                    <a:pt x="11210" y="5392"/>
                    <a:pt x="11192" y="5511"/>
                  </a:cubicBezTo>
                  <a:cubicBezTo>
                    <a:pt x="10916" y="5646"/>
                    <a:pt x="10631" y="5763"/>
                    <a:pt x="10339" y="5856"/>
                  </a:cubicBezTo>
                  <a:cubicBezTo>
                    <a:pt x="10182" y="4580"/>
                    <a:pt x="9403" y="3596"/>
                    <a:pt x="8473" y="3596"/>
                  </a:cubicBezTo>
                  <a:cubicBezTo>
                    <a:pt x="8470" y="3596"/>
                    <a:pt x="8468" y="3596"/>
                    <a:pt x="8466" y="3596"/>
                  </a:cubicBezTo>
                  <a:cubicBezTo>
                    <a:pt x="7422" y="3596"/>
                    <a:pt x="6581" y="4826"/>
                    <a:pt x="6590" y="6330"/>
                  </a:cubicBezTo>
                  <a:cubicBezTo>
                    <a:pt x="6590" y="7281"/>
                    <a:pt x="6940" y="8117"/>
                    <a:pt x="7455" y="8602"/>
                  </a:cubicBezTo>
                  <a:lnTo>
                    <a:pt x="6604" y="8673"/>
                  </a:lnTo>
                  <a:lnTo>
                    <a:pt x="6629" y="8787"/>
                  </a:lnTo>
                  <a:cubicBezTo>
                    <a:pt x="6392" y="8667"/>
                    <a:pt x="6135" y="8607"/>
                    <a:pt x="5877" y="8607"/>
                  </a:cubicBezTo>
                  <a:cubicBezTo>
                    <a:pt x="5599" y="8607"/>
                    <a:pt x="5322" y="8677"/>
                    <a:pt x="5071" y="8815"/>
                  </a:cubicBezTo>
                  <a:cubicBezTo>
                    <a:pt x="4540" y="9145"/>
                    <a:pt x="4302" y="9813"/>
                    <a:pt x="4366" y="10570"/>
                  </a:cubicBezTo>
                  <a:lnTo>
                    <a:pt x="0" y="12387"/>
                  </a:lnTo>
                  <a:lnTo>
                    <a:pt x="231" y="12985"/>
                  </a:lnTo>
                  <a:lnTo>
                    <a:pt x="4495" y="11209"/>
                  </a:lnTo>
                  <a:cubicBezTo>
                    <a:pt x="4543" y="11368"/>
                    <a:pt x="4601" y="11523"/>
                    <a:pt x="4668" y="11674"/>
                  </a:cubicBezTo>
                  <a:lnTo>
                    <a:pt x="414" y="13449"/>
                  </a:lnTo>
                  <a:lnTo>
                    <a:pt x="643" y="14049"/>
                  </a:lnTo>
                  <a:lnTo>
                    <a:pt x="4987" y="12239"/>
                  </a:lnTo>
                  <a:cubicBezTo>
                    <a:pt x="5083" y="12382"/>
                    <a:pt x="5192" y="12518"/>
                    <a:pt x="5310" y="12644"/>
                  </a:cubicBezTo>
                  <a:lnTo>
                    <a:pt x="832" y="14500"/>
                  </a:lnTo>
                  <a:lnTo>
                    <a:pt x="1060" y="15100"/>
                  </a:lnTo>
                  <a:lnTo>
                    <a:pt x="5572" y="13225"/>
                  </a:lnTo>
                  <a:lnTo>
                    <a:pt x="5374" y="12713"/>
                  </a:lnTo>
                  <a:lnTo>
                    <a:pt x="5374" y="12713"/>
                  </a:lnTo>
                  <a:cubicBezTo>
                    <a:pt x="5923" y="13303"/>
                    <a:pt x="6599" y="13639"/>
                    <a:pt x="7205" y="13639"/>
                  </a:cubicBezTo>
                  <a:cubicBezTo>
                    <a:pt x="7475" y="13639"/>
                    <a:pt x="7732" y="13573"/>
                    <a:pt x="7957" y="13432"/>
                  </a:cubicBezTo>
                  <a:cubicBezTo>
                    <a:pt x="8626" y="13018"/>
                    <a:pt x="8833" y="12071"/>
                    <a:pt x="8556" y="11086"/>
                  </a:cubicBezTo>
                  <a:lnTo>
                    <a:pt x="11708" y="10523"/>
                  </a:lnTo>
                  <a:lnTo>
                    <a:pt x="11565" y="9564"/>
                  </a:lnTo>
                  <a:lnTo>
                    <a:pt x="10606" y="9707"/>
                  </a:lnTo>
                  <a:lnTo>
                    <a:pt x="10451" y="9147"/>
                  </a:lnTo>
                  <a:lnTo>
                    <a:pt x="11304" y="8934"/>
                  </a:lnTo>
                  <a:lnTo>
                    <a:pt x="11215" y="8269"/>
                  </a:lnTo>
                  <a:lnTo>
                    <a:pt x="9696" y="8401"/>
                  </a:lnTo>
                  <a:cubicBezTo>
                    <a:pt x="9815" y="8255"/>
                    <a:pt x="9918" y="8097"/>
                    <a:pt x="10001" y="7931"/>
                  </a:cubicBezTo>
                  <a:cubicBezTo>
                    <a:pt x="10403" y="7853"/>
                    <a:pt x="10779" y="7677"/>
                    <a:pt x="11096" y="7420"/>
                  </a:cubicBezTo>
                  <a:cubicBezTo>
                    <a:pt x="11510" y="7070"/>
                    <a:pt x="11804" y="6598"/>
                    <a:pt x="11935" y="6072"/>
                  </a:cubicBezTo>
                  <a:cubicBezTo>
                    <a:pt x="12729" y="5614"/>
                    <a:pt x="13478" y="4926"/>
                    <a:pt x="13603" y="3922"/>
                  </a:cubicBezTo>
                  <a:cubicBezTo>
                    <a:pt x="13873" y="1790"/>
                    <a:pt x="11851" y="161"/>
                    <a:pt x="11766" y="93"/>
                  </a:cubicBezTo>
                  <a:cubicBezTo>
                    <a:pt x="11687" y="31"/>
                    <a:pt x="11593" y="0"/>
                    <a:pt x="115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1"/>
            <p:cNvSpPr/>
            <p:nvPr/>
          </p:nvSpPr>
          <p:spPr>
            <a:xfrm>
              <a:off x="4130987" y="2527559"/>
              <a:ext cx="646053" cy="703012"/>
            </a:xfrm>
            <a:custGeom>
              <a:avLst/>
              <a:gdLst/>
              <a:ahLst/>
              <a:cxnLst/>
              <a:rect l="l" t="t" r="r" b="b"/>
              <a:pathLst>
                <a:path w="14076" h="15317" extrusionOk="0">
                  <a:moveTo>
                    <a:pt x="10824" y="6636"/>
                  </a:moveTo>
                  <a:cubicBezTo>
                    <a:pt x="10813" y="6636"/>
                    <a:pt x="10801" y="6638"/>
                    <a:pt x="10789" y="6642"/>
                  </a:cubicBezTo>
                  <a:cubicBezTo>
                    <a:pt x="10655" y="6684"/>
                    <a:pt x="10544" y="6721"/>
                    <a:pt x="10441" y="6751"/>
                  </a:cubicBezTo>
                  <a:cubicBezTo>
                    <a:pt x="10399" y="6762"/>
                    <a:pt x="10369" y="6798"/>
                    <a:pt x="10365" y="6841"/>
                  </a:cubicBezTo>
                  <a:cubicBezTo>
                    <a:pt x="10358" y="6899"/>
                    <a:pt x="10343" y="6959"/>
                    <a:pt x="10343" y="7014"/>
                  </a:cubicBezTo>
                  <a:cubicBezTo>
                    <a:pt x="10337" y="7054"/>
                    <a:pt x="10353" y="7094"/>
                    <a:pt x="10386" y="7120"/>
                  </a:cubicBezTo>
                  <a:cubicBezTo>
                    <a:pt x="10404" y="7132"/>
                    <a:pt x="10426" y="7138"/>
                    <a:pt x="10448" y="7138"/>
                  </a:cubicBezTo>
                  <a:lnTo>
                    <a:pt x="10448" y="7139"/>
                  </a:lnTo>
                  <a:cubicBezTo>
                    <a:pt x="10466" y="7139"/>
                    <a:pt x="10484" y="7135"/>
                    <a:pt x="10499" y="7126"/>
                  </a:cubicBezTo>
                  <a:cubicBezTo>
                    <a:pt x="10591" y="7077"/>
                    <a:pt x="10676" y="7019"/>
                    <a:pt x="10757" y="6953"/>
                  </a:cubicBezTo>
                  <a:cubicBezTo>
                    <a:pt x="10807" y="6910"/>
                    <a:pt x="10856" y="6864"/>
                    <a:pt x="10903" y="6815"/>
                  </a:cubicBezTo>
                  <a:cubicBezTo>
                    <a:pt x="10935" y="6779"/>
                    <a:pt x="10940" y="6725"/>
                    <a:pt x="10913" y="6684"/>
                  </a:cubicBezTo>
                  <a:cubicBezTo>
                    <a:pt x="10893" y="6653"/>
                    <a:pt x="10859" y="6636"/>
                    <a:pt x="10824" y="6636"/>
                  </a:cubicBezTo>
                  <a:close/>
                  <a:moveTo>
                    <a:pt x="11616" y="213"/>
                  </a:moveTo>
                  <a:cubicBezTo>
                    <a:pt x="11686" y="213"/>
                    <a:pt x="11756" y="236"/>
                    <a:pt x="11815" y="283"/>
                  </a:cubicBezTo>
                  <a:cubicBezTo>
                    <a:pt x="11899" y="351"/>
                    <a:pt x="13874" y="1940"/>
                    <a:pt x="13617" y="4021"/>
                  </a:cubicBezTo>
                  <a:cubicBezTo>
                    <a:pt x="13514" y="4833"/>
                    <a:pt x="12971" y="5531"/>
                    <a:pt x="12000" y="6091"/>
                  </a:cubicBezTo>
                  <a:cubicBezTo>
                    <a:pt x="11976" y="6106"/>
                    <a:pt x="11958" y="6128"/>
                    <a:pt x="11951" y="6155"/>
                  </a:cubicBezTo>
                  <a:cubicBezTo>
                    <a:pt x="11824" y="6660"/>
                    <a:pt x="11543" y="7111"/>
                    <a:pt x="11147" y="7447"/>
                  </a:cubicBezTo>
                  <a:cubicBezTo>
                    <a:pt x="10843" y="7695"/>
                    <a:pt x="10483" y="7861"/>
                    <a:pt x="10099" y="7936"/>
                  </a:cubicBezTo>
                  <a:cubicBezTo>
                    <a:pt x="10066" y="7943"/>
                    <a:pt x="10039" y="7963"/>
                    <a:pt x="10024" y="7992"/>
                  </a:cubicBezTo>
                  <a:cubicBezTo>
                    <a:pt x="9944" y="8152"/>
                    <a:pt x="9847" y="8304"/>
                    <a:pt x="9734" y="8443"/>
                  </a:cubicBezTo>
                  <a:cubicBezTo>
                    <a:pt x="9714" y="8466"/>
                    <a:pt x="9704" y="8497"/>
                    <a:pt x="9708" y="8527"/>
                  </a:cubicBezTo>
                  <a:cubicBezTo>
                    <a:pt x="9715" y="8579"/>
                    <a:pt x="9760" y="8617"/>
                    <a:pt x="9811" y="8617"/>
                  </a:cubicBezTo>
                  <a:cubicBezTo>
                    <a:pt x="9815" y="8617"/>
                    <a:pt x="9820" y="8617"/>
                    <a:pt x="9825" y="8616"/>
                  </a:cubicBezTo>
                  <a:lnTo>
                    <a:pt x="11241" y="8496"/>
                  </a:lnTo>
                  <a:lnTo>
                    <a:pt x="11305" y="8965"/>
                  </a:lnTo>
                  <a:lnTo>
                    <a:pt x="10544" y="9149"/>
                  </a:lnTo>
                  <a:cubicBezTo>
                    <a:pt x="10517" y="9157"/>
                    <a:pt x="10493" y="9175"/>
                    <a:pt x="10478" y="9198"/>
                  </a:cubicBezTo>
                  <a:cubicBezTo>
                    <a:pt x="10463" y="9224"/>
                    <a:pt x="10459" y="9253"/>
                    <a:pt x="10468" y="9282"/>
                  </a:cubicBezTo>
                  <a:lnTo>
                    <a:pt x="10621" y="9840"/>
                  </a:lnTo>
                  <a:cubicBezTo>
                    <a:pt x="10633" y="9888"/>
                    <a:pt x="10676" y="9919"/>
                    <a:pt x="10723" y="9919"/>
                  </a:cubicBezTo>
                  <a:cubicBezTo>
                    <a:pt x="10728" y="9919"/>
                    <a:pt x="10734" y="9918"/>
                    <a:pt x="10740" y="9918"/>
                  </a:cubicBezTo>
                  <a:lnTo>
                    <a:pt x="11593" y="9791"/>
                  </a:lnTo>
                  <a:lnTo>
                    <a:pt x="11707" y="10543"/>
                  </a:lnTo>
                  <a:lnTo>
                    <a:pt x="8645" y="11092"/>
                  </a:lnTo>
                  <a:cubicBezTo>
                    <a:pt x="8616" y="11097"/>
                    <a:pt x="8589" y="11116"/>
                    <a:pt x="8574" y="11141"/>
                  </a:cubicBezTo>
                  <a:cubicBezTo>
                    <a:pt x="8559" y="11167"/>
                    <a:pt x="8553" y="11198"/>
                    <a:pt x="8560" y="11226"/>
                  </a:cubicBezTo>
                  <a:cubicBezTo>
                    <a:pt x="8837" y="12202"/>
                    <a:pt x="8620" y="13077"/>
                    <a:pt x="8011" y="13455"/>
                  </a:cubicBezTo>
                  <a:cubicBezTo>
                    <a:pt x="7807" y="13582"/>
                    <a:pt x="7571" y="13643"/>
                    <a:pt x="7320" y="13643"/>
                  </a:cubicBezTo>
                  <a:cubicBezTo>
                    <a:pt x="6749" y="13643"/>
                    <a:pt x="6098" y="13328"/>
                    <a:pt x="5562" y="12754"/>
                  </a:cubicBezTo>
                  <a:cubicBezTo>
                    <a:pt x="5551" y="12742"/>
                    <a:pt x="5536" y="12732"/>
                    <a:pt x="5522" y="12726"/>
                  </a:cubicBezTo>
                  <a:cubicBezTo>
                    <a:pt x="5517" y="12709"/>
                    <a:pt x="5510" y="12694"/>
                    <a:pt x="5498" y="12681"/>
                  </a:cubicBezTo>
                  <a:cubicBezTo>
                    <a:pt x="5386" y="12556"/>
                    <a:pt x="5283" y="12422"/>
                    <a:pt x="5191" y="12282"/>
                  </a:cubicBezTo>
                  <a:cubicBezTo>
                    <a:pt x="5171" y="12252"/>
                    <a:pt x="5137" y="12235"/>
                    <a:pt x="5102" y="12235"/>
                  </a:cubicBezTo>
                  <a:cubicBezTo>
                    <a:pt x="5088" y="12235"/>
                    <a:pt x="5074" y="12238"/>
                    <a:pt x="5061" y="12243"/>
                  </a:cubicBezTo>
                  <a:lnTo>
                    <a:pt x="821" y="14009"/>
                  </a:lnTo>
                  <a:lnTo>
                    <a:pt x="668" y="13609"/>
                  </a:lnTo>
                  <a:lnTo>
                    <a:pt x="4838" y="11883"/>
                  </a:lnTo>
                  <a:cubicBezTo>
                    <a:pt x="4866" y="11872"/>
                    <a:pt x="4889" y="11852"/>
                    <a:pt x="4899" y="11823"/>
                  </a:cubicBezTo>
                  <a:cubicBezTo>
                    <a:pt x="4910" y="11797"/>
                    <a:pt x="4910" y="11767"/>
                    <a:pt x="4899" y="11740"/>
                  </a:cubicBezTo>
                  <a:cubicBezTo>
                    <a:pt x="4832" y="11594"/>
                    <a:pt x="4776" y="11444"/>
                    <a:pt x="4729" y="11290"/>
                  </a:cubicBezTo>
                  <a:cubicBezTo>
                    <a:pt x="4722" y="11261"/>
                    <a:pt x="4701" y="11237"/>
                    <a:pt x="4673" y="11225"/>
                  </a:cubicBezTo>
                  <a:cubicBezTo>
                    <a:pt x="4659" y="11218"/>
                    <a:pt x="4645" y="11215"/>
                    <a:pt x="4630" y="11215"/>
                  </a:cubicBezTo>
                  <a:cubicBezTo>
                    <a:pt x="4616" y="11215"/>
                    <a:pt x="4601" y="11218"/>
                    <a:pt x="4588" y="11225"/>
                  </a:cubicBezTo>
                  <a:lnTo>
                    <a:pt x="429" y="12958"/>
                  </a:lnTo>
                  <a:lnTo>
                    <a:pt x="276" y="12557"/>
                  </a:lnTo>
                  <a:lnTo>
                    <a:pt x="4540" y="10781"/>
                  </a:lnTo>
                  <a:cubicBezTo>
                    <a:pt x="4584" y="10762"/>
                    <a:pt x="4609" y="10719"/>
                    <a:pt x="4604" y="10672"/>
                  </a:cubicBezTo>
                  <a:cubicBezTo>
                    <a:pt x="4540" y="9929"/>
                    <a:pt x="4786" y="9312"/>
                    <a:pt x="5261" y="9017"/>
                  </a:cubicBezTo>
                  <a:cubicBezTo>
                    <a:pt x="5494" y="8890"/>
                    <a:pt x="5751" y="8826"/>
                    <a:pt x="6008" y="8826"/>
                  </a:cubicBezTo>
                  <a:cubicBezTo>
                    <a:pt x="6251" y="8826"/>
                    <a:pt x="6494" y="8883"/>
                    <a:pt x="6717" y="8997"/>
                  </a:cubicBezTo>
                  <a:cubicBezTo>
                    <a:pt x="6731" y="9004"/>
                    <a:pt x="6746" y="9008"/>
                    <a:pt x="6761" y="9008"/>
                  </a:cubicBezTo>
                  <a:cubicBezTo>
                    <a:pt x="6785" y="9008"/>
                    <a:pt x="6808" y="8999"/>
                    <a:pt x="6826" y="8982"/>
                  </a:cubicBezTo>
                  <a:cubicBezTo>
                    <a:pt x="6857" y="8959"/>
                    <a:pt x="6872" y="8921"/>
                    <a:pt x="6865" y="8883"/>
                  </a:cubicBezTo>
                  <a:lnTo>
                    <a:pt x="7590" y="8822"/>
                  </a:lnTo>
                  <a:cubicBezTo>
                    <a:pt x="7615" y="8819"/>
                    <a:pt x="7640" y="8807"/>
                    <a:pt x="7658" y="8789"/>
                  </a:cubicBezTo>
                  <a:cubicBezTo>
                    <a:pt x="7698" y="8746"/>
                    <a:pt x="7697" y="8679"/>
                    <a:pt x="7654" y="8637"/>
                  </a:cubicBezTo>
                  <a:cubicBezTo>
                    <a:pt x="7139" y="8149"/>
                    <a:pt x="6823" y="7333"/>
                    <a:pt x="6823" y="6444"/>
                  </a:cubicBezTo>
                  <a:cubicBezTo>
                    <a:pt x="6805" y="5783"/>
                    <a:pt x="6988" y="5131"/>
                    <a:pt x="7347" y="4575"/>
                  </a:cubicBezTo>
                  <a:cubicBezTo>
                    <a:pt x="7682" y="4088"/>
                    <a:pt x="8123" y="3819"/>
                    <a:pt x="8592" y="3819"/>
                  </a:cubicBezTo>
                  <a:cubicBezTo>
                    <a:pt x="9460" y="3819"/>
                    <a:pt x="10198" y="4727"/>
                    <a:pt x="10352" y="5982"/>
                  </a:cubicBezTo>
                  <a:cubicBezTo>
                    <a:pt x="10356" y="6015"/>
                    <a:pt x="10374" y="6043"/>
                    <a:pt x="10401" y="6060"/>
                  </a:cubicBezTo>
                  <a:cubicBezTo>
                    <a:pt x="10418" y="6071"/>
                    <a:pt x="10438" y="6077"/>
                    <a:pt x="10458" y="6077"/>
                  </a:cubicBezTo>
                  <a:cubicBezTo>
                    <a:pt x="10468" y="6077"/>
                    <a:pt x="10479" y="6075"/>
                    <a:pt x="10490" y="6072"/>
                  </a:cubicBezTo>
                  <a:cubicBezTo>
                    <a:pt x="10786" y="5975"/>
                    <a:pt x="11075" y="5857"/>
                    <a:pt x="11357" y="5720"/>
                  </a:cubicBezTo>
                  <a:cubicBezTo>
                    <a:pt x="11388" y="5705"/>
                    <a:pt x="11409" y="5676"/>
                    <a:pt x="11413" y="5641"/>
                  </a:cubicBezTo>
                  <a:cubicBezTo>
                    <a:pt x="11436" y="5513"/>
                    <a:pt x="11450" y="5385"/>
                    <a:pt x="11458" y="5256"/>
                  </a:cubicBezTo>
                  <a:cubicBezTo>
                    <a:pt x="11596" y="2893"/>
                    <a:pt x="10277" y="2696"/>
                    <a:pt x="10222" y="2696"/>
                  </a:cubicBezTo>
                  <a:cubicBezTo>
                    <a:pt x="10048" y="2674"/>
                    <a:pt x="9923" y="2517"/>
                    <a:pt x="9941" y="2342"/>
                  </a:cubicBezTo>
                  <a:cubicBezTo>
                    <a:pt x="9956" y="2179"/>
                    <a:pt x="10093" y="2057"/>
                    <a:pt x="10253" y="2057"/>
                  </a:cubicBezTo>
                  <a:cubicBezTo>
                    <a:pt x="10263" y="2057"/>
                    <a:pt x="10273" y="2058"/>
                    <a:pt x="10283" y="2059"/>
                  </a:cubicBezTo>
                  <a:cubicBezTo>
                    <a:pt x="10302" y="2060"/>
                    <a:pt x="12161" y="2291"/>
                    <a:pt x="12107" y="5028"/>
                  </a:cubicBezTo>
                  <a:cubicBezTo>
                    <a:pt x="12106" y="5070"/>
                    <a:pt x="12129" y="5110"/>
                    <a:pt x="12168" y="5128"/>
                  </a:cubicBezTo>
                  <a:cubicBezTo>
                    <a:pt x="12182" y="5134"/>
                    <a:pt x="12197" y="5137"/>
                    <a:pt x="12212" y="5137"/>
                  </a:cubicBezTo>
                  <a:cubicBezTo>
                    <a:pt x="12238" y="5137"/>
                    <a:pt x="12264" y="5128"/>
                    <a:pt x="12284" y="5110"/>
                  </a:cubicBezTo>
                  <a:cubicBezTo>
                    <a:pt x="12655" y="4822"/>
                    <a:pt x="12904" y="4405"/>
                    <a:pt x="12983" y="3942"/>
                  </a:cubicBezTo>
                  <a:cubicBezTo>
                    <a:pt x="13198" y="2214"/>
                    <a:pt x="11436" y="798"/>
                    <a:pt x="11418" y="786"/>
                  </a:cubicBezTo>
                  <a:cubicBezTo>
                    <a:pt x="11279" y="676"/>
                    <a:pt x="11255" y="475"/>
                    <a:pt x="11364" y="336"/>
                  </a:cubicBezTo>
                  <a:cubicBezTo>
                    <a:pt x="11428" y="255"/>
                    <a:pt x="11521" y="213"/>
                    <a:pt x="11616" y="213"/>
                  </a:cubicBezTo>
                  <a:close/>
                  <a:moveTo>
                    <a:pt x="5389" y="12883"/>
                  </a:moveTo>
                  <a:lnTo>
                    <a:pt x="5545" y="13284"/>
                  </a:lnTo>
                  <a:lnTo>
                    <a:pt x="1230" y="15075"/>
                  </a:lnTo>
                  <a:lnTo>
                    <a:pt x="1077" y="14675"/>
                  </a:lnTo>
                  <a:lnTo>
                    <a:pt x="5389" y="12883"/>
                  </a:lnTo>
                  <a:close/>
                  <a:moveTo>
                    <a:pt x="11589" y="0"/>
                  </a:moveTo>
                  <a:cubicBezTo>
                    <a:pt x="11431" y="0"/>
                    <a:pt x="11276" y="69"/>
                    <a:pt x="11171" y="202"/>
                  </a:cubicBezTo>
                  <a:cubicBezTo>
                    <a:pt x="10987" y="433"/>
                    <a:pt x="11026" y="769"/>
                    <a:pt x="11257" y="953"/>
                  </a:cubicBezTo>
                  <a:cubicBezTo>
                    <a:pt x="11281" y="965"/>
                    <a:pt x="12948" y="2319"/>
                    <a:pt x="12750" y="3914"/>
                  </a:cubicBezTo>
                  <a:cubicBezTo>
                    <a:pt x="12698" y="4245"/>
                    <a:pt x="12539" y="4550"/>
                    <a:pt x="12298" y="4782"/>
                  </a:cubicBezTo>
                  <a:cubicBezTo>
                    <a:pt x="12238" y="2060"/>
                    <a:pt x="10301" y="1847"/>
                    <a:pt x="10282" y="1847"/>
                  </a:cubicBezTo>
                  <a:cubicBezTo>
                    <a:pt x="10264" y="1846"/>
                    <a:pt x="10247" y="1845"/>
                    <a:pt x="10230" y="1845"/>
                  </a:cubicBezTo>
                  <a:cubicBezTo>
                    <a:pt x="9963" y="1845"/>
                    <a:pt x="9734" y="2048"/>
                    <a:pt x="9707" y="2319"/>
                  </a:cubicBezTo>
                  <a:cubicBezTo>
                    <a:pt x="9676" y="2608"/>
                    <a:pt x="9883" y="2870"/>
                    <a:pt x="10171" y="2908"/>
                  </a:cubicBezTo>
                  <a:cubicBezTo>
                    <a:pt x="10221" y="2914"/>
                    <a:pt x="11351" y="3077"/>
                    <a:pt x="11223" y="5232"/>
                  </a:cubicBezTo>
                  <a:cubicBezTo>
                    <a:pt x="11217" y="5327"/>
                    <a:pt x="11206" y="5430"/>
                    <a:pt x="11191" y="5542"/>
                  </a:cubicBezTo>
                  <a:cubicBezTo>
                    <a:pt x="10974" y="5646"/>
                    <a:pt x="10751" y="5738"/>
                    <a:pt x="10523" y="5815"/>
                  </a:cubicBezTo>
                  <a:cubicBezTo>
                    <a:pt x="10323" y="4520"/>
                    <a:pt x="9515" y="3594"/>
                    <a:pt x="8569" y="3594"/>
                  </a:cubicBezTo>
                  <a:cubicBezTo>
                    <a:pt x="8030" y="3594"/>
                    <a:pt x="7524" y="3904"/>
                    <a:pt x="7152" y="4447"/>
                  </a:cubicBezTo>
                  <a:cubicBezTo>
                    <a:pt x="6768" y="5038"/>
                    <a:pt x="6573" y="5732"/>
                    <a:pt x="6589" y="6436"/>
                  </a:cubicBezTo>
                  <a:cubicBezTo>
                    <a:pt x="6573" y="7228"/>
                    <a:pt x="6833" y="8001"/>
                    <a:pt x="7329" y="8621"/>
                  </a:cubicBezTo>
                  <a:lnTo>
                    <a:pt x="6705" y="8674"/>
                  </a:lnTo>
                  <a:cubicBezTo>
                    <a:pt x="6675" y="8677"/>
                    <a:pt x="6649" y="8692"/>
                    <a:pt x="6629" y="8716"/>
                  </a:cubicBezTo>
                  <a:lnTo>
                    <a:pt x="6629" y="8734"/>
                  </a:lnTo>
                  <a:cubicBezTo>
                    <a:pt x="6421" y="8648"/>
                    <a:pt x="6201" y="8606"/>
                    <a:pt x="5981" y="8606"/>
                  </a:cubicBezTo>
                  <a:cubicBezTo>
                    <a:pt x="5689" y="8606"/>
                    <a:pt x="5397" y="8681"/>
                    <a:pt x="5136" y="8829"/>
                  </a:cubicBezTo>
                  <a:cubicBezTo>
                    <a:pt x="4609" y="9158"/>
                    <a:pt x="4327" y="9816"/>
                    <a:pt x="4375" y="10605"/>
                  </a:cubicBezTo>
                  <a:lnTo>
                    <a:pt x="79" y="12395"/>
                  </a:lnTo>
                  <a:cubicBezTo>
                    <a:pt x="27" y="12417"/>
                    <a:pt x="1" y="12477"/>
                    <a:pt x="20" y="12532"/>
                  </a:cubicBezTo>
                  <a:lnTo>
                    <a:pt x="251" y="13131"/>
                  </a:lnTo>
                  <a:cubicBezTo>
                    <a:pt x="263" y="13157"/>
                    <a:pt x="282" y="13178"/>
                    <a:pt x="307" y="13190"/>
                  </a:cubicBezTo>
                  <a:cubicBezTo>
                    <a:pt x="321" y="13195"/>
                    <a:pt x="335" y="13198"/>
                    <a:pt x="349" y="13198"/>
                  </a:cubicBezTo>
                  <a:cubicBezTo>
                    <a:pt x="363" y="13198"/>
                    <a:pt x="377" y="13195"/>
                    <a:pt x="391" y="13190"/>
                  </a:cubicBezTo>
                  <a:lnTo>
                    <a:pt x="4543" y="11459"/>
                  </a:lnTo>
                  <a:cubicBezTo>
                    <a:pt x="4573" y="11548"/>
                    <a:pt x="4604" y="11636"/>
                    <a:pt x="4642" y="11724"/>
                  </a:cubicBezTo>
                  <a:lnTo>
                    <a:pt x="487" y="13457"/>
                  </a:lnTo>
                  <a:lnTo>
                    <a:pt x="486" y="13457"/>
                  </a:lnTo>
                  <a:cubicBezTo>
                    <a:pt x="434" y="13479"/>
                    <a:pt x="407" y="13540"/>
                    <a:pt x="429" y="13594"/>
                  </a:cubicBezTo>
                  <a:lnTo>
                    <a:pt x="657" y="14192"/>
                  </a:lnTo>
                  <a:cubicBezTo>
                    <a:pt x="669" y="14219"/>
                    <a:pt x="690" y="14240"/>
                    <a:pt x="715" y="14252"/>
                  </a:cubicBezTo>
                  <a:cubicBezTo>
                    <a:pt x="729" y="14258"/>
                    <a:pt x="743" y="14261"/>
                    <a:pt x="757" y="14261"/>
                  </a:cubicBezTo>
                  <a:cubicBezTo>
                    <a:pt x="771" y="14261"/>
                    <a:pt x="785" y="14258"/>
                    <a:pt x="799" y="14252"/>
                  </a:cubicBezTo>
                  <a:lnTo>
                    <a:pt x="5063" y="12478"/>
                  </a:lnTo>
                  <a:cubicBezTo>
                    <a:pt x="5121" y="12559"/>
                    <a:pt x="5182" y="12638"/>
                    <a:pt x="5243" y="12715"/>
                  </a:cubicBezTo>
                  <a:lnTo>
                    <a:pt x="898" y="14520"/>
                  </a:lnTo>
                  <a:cubicBezTo>
                    <a:pt x="845" y="14541"/>
                    <a:pt x="819" y="14602"/>
                    <a:pt x="840" y="14655"/>
                  </a:cubicBezTo>
                  <a:lnTo>
                    <a:pt x="1071" y="15255"/>
                  </a:lnTo>
                  <a:cubicBezTo>
                    <a:pt x="1082" y="15281"/>
                    <a:pt x="1102" y="15303"/>
                    <a:pt x="1129" y="15315"/>
                  </a:cubicBezTo>
                  <a:cubicBezTo>
                    <a:pt x="1136" y="15316"/>
                    <a:pt x="1143" y="15316"/>
                    <a:pt x="1149" y="15316"/>
                  </a:cubicBezTo>
                  <a:cubicBezTo>
                    <a:pt x="1156" y="15316"/>
                    <a:pt x="1163" y="15316"/>
                    <a:pt x="1169" y="15315"/>
                  </a:cubicBezTo>
                  <a:cubicBezTo>
                    <a:pt x="1174" y="15310"/>
                    <a:pt x="1177" y="15306"/>
                    <a:pt x="1181" y="15302"/>
                  </a:cubicBezTo>
                  <a:lnTo>
                    <a:pt x="5691" y="13430"/>
                  </a:lnTo>
                  <a:cubicBezTo>
                    <a:pt x="5743" y="13406"/>
                    <a:pt x="5769" y="13345"/>
                    <a:pt x="5748" y="13291"/>
                  </a:cubicBezTo>
                  <a:lnTo>
                    <a:pt x="5718" y="13214"/>
                  </a:lnTo>
                  <a:lnTo>
                    <a:pt x="5718" y="13214"/>
                  </a:lnTo>
                  <a:cubicBezTo>
                    <a:pt x="6220" y="13626"/>
                    <a:pt x="6773" y="13846"/>
                    <a:pt x="7283" y="13846"/>
                  </a:cubicBezTo>
                  <a:cubicBezTo>
                    <a:pt x="7573" y="13846"/>
                    <a:pt x="7849" y="13775"/>
                    <a:pt x="8093" y="13628"/>
                  </a:cubicBezTo>
                  <a:cubicBezTo>
                    <a:pt x="8766" y="13223"/>
                    <a:pt x="9021" y="12306"/>
                    <a:pt x="8766" y="11283"/>
                  </a:cubicBezTo>
                  <a:lnTo>
                    <a:pt x="11814" y="10733"/>
                  </a:lnTo>
                  <a:cubicBezTo>
                    <a:pt x="11870" y="10725"/>
                    <a:pt x="11909" y="10671"/>
                    <a:pt x="11902" y="10614"/>
                  </a:cubicBezTo>
                  <a:lnTo>
                    <a:pt x="11759" y="9655"/>
                  </a:lnTo>
                  <a:cubicBezTo>
                    <a:pt x="11759" y="9654"/>
                    <a:pt x="11757" y="9652"/>
                    <a:pt x="11757" y="9651"/>
                  </a:cubicBezTo>
                  <a:cubicBezTo>
                    <a:pt x="11749" y="9599"/>
                    <a:pt x="11705" y="9564"/>
                    <a:pt x="11656" y="9564"/>
                  </a:cubicBezTo>
                  <a:cubicBezTo>
                    <a:pt x="11649" y="9564"/>
                    <a:pt x="11643" y="9565"/>
                    <a:pt x="11637" y="9566"/>
                  </a:cubicBezTo>
                  <a:lnTo>
                    <a:pt x="10772" y="9693"/>
                  </a:lnTo>
                  <a:lnTo>
                    <a:pt x="10670" y="9331"/>
                  </a:lnTo>
                  <a:lnTo>
                    <a:pt x="11416" y="9149"/>
                  </a:lnTo>
                  <a:cubicBezTo>
                    <a:pt x="11470" y="9137"/>
                    <a:pt x="11504" y="9087"/>
                    <a:pt x="11498" y="9032"/>
                  </a:cubicBezTo>
                  <a:lnTo>
                    <a:pt x="11409" y="8368"/>
                  </a:lnTo>
                  <a:cubicBezTo>
                    <a:pt x="11400" y="8312"/>
                    <a:pt x="11356" y="8273"/>
                    <a:pt x="11301" y="8273"/>
                  </a:cubicBezTo>
                  <a:cubicBezTo>
                    <a:pt x="11299" y="8273"/>
                    <a:pt x="11296" y="8273"/>
                    <a:pt x="11293" y="8274"/>
                  </a:cubicBezTo>
                  <a:lnTo>
                    <a:pt x="10014" y="8384"/>
                  </a:lnTo>
                  <a:cubicBezTo>
                    <a:pt x="10067" y="8304"/>
                    <a:pt x="10118" y="8220"/>
                    <a:pt x="10163" y="8134"/>
                  </a:cubicBezTo>
                  <a:cubicBezTo>
                    <a:pt x="10563" y="8049"/>
                    <a:pt x="10937" y="7870"/>
                    <a:pt x="11255" y="7614"/>
                  </a:cubicBezTo>
                  <a:cubicBezTo>
                    <a:pt x="11674" y="7260"/>
                    <a:pt x="11976" y="6785"/>
                    <a:pt x="12119" y="6253"/>
                  </a:cubicBezTo>
                  <a:cubicBezTo>
                    <a:pt x="13126" y="5662"/>
                    <a:pt x="13693" y="4919"/>
                    <a:pt x="13801" y="4047"/>
                  </a:cubicBezTo>
                  <a:cubicBezTo>
                    <a:pt x="14075" y="1847"/>
                    <a:pt x="12007" y="186"/>
                    <a:pt x="11919" y="116"/>
                  </a:cubicBezTo>
                  <a:cubicBezTo>
                    <a:pt x="11821" y="38"/>
                    <a:pt x="11705" y="0"/>
                    <a:pt x="115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1"/>
            <p:cNvSpPr/>
            <p:nvPr/>
          </p:nvSpPr>
          <p:spPr>
            <a:xfrm>
              <a:off x="3583797" y="2649509"/>
              <a:ext cx="570735" cy="640500"/>
            </a:xfrm>
            <a:custGeom>
              <a:avLst/>
              <a:gdLst/>
              <a:ahLst/>
              <a:cxnLst/>
              <a:rect l="l" t="t" r="r" b="b"/>
              <a:pathLst>
                <a:path w="12435" h="13955" extrusionOk="0">
                  <a:moveTo>
                    <a:pt x="3081" y="7261"/>
                  </a:moveTo>
                  <a:lnTo>
                    <a:pt x="3081" y="7261"/>
                  </a:lnTo>
                  <a:cubicBezTo>
                    <a:pt x="3565" y="7447"/>
                    <a:pt x="4079" y="7551"/>
                    <a:pt x="4597" y="7569"/>
                  </a:cubicBezTo>
                  <a:cubicBezTo>
                    <a:pt x="4631" y="7633"/>
                    <a:pt x="4666" y="7695"/>
                    <a:pt x="4704" y="7756"/>
                  </a:cubicBezTo>
                  <a:cubicBezTo>
                    <a:pt x="4838" y="7974"/>
                    <a:pt x="4995" y="8176"/>
                    <a:pt x="5169" y="8362"/>
                  </a:cubicBezTo>
                  <a:cubicBezTo>
                    <a:pt x="5148" y="8363"/>
                    <a:pt x="5126" y="8363"/>
                    <a:pt x="5105" y="8363"/>
                  </a:cubicBezTo>
                  <a:cubicBezTo>
                    <a:pt x="4450" y="8363"/>
                    <a:pt x="3821" y="8097"/>
                    <a:pt x="3364" y="7625"/>
                  </a:cubicBezTo>
                  <a:cubicBezTo>
                    <a:pt x="3258" y="7512"/>
                    <a:pt x="3163" y="7390"/>
                    <a:pt x="3081" y="7261"/>
                  </a:cubicBezTo>
                  <a:close/>
                  <a:moveTo>
                    <a:pt x="954" y="1"/>
                  </a:moveTo>
                  <a:cubicBezTo>
                    <a:pt x="782" y="1"/>
                    <a:pt x="619" y="105"/>
                    <a:pt x="553" y="276"/>
                  </a:cubicBezTo>
                  <a:cubicBezTo>
                    <a:pt x="121" y="1559"/>
                    <a:pt x="1" y="2928"/>
                    <a:pt x="202" y="4268"/>
                  </a:cubicBezTo>
                  <a:cubicBezTo>
                    <a:pt x="343" y="5191"/>
                    <a:pt x="960" y="6050"/>
                    <a:pt x="1935" y="6687"/>
                  </a:cubicBezTo>
                  <a:cubicBezTo>
                    <a:pt x="2264" y="8168"/>
                    <a:pt x="3578" y="9216"/>
                    <a:pt x="5087" y="9216"/>
                  </a:cubicBezTo>
                  <a:cubicBezTo>
                    <a:pt x="5112" y="9216"/>
                    <a:pt x="5138" y="9216"/>
                    <a:pt x="5163" y="9215"/>
                  </a:cubicBezTo>
                  <a:cubicBezTo>
                    <a:pt x="5501" y="9213"/>
                    <a:pt x="5839" y="9171"/>
                    <a:pt x="6169" y="9089"/>
                  </a:cubicBezTo>
                  <a:cubicBezTo>
                    <a:pt x="6238" y="9122"/>
                    <a:pt x="6309" y="9150"/>
                    <a:pt x="6382" y="9174"/>
                  </a:cubicBezTo>
                  <a:lnTo>
                    <a:pt x="5026" y="9869"/>
                  </a:lnTo>
                  <a:lnTo>
                    <a:pt x="5303" y="10481"/>
                  </a:lnTo>
                  <a:lnTo>
                    <a:pt x="6137" y="10204"/>
                  </a:lnTo>
                  <a:lnTo>
                    <a:pt x="6303" y="10758"/>
                  </a:lnTo>
                  <a:lnTo>
                    <a:pt x="5414" y="11151"/>
                  </a:lnTo>
                  <a:lnTo>
                    <a:pt x="5805" y="12040"/>
                  </a:lnTo>
                  <a:lnTo>
                    <a:pt x="7937" y="11187"/>
                  </a:lnTo>
                  <a:cubicBezTo>
                    <a:pt x="8025" y="11628"/>
                    <a:pt x="8191" y="12049"/>
                    <a:pt x="8430" y="12430"/>
                  </a:cubicBezTo>
                  <a:cubicBezTo>
                    <a:pt x="9021" y="13385"/>
                    <a:pt x="9927" y="13954"/>
                    <a:pt x="10718" y="13954"/>
                  </a:cubicBezTo>
                  <a:cubicBezTo>
                    <a:pt x="10988" y="13954"/>
                    <a:pt x="11244" y="13888"/>
                    <a:pt x="11470" y="13748"/>
                  </a:cubicBezTo>
                  <a:cubicBezTo>
                    <a:pt x="12357" y="13198"/>
                    <a:pt x="12435" y="11715"/>
                    <a:pt x="11641" y="10439"/>
                  </a:cubicBezTo>
                  <a:cubicBezTo>
                    <a:pt x="11113" y="9562"/>
                    <a:pt x="10319" y="9014"/>
                    <a:pt x="9575" y="8922"/>
                  </a:cubicBezTo>
                  <a:lnTo>
                    <a:pt x="9575" y="8924"/>
                  </a:lnTo>
                  <a:lnTo>
                    <a:pt x="9147" y="7761"/>
                  </a:lnTo>
                  <a:lnTo>
                    <a:pt x="8400" y="8149"/>
                  </a:lnTo>
                  <a:cubicBezTo>
                    <a:pt x="8578" y="7464"/>
                    <a:pt x="8427" y="6576"/>
                    <a:pt x="7923" y="5766"/>
                  </a:cubicBezTo>
                  <a:cubicBezTo>
                    <a:pt x="7334" y="4811"/>
                    <a:pt x="6426" y="4241"/>
                    <a:pt x="5634" y="4241"/>
                  </a:cubicBezTo>
                  <a:cubicBezTo>
                    <a:pt x="5365" y="4241"/>
                    <a:pt x="5108" y="4307"/>
                    <a:pt x="4883" y="4446"/>
                  </a:cubicBezTo>
                  <a:cubicBezTo>
                    <a:pt x="4243" y="4848"/>
                    <a:pt x="4030" y="5742"/>
                    <a:pt x="4261" y="6690"/>
                  </a:cubicBezTo>
                  <a:cubicBezTo>
                    <a:pt x="3720" y="6607"/>
                    <a:pt x="3200" y="6427"/>
                    <a:pt x="2722" y="6162"/>
                  </a:cubicBezTo>
                  <a:cubicBezTo>
                    <a:pt x="2688" y="5764"/>
                    <a:pt x="2742" y="5364"/>
                    <a:pt x="2876" y="4988"/>
                  </a:cubicBezTo>
                  <a:cubicBezTo>
                    <a:pt x="3352" y="3659"/>
                    <a:pt x="3477" y="2795"/>
                    <a:pt x="3260" y="2349"/>
                  </a:cubicBezTo>
                  <a:cubicBezTo>
                    <a:pt x="3197" y="2204"/>
                    <a:pt x="3078" y="2091"/>
                    <a:pt x="2929" y="2037"/>
                  </a:cubicBezTo>
                  <a:cubicBezTo>
                    <a:pt x="2885" y="2022"/>
                    <a:pt x="2839" y="2015"/>
                    <a:pt x="2795" y="2015"/>
                  </a:cubicBezTo>
                  <a:cubicBezTo>
                    <a:pt x="2616" y="2015"/>
                    <a:pt x="2450" y="2128"/>
                    <a:pt x="2390" y="2307"/>
                  </a:cubicBezTo>
                  <a:cubicBezTo>
                    <a:pt x="2338" y="2463"/>
                    <a:pt x="2382" y="2636"/>
                    <a:pt x="2501" y="2749"/>
                  </a:cubicBezTo>
                  <a:cubicBezTo>
                    <a:pt x="2524" y="2865"/>
                    <a:pt x="2563" y="3334"/>
                    <a:pt x="2075" y="4701"/>
                  </a:cubicBezTo>
                  <a:cubicBezTo>
                    <a:pt x="1975" y="4976"/>
                    <a:pt x="1910" y="5262"/>
                    <a:pt x="1878" y="5554"/>
                  </a:cubicBezTo>
                  <a:cubicBezTo>
                    <a:pt x="1451" y="5186"/>
                    <a:pt x="1159" y="4685"/>
                    <a:pt x="1053" y="4131"/>
                  </a:cubicBezTo>
                  <a:cubicBezTo>
                    <a:pt x="878" y="2941"/>
                    <a:pt x="979" y="1725"/>
                    <a:pt x="1351" y="581"/>
                  </a:cubicBezTo>
                  <a:cubicBezTo>
                    <a:pt x="1436" y="361"/>
                    <a:pt x="1326" y="114"/>
                    <a:pt x="1105" y="29"/>
                  </a:cubicBezTo>
                  <a:cubicBezTo>
                    <a:pt x="1056" y="10"/>
                    <a:pt x="1004" y="1"/>
                    <a:pt x="9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1"/>
            <p:cNvSpPr/>
            <p:nvPr/>
          </p:nvSpPr>
          <p:spPr>
            <a:xfrm>
              <a:off x="3578564" y="2645057"/>
              <a:ext cx="570506" cy="649541"/>
            </a:xfrm>
            <a:custGeom>
              <a:avLst/>
              <a:gdLst/>
              <a:ahLst/>
              <a:cxnLst/>
              <a:rect l="l" t="t" r="r" b="b"/>
              <a:pathLst>
                <a:path w="12430" h="14152" extrusionOk="0">
                  <a:moveTo>
                    <a:pt x="3496" y="7557"/>
                  </a:moveTo>
                  <a:lnTo>
                    <a:pt x="3496" y="7557"/>
                  </a:lnTo>
                  <a:cubicBezTo>
                    <a:pt x="3874" y="7679"/>
                    <a:pt x="4266" y="7752"/>
                    <a:pt x="4662" y="7770"/>
                  </a:cubicBezTo>
                  <a:cubicBezTo>
                    <a:pt x="4687" y="7818"/>
                    <a:pt x="4714" y="7864"/>
                    <a:pt x="4744" y="7910"/>
                  </a:cubicBezTo>
                  <a:cubicBezTo>
                    <a:pt x="4836" y="8059"/>
                    <a:pt x="4940" y="8200"/>
                    <a:pt x="5052" y="8336"/>
                  </a:cubicBezTo>
                  <a:cubicBezTo>
                    <a:pt x="4489" y="8297"/>
                    <a:pt x="3961" y="8050"/>
                    <a:pt x="3571" y="7643"/>
                  </a:cubicBezTo>
                  <a:lnTo>
                    <a:pt x="3571" y="7642"/>
                  </a:lnTo>
                  <a:cubicBezTo>
                    <a:pt x="3545" y="7615"/>
                    <a:pt x="3520" y="7587"/>
                    <a:pt x="3496" y="7557"/>
                  </a:cubicBezTo>
                  <a:close/>
                  <a:moveTo>
                    <a:pt x="3212" y="7244"/>
                  </a:moveTo>
                  <a:cubicBezTo>
                    <a:pt x="3192" y="7244"/>
                    <a:pt x="3173" y="7249"/>
                    <a:pt x="3155" y="7259"/>
                  </a:cubicBezTo>
                  <a:cubicBezTo>
                    <a:pt x="3106" y="7291"/>
                    <a:pt x="3090" y="7356"/>
                    <a:pt x="3121" y="7407"/>
                  </a:cubicBezTo>
                  <a:cubicBezTo>
                    <a:pt x="3206" y="7544"/>
                    <a:pt x="3305" y="7672"/>
                    <a:pt x="3417" y="7789"/>
                  </a:cubicBezTo>
                  <a:cubicBezTo>
                    <a:pt x="3893" y="8282"/>
                    <a:pt x="4546" y="8560"/>
                    <a:pt x="5229" y="8560"/>
                  </a:cubicBezTo>
                  <a:cubicBezTo>
                    <a:pt x="5252" y="8560"/>
                    <a:pt x="5275" y="8560"/>
                    <a:pt x="5298" y="8559"/>
                  </a:cubicBezTo>
                  <a:lnTo>
                    <a:pt x="5298" y="8561"/>
                  </a:lnTo>
                  <a:cubicBezTo>
                    <a:pt x="5324" y="8561"/>
                    <a:pt x="5351" y="8550"/>
                    <a:pt x="5371" y="8531"/>
                  </a:cubicBezTo>
                  <a:cubicBezTo>
                    <a:pt x="5414" y="8491"/>
                    <a:pt x="5417" y="8424"/>
                    <a:pt x="5377" y="8380"/>
                  </a:cubicBezTo>
                  <a:cubicBezTo>
                    <a:pt x="5207" y="8200"/>
                    <a:pt x="5055" y="8002"/>
                    <a:pt x="4924" y="7792"/>
                  </a:cubicBezTo>
                  <a:cubicBezTo>
                    <a:pt x="4887" y="7730"/>
                    <a:pt x="4852" y="7670"/>
                    <a:pt x="4820" y="7609"/>
                  </a:cubicBezTo>
                  <a:cubicBezTo>
                    <a:pt x="4802" y="7575"/>
                    <a:pt x="4766" y="7554"/>
                    <a:pt x="4729" y="7553"/>
                  </a:cubicBezTo>
                  <a:cubicBezTo>
                    <a:pt x="4221" y="7535"/>
                    <a:pt x="3721" y="7432"/>
                    <a:pt x="3249" y="7250"/>
                  </a:cubicBezTo>
                  <a:cubicBezTo>
                    <a:pt x="3237" y="7246"/>
                    <a:pt x="3224" y="7244"/>
                    <a:pt x="3212" y="7244"/>
                  </a:cubicBezTo>
                  <a:close/>
                  <a:moveTo>
                    <a:pt x="1069" y="198"/>
                  </a:moveTo>
                  <a:cubicBezTo>
                    <a:pt x="1111" y="198"/>
                    <a:pt x="1154" y="206"/>
                    <a:pt x="1196" y="224"/>
                  </a:cubicBezTo>
                  <a:cubicBezTo>
                    <a:pt x="1358" y="294"/>
                    <a:pt x="1432" y="482"/>
                    <a:pt x="1362" y="644"/>
                  </a:cubicBezTo>
                  <a:cubicBezTo>
                    <a:pt x="984" y="1805"/>
                    <a:pt x="882" y="3040"/>
                    <a:pt x="1060" y="4249"/>
                  </a:cubicBezTo>
                  <a:cubicBezTo>
                    <a:pt x="1166" y="4828"/>
                    <a:pt x="1467" y="5355"/>
                    <a:pt x="1913" y="5741"/>
                  </a:cubicBezTo>
                  <a:cubicBezTo>
                    <a:pt x="1934" y="5760"/>
                    <a:pt x="1960" y="5769"/>
                    <a:pt x="1986" y="5769"/>
                  </a:cubicBezTo>
                  <a:cubicBezTo>
                    <a:pt x="1999" y="5769"/>
                    <a:pt x="2012" y="5767"/>
                    <a:pt x="2024" y="5763"/>
                  </a:cubicBezTo>
                  <a:cubicBezTo>
                    <a:pt x="2062" y="5748"/>
                    <a:pt x="2089" y="5714"/>
                    <a:pt x="2092" y="5672"/>
                  </a:cubicBezTo>
                  <a:cubicBezTo>
                    <a:pt x="2122" y="5388"/>
                    <a:pt x="2186" y="5106"/>
                    <a:pt x="2283" y="4837"/>
                  </a:cubicBezTo>
                  <a:cubicBezTo>
                    <a:pt x="2762" y="3480"/>
                    <a:pt x="2741" y="2979"/>
                    <a:pt x="2708" y="2828"/>
                  </a:cubicBezTo>
                  <a:cubicBezTo>
                    <a:pt x="2704" y="2807"/>
                    <a:pt x="2694" y="2788"/>
                    <a:pt x="2679" y="2772"/>
                  </a:cubicBezTo>
                  <a:cubicBezTo>
                    <a:pt x="2589" y="2687"/>
                    <a:pt x="2557" y="2557"/>
                    <a:pt x="2595" y="2440"/>
                  </a:cubicBezTo>
                  <a:cubicBezTo>
                    <a:pt x="2622" y="2359"/>
                    <a:pt x="2679" y="2292"/>
                    <a:pt x="2756" y="2253"/>
                  </a:cubicBezTo>
                  <a:cubicBezTo>
                    <a:pt x="2800" y="2231"/>
                    <a:pt x="2849" y="2219"/>
                    <a:pt x="2897" y="2219"/>
                  </a:cubicBezTo>
                  <a:cubicBezTo>
                    <a:pt x="2932" y="2219"/>
                    <a:pt x="2967" y="2225"/>
                    <a:pt x="3000" y="2237"/>
                  </a:cubicBezTo>
                  <a:cubicBezTo>
                    <a:pt x="3121" y="2283"/>
                    <a:pt x="3218" y="2377"/>
                    <a:pt x="3267" y="2495"/>
                  </a:cubicBezTo>
                  <a:cubicBezTo>
                    <a:pt x="3471" y="2909"/>
                    <a:pt x="3338" y="3775"/>
                    <a:pt x="2880" y="5054"/>
                  </a:cubicBezTo>
                  <a:cubicBezTo>
                    <a:pt x="2737" y="5444"/>
                    <a:pt x="2683" y="5861"/>
                    <a:pt x="2722" y="6274"/>
                  </a:cubicBezTo>
                  <a:cubicBezTo>
                    <a:pt x="2725" y="6309"/>
                    <a:pt x="2744" y="6339"/>
                    <a:pt x="2775" y="6357"/>
                  </a:cubicBezTo>
                  <a:cubicBezTo>
                    <a:pt x="3264" y="6629"/>
                    <a:pt x="3797" y="6811"/>
                    <a:pt x="4349" y="6896"/>
                  </a:cubicBezTo>
                  <a:cubicBezTo>
                    <a:pt x="4356" y="6897"/>
                    <a:pt x="4362" y="6898"/>
                    <a:pt x="4368" y="6898"/>
                  </a:cubicBezTo>
                  <a:cubicBezTo>
                    <a:pt x="4396" y="6898"/>
                    <a:pt x="4424" y="6885"/>
                    <a:pt x="4443" y="6863"/>
                  </a:cubicBezTo>
                  <a:cubicBezTo>
                    <a:pt x="4465" y="6836"/>
                    <a:pt x="4474" y="6801"/>
                    <a:pt x="4465" y="6766"/>
                  </a:cubicBezTo>
                  <a:cubicBezTo>
                    <a:pt x="4236" y="5830"/>
                    <a:pt x="4461" y="4995"/>
                    <a:pt x="5045" y="4634"/>
                  </a:cubicBezTo>
                  <a:cubicBezTo>
                    <a:pt x="5245" y="4507"/>
                    <a:pt x="5481" y="4444"/>
                    <a:pt x="5736" y="4444"/>
                  </a:cubicBezTo>
                  <a:cubicBezTo>
                    <a:pt x="5978" y="4444"/>
                    <a:pt x="6237" y="4501"/>
                    <a:pt x="6501" y="4615"/>
                  </a:cubicBezTo>
                  <a:cubicBezTo>
                    <a:pt x="7099" y="4896"/>
                    <a:pt x="7601" y="5350"/>
                    <a:pt x="7938" y="5919"/>
                  </a:cubicBezTo>
                  <a:cubicBezTo>
                    <a:pt x="8399" y="6676"/>
                    <a:pt x="8579" y="7535"/>
                    <a:pt x="8399" y="8220"/>
                  </a:cubicBezTo>
                  <a:cubicBezTo>
                    <a:pt x="8392" y="8245"/>
                    <a:pt x="8395" y="8273"/>
                    <a:pt x="8408" y="8297"/>
                  </a:cubicBezTo>
                  <a:cubicBezTo>
                    <a:pt x="8426" y="8333"/>
                    <a:pt x="8463" y="8353"/>
                    <a:pt x="8501" y="8353"/>
                  </a:cubicBezTo>
                  <a:cubicBezTo>
                    <a:pt x="8519" y="8353"/>
                    <a:pt x="8536" y="8349"/>
                    <a:pt x="8552" y="8340"/>
                  </a:cubicBezTo>
                  <a:lnTo>
                    <a:pt x="9191" y="8008"/>
                  </a:lnTo>
                  <a:lnTo>
                    <a:pt x="9580" y="9056"/>
                  </a:lnTo>
                  <a:cubicBezTo>
                    <a:pt x="9598" y="9093"/>
                    <a:pt x="9636" y="9116"/>
                    <a:pt x="9676" y="9116"/>
                  </a:cubicBezTo>
                  <a:cubicBezTo>
                    <a:pt x="9680" y="9116"/>
                    <a:pt x="9683" y="9116"/>
                    <a:pt x="9687" y="9116"/>
                  </a:cubicBezTo>
                  <a:cubicBezTo>
                    <a:pt x="10415" y="9207"/>
                    <a:pt x="11182" y="9765"/>
                    <a:pt x="11685" y="10575"/>
                  </a:cubicBezTo>
                  <a:cubicBezTo>
                    <a:pt x="12044" y="11130"/>
                    <a:pt x="12227" y="11781"/>
                    <a:pt x="12214" y="12441"/>
                  </a:cubicBezTo>
                  <a:cubicBezTo>
                    <a:pt x="12188" y="13032"/>
                    <a:pt x="11947" y="13492"/>
                    <a:pt x="11548" y="13738"/>
                  </a:cubicBezTo>
                  <a:cubicBezTo>
                    <a:pt x="11338" y="13869"/>
                    <a:pt x="11100" y="13931"/>
                    <a:pt x="10848" y="13931"/>
                  </a:cubicBezTo>
                  <a:cubicBezTo>
                    <a:pt x="10094" y="13931"/>
                    <a:pt x="9223" y="13377"/>
                    <a:pt x="8654" y="12459"/>
                  </a:cubicBezTo>
                  <a:cubicBezTo>
                    <a:pt x="8421" y="12089"/>
                    <a:pt x="8259" y="11680"/>
                    <a:pt x="8174" y="11251"/>
                  </a:cubicBezTo>
                  <a:cubicBezTo>
                    <a:pt x="8168" y="11220"/>
                    <a:pt x="8149" y="11194"/>
                    <a:pt x="8121" y="11178"/>
                  </a:cubicBezTo>
                  <a:cubicBezTo>
                    <a:pt x="8106" y="11171"/>
                    <a:pt x="8088" y="11166"/>
                    <a:pt x="8070" y="11166"/>
                  </a:cubicBezTo>
                  <a:lnTo>
                    <a:pt x="8060" y="11172"/>
                  </a:lnTo>
                  <a:cubicBezTo>
                    <a:pt x="8049" y="11166"/>
                    <a:pt x="8040" y="11162"/>
                    <a:pt x="8030" y="11157"/>
                  </a:cubicBezTo>
                  <a:lnTo>
                    <a:pt x="5990" y="11979"/>
                  </a:lnTo>
                  <a:lnTo>
                    <a:pt x="5686" y="11284"/>
                  </a:lnTo>
                  <a:lnTo>
                    <a:pt x="6477" y="10935"/>
                  </a:lnTo>
                  <a:cubicBezTo>
                    <a:pt x="6528" y="10916"/>
                    <a:pt x="6554" y="10859"/>
                    <a:pt x="6536" y="10807"/>
                  </a:cubicBezTo>
                  <a:lnTo>
                    <a:pt x="6370" y="10253"/>
                  </a:lnTo>
                  <a:cubicBezTo>
                    <a:pt x="6362" y="10225"/>
                    <a:pt x="6343" y="10203"/>
                    <a:pt x="6318" y="10189"/>
                  </a:cubicBezTo>
                  <a:cubicBezTo>
                    <a:pt x="6304" y="10184"/>
                    <a:pt x="6290" y="10181"/>
                    <a:pt x="6275" y="10181"/>
                  </a:cubicBezTo>
                  <a:cubicBezTo>
                    <a:pt x="6261" y="10181"/>
                    <a:pt x="6247" y="10184"/>
                    <a:pt x="6234" y="10189"/>
                  </a:cubicBezTo>
                  <a:lnTo>
                    <a:pt x="5491" y="10440"/>
                  </a:lnTo>
                  <a:lnTo>
                    <a:pt x="5296" y="10012"/>
                  </a:lnTo>
                  <a:lnTo>
                    <a:pt x="6562" y="9362"/>
                  </a:lnTo>
                  <a:cubicBezTo>
                    <a:pt x="6599" y="9341"/>
                    <a:pt x="6621" y="9302"/>
                    <a:pt x="6620" y="9259"/>
                  </a:cubicBezTo>
                  <a:cubicBezTo>
                    <a:pt x="6617" y="9216"/>
                    <a:pt x="6587" y="9180"/>
                    <a:pt x="6545" y="9168"/>
                  </a:cubicBezTo>
                  <a:cubicBezTo>
                    <a:pt x="6472" y="9144"/>
                    <a:pt x="6402" y="9116"/>
                    <a:pt x="6332" y="9085"/>
                  </a:cubicBezTo>
                  <a:cubicBezTo>
                    <a:pt x="6321" y="9082"/>
                    <a:pt x="6310" y="9080"/>
                    <a:pt x="6298" y="9080"/>
                  </a:cubicBezTo>
                  <a:cubicBezTo>
                    <a:pt x="6287" y="9080"/>
                    <a:pt x="6275" y="9082"/>
                    <a:pt x="6264" y="9085"/>
                  </a:cubicBezTo>
                  <a:cubicBezTo>
                    <a:pt x="5922" y="9165"/>
                    <a:pt x="5591" y="9205"/>
                    <a:pt x="5275" y="9205"/>
                  </a:cubicBezTo>
                  <a:cubicBezTo>
                    <a:pt x="4350" y="9205"/>
                    <a:pt x="3546" y="8867"/>
                    <a:pt x="2944" y="8232"/>
                  </a:cubicBezTo>
                  <a:cubicBezTo>
                    <a:pt x="2557" y="7818"/>
                    <a:pt x="2287" y="7310"/>
                    <a:pt x="2161" y="6757"/>
                  </a:cubicBezTo>
                  <a:cubicBezTo>
                    <a:pt x="2155" y="6731"/>
                    <a:pt x="2138" y="6707"/>
                    <a:pt x="2116" y="6692"/>
                  </a:cubicBezTo>
                  <a:cubicBezTo>
                    <a:pt x="1164" y="6073"/>
                    <a:pt x="566" y="5240"/>
                    <a:pt x="427" y="4345"/>
                  </a:cubicBezTo>
                  <a:cubicBezTo>
                    <a:pt x="228" y="3028"/>
                    <a:pt x="344" y="1680"/>
                    <a:pt x="765" y="416"/>
                  </a:cubicBezTo>
                  <a:cubicBezTo>
                    <a:pt x="768" y="407"/>
                    <a:pt x="771" y="400"/>
                    <a:pt x="776" y="391"/>
                  </a:cubicBezTo>
                  <a:cubicBezTo>
                    <a:pt x="827" y="270"/>
                    <a:pt x="945" y="198"/>
                    <a:pt x="1069" y="198"/>
                  </a:cubicBezTo>
                  <a:close/>
                  <a:moveTo>
                    <a:pt x="1052" y="0"/>
                  </a:moveTo>
                  <a:cubicBezTo>
                    <a:pt x="836" y="0"/>
                    <a:pt x="633" y="132"/>
                    <a:pt x="552" y="346"/>
                  </a:cubicBezTo>
                  <a:cubicBezTo>
                    <a:pt x="119" y="1644"/>
                    <a:pt x="0" y="3028"/>
                    <a:pt x="203" y="4383"/>
                  </a:cubicBezTo>
                  <a:cubicBezTo>
                    <a:pt x="348" y="5325"/>
                    <a:pt x="969" y="6202"/>
                    <a:pt x="1949" y="6854"/>
                  </a:cubicBezTo>
                  <a:cubicBezTo>
                    <a:pt x="2086" y="7427"/>
                    <a:pt x="2372" y="7955"/>
                    <a:pt x="2777" y="8383"/>
                  </a:cubicBezTo>
                  <a:cubicBezTo>
                    <a:pt x="3417" y="9059"/>
                    <a:pt x="4273" y="9422"/>
                    <a:pt x="5253" y="9422"/>
                  </a:cubicBezTo>
                  <a:cubicBezTo>
                    <a:pt x="5548" y="9422"/>
                    <a:pt x="5853" y="9390"/>
                    <a:pt x="6167" y="9323"/>
                  </a:cubicBezTo>
                  <a:lnTo>
                    <a:pt x="6167" y="9323"/>
                  </a:lnTo>
                  <a:lnTo>
                    <a:pt x="5091" y="9875"/>
                  </a:lnTo>
                  <a:cubicBezTo>
                    <a:pt x="5040" y="9902"/>
                    <a:pt x="5018" y="9963"/>
                    <a:pt x="5042" y="10014"/>
                  </a:cubicBezTo>
                  <a:lnTo>
                    <a:pt x="5322" y="10626"/>
                  </a:lnTo>
                  <a:cubicBezTo>
                    <a:pt x="5339" y="10666"/>
                    <a:pt x="5377" y="10689"/>
                    <a:pt x="5418" y="10689"/>
                  </a:cubicBezTo>
                  <a:cubicBezTo>
                    <a:pt x="5429" y="10689"/>
                    <a:pt x="5440" y="10687"/>
                    <a:pt x="5451" y="10684"/>
                  </a:cubicBezTo>
                  <a:lnTo>
                    <a:pt x="6181" y="10441"/>
                  </a:lnTo>
                  <a:lnTo>
                    <a:pt x="6289" y="10798"/>
                  </a:lnTo>
                  <a:lnTo>
                    <a:pt x="5485" y="11151"/>
                  </a:lnTo>
                  <a:cubicBezTo>
                    <a:pt x="5460" y="11162"/>
                    <a:pt x="5439" y="11184"/>
                    <a:pt x="5430" y="11211"/>
                  </a:cubicBezTo>
                  <a:cubicBezTo>
                    <a:pt x="5418" y="11236"/>
                    <a:pt x="5418" y="11266"/>
                    <a:pt x="5430" y="11291"/>
                  </a:cubicBezTo>
                  <a:lnTo>
                    <a:pt x="5817" y="12182"/>
                  </a:lnTo>
                  <a:cubicBezTo>
                    <a:pt x="5835" y="12221"/>
                    <a:pt x="5873" y="12245"/>
                    <a:pt x="5914" y="12245"/>
                  </a:cubicBezTo>
                  <a:cubicBezTo>
                    <a:pt x="5927" y="12245"/>
                    <a:pt x="5941" y="12242"/>
                    <a:pt x="5954" y="12237"/>
                  </a:cubicBezTo>
                  <a:lnTo>
                    <a:pt x="7991" y="11424"/>
                  </a:lnTo>
                  <a:cubicBezTo>
                    <a:pt x="8088" y="11832"/>
                    <a:pt x="8250" y="12222"/>
                    <a:pt x="8474" y="12578"/>
                  </a:cubicBezTo>
                  <a:cubicBezTo>
                    <a:pt x="9083" y="13563"/>
                    <a:pt x="10030" y="14152"/>
                    <a:pt x="10859" y="14152"/>
                  </a:cubicBezTo>
                  <a:cubicBezTo>
                    <a:pt x="10864" y="14152"/>
                    <a:pt x="10870" y="14152"/>
                    <a:pt x="10875" y="14152"/>
                  </a:cubicBezTo>
                  <a:cubicBezTo>
                    <a:pt x="11149" y="14152"/>
                    <a:pt x="11416" y="14077"/>
                    <a:pt x="11651" y="13936"/>
                  </a:cubicBezTo>
                  <a:cubicBezTo>
                    <a:pt x="12110" y="13653"/>
                    <a:pt x="12381" y="13132"/>
                    <a:pt x="12416" y="12469"/>
                  </a:cubicBezTo>
                  <a:cubicBezTo>
                    <a:pt x="12430" y="11762"/>
                    <a:pt x="12230" y="11065"/>
                    <a:pt x="11843" y="10472"/>
                  </a:cubicBezTo>
                  <a:cubicBezTo>
                    <a:pt x="11322" y="9636"/>
                    <a:pt x="10527" y="9046"/>
                    <a:pt x="9753" y="8925"/>
                  </a:cubicBezTo>
                  <a:lnTo>
                    <a:pt x="9345" y="7822"/>
                  </a:lnTo>
                  <a:cubicBezTo>
                    <a:pt x="9336" y="7794"/>
                    <a:pt x="9313" y="7771"/>
                    <a:pt x="9285" y="7761"/>
                  </a:cubicBezTo>
                  <a:cubicBezTo>
                    <a:pt x="9272" y="7754"/>
                    <a:pt x="9257" y="7750"/>
                    <a:pt x="9242" y="7750"/>
                  </a:cubicBezTo>
                  <a:cubicBezTo>
                    <a:pt x="9227" y="7750"/>
                    <a:pt x="9212" y="7754"/>
                    <a:pt x="9199" y="7761"/>
                  </a:cubicBezTo>
                  <a:lnTo>
                    <a:pt x="8642" y="8045"/>
                  </a:lnTo>
                  <a:cubicBezTo>
                    <a:pt x="8731" y="7259"/>
                    <a:pt x="8542" y="6466"/>
                    <a:pt x="8109" y="5803"/>
                  </a:cubicBezTo>
                  <a:cubicBezTo>
                    <a:pt x="7748" y="5197"/>
                    <a:pt x="7214" y="4713"/>
                    <a:pt x="6575" y="4417"/>
                  </a:cubicBezTo>
                  <a:cubicBezTo>
                    <a:pt x="6284" y="4290"/>
                    <a:pt x="5997" y="4227"/>
                    <a:pt x="5727" y="4227"/>
                  </a:cubicBezTo>
                  <a:cubicBezTo>
                    <a:pt x="5434" y="4227"/>
                    <a:pt x="5160" y="4301"/>
                    <a:pt x="4921" y="4448"/>
                  </a:cubicBezTo>
                  <a:cubicBezTo>
                    <a:pt x="4293" y="4838"/>
                    <a:pt x="4023" y="5691"/>
                    <a:pt x="4214" y="6653"/>
                  </a:cubicBezTo>
                  <a:cubicBezTo>
                    <a:pt x="3761" y="6564"/>
                    <a:pt x="3325" y="6408"/>
                    <a:pt x="2918" y="6189"/>
                  </a:cubicBezTo>
                  <a:cubicBezTo>
                    <a:pt x="2896" y="5827"/>
                    <a:pt x="2947" y="5464"/>
                    <a:pt x="3069" y="5123"/>
                  </a:cubicBezTo>
                  <a:cubicBezTo>
                    <a:pt x="3562" y="3745"/>
                    <a:pt x="3684" y="2879"/>
                    <a:pt x="3448" y="2399"/>
                  </a:cubicBezTo>
                  <a:cubicBezTo>
                    <a:pt x="3374" y="2228"/>
                    <a:pt x="3233" y="2096"/>
                    <a:pt x="3057" y="2032"/>
                  </a:cubicBezTo>
                  <a:cubicBezTo>
                    <a:pt x="3003" y="2014"/>
                    <a:pt x="2947" y="2005"/>
                    <a:pt x="2890" y="2005"/>
                  </a:cubicBezTo>
                  <a:cubicBezTo>
                    <a:pt x="2807" y="2005"/>
                    <a:pt x="2724" y="2024"/>
                    <a:pt x="2649" y="2061"/>
                  </a:cubicBezTo>
                  <a:cubicBezTo>
                    <a:pt x="2606" y="2084"/>
                    <a:pt x="2565" y="2112"/>
                    <a:pt x="2528" y="2145"/>
                  </a:cubicBezTo>
                  <a:cubicBezTo>
                    <a:pt x="2311" y="2343"/>
                    <a:pt x="2295" y="2681"/>
                    <a:pt x="2494" y="2898"/>
                  </a:cubicBezTo>
                  <a:cubicBezTo>
                    <a:pt x="2513" y="3028"/>
                    <a:pt x="2516" y="3506"/>
                    <a:pt x="2067" y="4764"/>
                  </a:cubicBezTo>
                  <a:cubicBezTo>
                    <a:pt x="1989" y="4981"/>
                    <a:pt x="1933" y="5206"/>
                    <a:pt x="1897" y="5434"/>
                  </a:cubicBezTo>
                  <a:cubicBezTo>
                    <a:pt x="1565" y="5103"/>
                    <a:pt x="1342" y="4680"/>
                    <a:pt x="1257" y="4220"/>
                  </a:cubicBezTo>
                  <a:cubicBezTo>
                    <a:pt x="1084" y="3047"/>
                    <a:pt x="1185" y="1850"/>
                    <a:pt x="1552" y="723"/>
                  </a:cubicBezTo>
                  <a:cubicBezTo>
                    <a:pt x="1656" y="447"/>
                    <a:pt x="1516" y="139"/>
                    <a:pt x="1240" y="35"/>
                  </a:cubicBezTo>
                  <a:cubicBezTo>
                    <a:pt x="1178" y="11"/>
                    <a:pt x="1114" y="0"/>
                    <a:pt x="10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1"/>
            <p:cNvSpPr/>
            <p:nvPr/>
          </p:nvSpPr>
          <p:spPr>
            <a:xfrm>
              <a:off x="4141635" y="3197892"/>
              <a:ext cx="1060967" cy="1455960"/>
            </a:xfrm>
            <a:custGeom>
              <a:avLst/>
              <a:gdLst/>
              <a:ahLst/>
              <a:cxnLst/>
              <a:rect l="l" t="t" r="r" b="b"/>
              <a:pathLst>
                <a:path w="23116" h="31722" extrusionOk="0">
                  <a:moveTo>
                    <a:pt x="7444" y="0"/>
                  </a:moveTo>
                  <a:cubicBezTo>
                    <a:pt x="6732" y="0"/>
                    <a:pt x="6043" y="131"/>
                    <a:pt x="5394" y="403"/>
                  </a:cubicBezTo>
                  <a:lnTo>
                    <a:pt x="1" y="2465"/>
                  </a:lnTo>
                  <a:lnTo>
                    <a:pt x="1980" y="4422"/>
                  </a:lnTo>
                  <a:cubicBezTo>
                    <a:pt x="730" y="7979"/>
                    <a:pt x="1103" y="13227"/>
                    <a:pt x="3300" y="18476"/>
                  </a:cubicBezTo>
                  <a:cubicBezTo>
                    <a:pt x="5532" y="23808"/>
                    <a:pt x="9089" y="27804"/>
                    <a:pt x="12557" y="29351"/>
                  </a:cubicBezTo>
                  <a:lnTo>
                    <a:pt x="10444" y="30100"/>
                  </a:lnTo>
                  <a:lnTo>
                    <a:pt x="12250" y="31721"/>
                  </a:lnTo>
                  <a:lnTo>
                    <a:pt x="17643" y="29659"/>
                  </a:lnTo>
                  <a:cubicBezTo>
                    <a:pt x="22183" y="27765"/>
                    <a:pt x="23115" y="19674"/>
                    <a:pt x="19738" y="11594"/>
                  </a:cubicBezTo>
                  <a:cubicBezTo>
                    <a:pt x="16840" y="4670"/>
                    <a:pt x="11707" y="0"/>
                    <a:pt x="7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1"/>
            <p:cNvSpPr/>
            <p:nvPr/>
          </p:nvSpPr>
          <p:spPr>
            <a:xfrm>
              <a:off x="4136540" y="3192063"/>
              <a:ext cx="1071661" cy="1466976"/>
            </a:xfrm>
            <a:custGeom>
              <a:avLst/>
              <a:gdLst/>
              <a:ahLst/>
              <a:cxnLst/>
              <a:rect l="l" t="t" r="r" b="b"/>
              <a:pathLst>
                <a:path w="23349" h="31962" extrusionOk="0">
                  <a:moveTo>
                    <a:pt x="7574" y="228"/>
                  </a:moveTo>
                  <a:cubicBezTo>
                    <a:pt x="9273" y="228"/>
                    <a:pt x="11143" y="984"/>
                    <a:pt x="13043" y="2466"/>
                  </a:cubicBezTo>
                  <a:cubicBezTo>
                    <a:pt x="15740" y="4568"/>
                    <a:pt x="18119" y="7869"/>
                    <a:pt x="19748" y="11761"/>
                  </a:cubicBezTo>
                  <a:cubicBezTo>
                    <a:pt x="23102" y="19776"/>
                    <a:pt x="22194" y="27819"/>
                    <a:pt x="17715" y="29694"/>
                  </a:cubicBezTo>
                  <a:lnTo>
                    <a:pt x="12385" y="31731"/>
                  </a:lnTo>
                  <a:lnTo>
                    <a:pt x="10759" y="30275"/>
                  </a:lnTo>
                  <a:lnTo>
                    <a:pt x="12708" y="29585"/>
                  </a:lnTo>
                  <a:cubicBezTo>
                    <a:pt x="12736" y="29575"/>
                    <a:pt x="12757" y="29553"/>
                    <a:pt x="12769" y="29526"/>
                  </a:cubicBezTo>
                  <a:cubicBezTo>
                    <a:pt x="12790" y="29471"/>
                    <a:pt x="12763" y="29408"/>
                    <a:pt x="12708" y="29387"/>
                  </a:cubicBezTo>
                  <a:cubicBezTo>
                    <a:pt x="9162" y="27799"/>
                    <a:pt x="5627" y="23622"/>
                    <a:pt x="3507" y="18560"/>
                  </a:cubicBezTo>
                  <a:cubicBezTo>
                    <a:pt x="1388" y="13497"/>
                    <a:pt x="895" y="8271"/>
                    <a:pt x="2189" y="4583"/>
                  </a:cubicBezTo>
                  <a:cubicBezTo>
                    <a:pt x="2202" y="4544"/>
                    <a:pt x="2193" y="4501"/>
                    <a:pt x="2164" y="4473"/>
                  </a:cubicBezTo>
                  <a:lnTo>
                    <a:pt x="301" y="2633"/>
                  </a:lnTo>
                  <a:lnTo>
                    <a:pt x="5543" y="627"/>
                  </a:lnTo>
                  <a:cubicBezTo>
                    <a:pt x="6183" y="360"/>
                    <a:pt x="6864" y="228"/>
                    <a:pt x="7574" y="228"/>
                  </a:cubicBezTo>
                  <a:close/>
                  <a:moveTo>
                    <a:pt x="7564" y="1"/>
                  </a:moveTo>
                  <a:cubicBezTo>
                    <a:pt x="6829" y="1"/>
                    <a:pt x="6125" y="137"/>
                    <a:pt x="5466" y="413"/>
                  </a:cubicBezTo>
                  <a:lnTo>
                    <a:pt x="73" y="2475"/>
                  </a:lnTo>
                  <a:cubicBezTo>
                    <a:pt x="40" y="2488"/>
                    <a:pt x="15" y="2518"/>
                    <a:pt x="8" y="2554"/>
                  </a:cubicBezTo>
                  <a:cubicBezTo>
                    <a:pt x="0" y="2588"/>
                    <a:pt x="12" y="2624"/>
                    <a:pt x="37" y="2649"/>
                  </a:cubicBezTo>
                  <a:lnTo>
                    <a:pt x="1967" y="4568"/>
                  </a:lnTo>
                  <a:cubicBezTo>
                    <a:pt x="684" y="8308"/>
                    <a:pt x="1178" y="13542"/>
                    <a:pt x="3313" y="18643"/>
                  </a:cubicBezTo>
                  <a:cubicBezTo>
                    <a:pt x="5448" y="23744"/>
                    <a:pt x="8825" y="27766"/>
                    <a:pt x="12385" y="29472"/>
                  </a:cubicBezTo>
                  <a:lnTo>
                    <a:pt x="10518" y="30132"/>
                  </a:lnTo>
                  <a:cubicBezTo>
                    <a:pt x="10484" y="30145"/>
                    <a:pt x="10458" y="30175"/>
                    <a:pt x="10451" y="30212"/>
                  </a:cubicBezTo>
                  <a:cubicBezTo>
                    <a:pt x="10442" y="30249"/>
                    <a:pt x="10455" y="30288"/>
                    <a:pt x="10484" y="30312"/>
                  </a:cubicBezTo>
                  <a:lnTo>
                    <a:pt x="12291" y="31933"/>
                  </a:lnTo>
                  <a:cubicBezTo>
                    <a:pt x="12309" y="31951"/>
                    <a:pt x="12334" y="31962"/>
                    <a:pt x="12361" y="31962"/>
                  </a:cubicBezTo>
                  <a:lnTo>
                    <a:pt x="12361" y="31960"/>
                  </a:lnTo>
                  <a:lnTo>
                    <a:pt x="12400" y="31939"/>
                  </a:lnTo>
                  <a:lnTo>
                    <a:pt x="17797" y="29876"/>
                  </a:lnTo>
                  <a:cubicBezTo>
                    <a:pt x="22382" y="27956"/>
                    <a:pt x="23348" y="19787"/>
                    <a:pt x="19949" y="11663"/>
                  </a:cubicBezTo>
                  <a:cubicBezTo>
                    <a:pt x="18305" y="7737"/>
                    <a:pt x="15917" y="4419"/>
                    <a:pt x="13176" y="2280"/>
                  </a:cubicBezTo>
                  <a:cubicBezTo>
                    <a:pt x="11246" y="774"/>
                    <a:pt x="9316" y="1"/>
                    <a:pt x="7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1"/>
            <p:cNvSpPr/>
            <p:nvPr/>
          </p:nvSpPr>
          <p:spPr>
            <a:xfrm>
              <a:off x="4151640" y="3230525"/>
              <a:ext cx="983905" cy="1423236"/>
            </a:xfrm>
            <a:custGeom>
              <a:avLst/>
              <a:gdLst/>
              <a:ahLst/>
              <a:cxnLst/>
              <a:rect l="l" t="t" r="r" b="b"/>
              <a:pathLst>
                <a:path w="21437" h="31009" extrusionOk="0">
                  <a:moveTo>
                    <a:pt x="6127" y="1"/>
                  </a:moveTo>
                  <a:cubicBezTo>
                    <a:pt x="5414" y="1"/>
                    <a:pt x="4725" y="131"/>
                    <a:pt x="4075" y="404"/>
                  </a:cubicBezTo>
                  <a:lnTo>
                    <a:pt x="0" y="1960"/>
                  </a:lnTo>
                  <a:lnTo>
                    <a:pt x="1768" y="3711"/>
                  </a:lnTo>
                  <a:cubicBezTo>
                    <a:pt x="518" y="7268"/>
                    <a:pt x="892" y="12516"/>
                    <a:pt x="3088" y="17765"/>
                  </a:cubicBezTo>
                  <a:cubicBezTo>
                    <a:pt x="5322" y="23097"/>
                    <a:pt x="8879" y="27093"/>
                    <a:pt x="12345" y="28640"/>
                  </a:cubicBezTo>
                  <a:lnTo>
                    <a:pt x="10853" y="29167"/>
                  </a:lnTo>
                  <a:cubicBezTo>
                    <a:pt x="10983" y="29231"/>
                    <a:pt x="11111" y="29294"/>
                    <a:pt x="11239" y="29350"/>
                  </a:cubicBezTo>
                  <a:lnTo>
                    <a:pt x="10488" y="29617"/>
                  </a:lnTo>
                  <a:lnTo>
                    <a:pt x="12038" y="31009"/>
                  </a:lnTo>
                  <a:lnTo>
                    <a:pt x="17431" y="28947"/>
                  </a:lnTo>
                  <a:cubicBezTo>
                    <a:pt x="17506" y="28917"/>
                    <a:pt x="17577" y="28880"/>
                    <a:pt x="17646" y="28846"/>
                  </a:cubicBezTo>
                  <a:cubicBezTo>
                    <a:pt x="21008" y="26039"/>
                    <a:pt x="21436" y="18813"/>
                    <a:pt x="18418" y="11593"/>
                  </a:cubicBezTo>
                  <a:lnTo>
                    <a:pt x="18420" y="11593"/>
                  </a:lnTo>
                  <a:cubicBezTo>
                    <a:pt x="15522" y="4671"/>
                    <a:pt x="10389" y="1"/>
                    <a:pt x="6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1"/>
            <p:cNvSpPr/>
            <p:nvPr/>
          </p:nvSpPr>
          <p:spPr>
            <a:xfrm>
              <a:off x="4146362" y="3225385"/>
              <a:ext cx="992855" cy="1433654"/>
            </a:xfrm>
            <a:custGeom>
              <a:avLst/>
              <a:gdLst/>
              <a:ahLst/>
              <a:cxnLst/>
              <a:rect l="l" t="t" r="r" b="b"/>
              <a:pathLst>
                <a:path w="21632" h="31236" extrusionOk="0">
                  <a:moveTo>
                    <a:pt x="6255" y="215"/>
                  </a:moveTo>
                  <a:cubicBezTo>
                    <a:pt x="7952" y="215"/>
                    <a:pt x="9822" y="970"/>
                    <a:pt x="11723" y="2452"/>
                  </a:cubicBezTo>
                  <a:cubicBezTo>
                    <a:pt x="14418" y="4555"/>
                    <a:pt x="16799" y="7856"/>
                    <a:pt x="18428" y="11748"/>
                  </a:cubicBezTo>
                  <a:cubicBezTo>
                    <a:pt x="21392" y="18828"/>
                    <a:pt x="21084" y="26027"/>
                    <a:pt x="17698" y="28874"/>
                  </a:cubicBezTo>
                  <a:lnTo>
                    <a:pt x="17640" y="28902"/>
                  </a:lnTo>
                  <a:cubicBezTo>
                    <a:pt x="17594" y="28925"/>
                    <a:pt x="17546" y="28949"/>
                    <a:pt x="17501" y="28968"/>
                  </a:cubicBezTo>
                  <a:lnTo>
                    <a:pt x="12171" y="31005"/>
                  </a:lnTo>
                  <a:lnTo>
                    <a:pt x="10801" y="29776"/>
                  </a:lnTo>
                  <a:lnTo>
                    <a:pt x="11397" y="29564"/>
                  </a:lnTo>
                  <a:cubicBezTo>
                    <a:pt x="11425" y="29553"/>
                    <a:pt x="11447" y="29529"/>
                    <a:pt x="11459" y="29501"/>
                  </a:cubicBezTo>
                  <a:cubicBezTo>
                    <a:pt x="11479" y="29447"/>
                    <a:pt x="11450" y="29386"/>
                    <a:pt x="11397" y="29367"/>
                  </a:cubicBezTo>
                  <a:lnTo>
                    <a:pt x="11245" y="29297"/>
                  </a:lnTo>
                  <a:lnTo>
                    <a:pt x="12494" y="28853"/>
                  </a:lnTo>
                  <a:cubicBezTo>
                    <a:pt x="12522" y="28841"/>
                    <a:pt x="12543" y="28821"/>
                    <a:pt x="12555" y="28794"/>
                  </a:cubicBezTo>
                  <a:cubicBezTo>
                    <a:pt x="12576" y="28739"/>
                    <a:pt x="12549" y="28676"/>
                    <a:pt x="12494" y="28655"/>
                  </a:cubicBezTo>
                  <a:cubicBezTo>
                    <a:pt x="8948" y="27067"/>
                    <a:pt x="5413" y="22890"/>
                    <a:pt x="3293" y="17828"/>
                  </a:cubicBezTo>
                  <a:cubicBezTo>
                    <a:pt x="1172" y="12765"/>
                    <a:pt x="681" y="7538"/>
                    <a:pt x="1975" y="3851"/>
                  </a:cubicBezTo>
                  <a:cubicBezTo>
                    <a:pt x="1988" y="3812"/>
                    <a:pt x="1978" y="3769"/>
                    <a:pt x="1950" y="3739"/>
                  </a:cubicBezTo>
                  <a:lnTo>
                    <a:pt x="298" y="2106"/>
                  </a:lnTo>
                  <a:lnTo>
                    <a:pt x="4223" y="614"/>
                  </a:lnTo>
                  <a:cubicBezTo>
                    <a:pt x="4863" y="347"/>
                    <a:pt x="5544" y="215"/>
                    <a:pt x="6255" y="215"/>
                  </a:cubicBezTo>
                  <a:close/>
                  <a:moveTo>
                    <a:pt x="6249" y="1"/>
                  </a:moveTo>
                  <a:cubicBezTo>
                    <a:pt x="5514" y="1"/>
                    <a:pt x="4810" y="137"/>
                    <a:pt x="4150" y="413"/>
                  </a:cubicBezTo>
                  <a:lnTo>
                    <a:pt x="75" y="1972"/>
                  </a:lnTo>
                  <a:cubicBezTo>
                    <a:pt x="41" y="1984"/>
                    <a:pt x="15" y="2014"/>
                    <a:pt x="8" y="2050"/>
                  </a:cubicBezTo>
                  <a:cubicBezTo>
                    <a:pt x="1" y="2085"/>
                    <a:pt x="11" y="2121"/>
                    <a:pt x="36" y="2148"/>
                  </a:cubicBezTo>
                  <a:lnTo>
                    <a:pt x="1758" y="3853"/>
                  </a:lnTo>
                  <a:cubicBezTo>
                    <a:pt x="474" y="7594"/>
                    <a:pt x="968" y="12826"/>
                    <a:pt x="3104" y="17928"/>
                  </a:cubicBezTo>
                  <a:cubicBezTo>
                    <a:pt x="5237" y="23029"/>
                    <a:pt x="8616" y="27052"/>
                    <a:pt x="12176" y="28757"/>
                  </a:cubicBezTo>
                  <a:lnTo>
                    <a:pt x="10932" y="29196"/>
                  </a:lnTo>
                  <a:cubicBezTo>
                    <a:pt x="10891" y="29211"/>
                    <a:pt x="10864" y="29248"/>
                    <a:pt x="10859" y="29290"/>
                  </a:cubicBezTo>
                  <a:cubicBezTo>
                    <a:pt x="10856" y="29333"/>
                    <a:pt x="10880" y="29373"/>
                    <a:pt x="10919" y="29392"/>
                  </a:cubicBezTo>
                  <a:lnTo>
                    <a:pt x="11071" y="29467"/>
                  </a:lnTo>
                  <a:lnTo>
                    <a:pt x="10560" y="29635"/>
                  </a:lnTo>
                  <a:cubicBezTo>
                    <a:pt x="10526" y="29647"/>
                    <a:pt x="10499" y="29678"/>
                    <a:pt x="10493" y="29714"/>
                  </a:cubicBezTo>
                  <a:cubicBezTo>
                    <a:pt x="10484" y="29751"/>
                    <a:pt x="10496" y="29790"/>
                    <a:pt x="10524" y="29815"/>
                  </a:cubicBezTo>
                  <a:lnTo>
                    <a:pt x="12077" y="31207"/>
                  </a:lnTo>
                  <a:cubicBezTo>
                    <a:pt x="12095" y="31225"/>
                    <a:pt x="12120" y="31236"/>
                    <a:pt x="12147" y="31236"/>
                  </a:cubicBezTo>
                  <a:lnTo>
                    <a:pt x="12147" y="31234"/>
                  </a:lnTo>
                  <a:lnTo>
                    <a:pt x="12189" y="31228"/>
                  </a:lnTo>
                  <a:lnTo>
                    <a:pt x="17586" y="29165"/>
                  </a:lnTo>
                  <a:cubicBezTo>
                    <a:pt x="17638" y="29142"/>
                    <a:pt x="17689" y="29117"/>
                    <a:pt x="17741" y="29092"/>
                  </a:cubicBezTo>
                  <a:lnTo>
                    <a:pt x="17808" y="29060"/>
                  </a:lnTo>
                  <a:lnTo>
                    <a:pt x="17832" y="29045"/>
                  </a:lnTo>
                  <a:cubicBezTo>
                    <a:pt x="21298" y="26146"/>
                    <a:pt x="21632" y="18836"/>
                    <a:pt x="18632" y="11665"/>
                  </a:cubicBezTo>
                  <a:cubicBezTo>
                    <a:pt x="16988" y="7737"/>
                    <a:pt x="14600" y="4420"/>
                    <a:pt x="11858" y="2282"/>
                  </a:cubicBezTo>
                  <a:cubicBezTo>
                    <a:pt x="9929" y="775"/>
                    <a:pt x="8000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1"/>
            <p:cNvSpPr/>
            <p:nvPr/>
          </p:nvSpPr>
          <p:spPr>
            <a:xfrm>
              <a:off x="4149575" y="3255906"/>
              <a:ext cx="915976" cy="1397946"/>
            </a:xfrm>
            <a:custGeom>
              <a:avLst/>
              <a:gdLst/>
              <a:ahLst/>
              <a:cxnLst/>
              <a:rect l="l" t="t" r="r" b="b"/>
              <a:pathLst>
                <a:path w="19957" h="30458" extrusionOk="0">
                  <a:moveTo>
                    <a:pt x="4584" y="1"/>
                  </a:moveTo>
                  <a:cubicBezTo>
                    <a:pt x="3872" y="1"/>
                    <a:pt x="3184" y="131"/>
                    <a:pt x="2535" y="403"/>
                  </a:cubicBezTo>
                  <a:lnTo>
                    <a:pt x="1" y="1371"/>
                  </a:lnTo>
                  <a:lnTo>
                    <a:pt x="1807" y="3158"/>
                  </a:lnTo>
                  <a:cubicBezTo>
                    <a:pt x="557" y="6715"/>
                    <a:pt x="931" y="11963"/>
                    <a:pt x="3127" y="17212"/>
                  </a:cubicBezTo>
                  <a:cubicBezTo>
                    <a:pt x="5359" y="22544"/>
                    <a:pt x="8916" y="26540"/>
                    <a:pt x="12384" y="28087"/>
                  </a:cubicBezTo>
                  <a:lnTo>
                    <a:pt x="10271" y="28836"/>
                  </a:lnTo>
                  <a:lnTo>
                    <a:pt x="12077" y="30457"/>
                  </a:lnTo>
                  <a:lnTo>
                    <a:pt x="15954" y="28964"/>
                  </a:lnTo>
                  <a:cubicBezTo>
                    <a:pt x="19459" y="26265"/>
                    <a:pt x="19957" y="18924"/>
                    <a:pt x="16878" y="11594"/>
                  </a:cubicBezTo>
                  <a:cubicBezTo>
                    <a:pt x="13979" y="4669"/>
                    <a:pt x="8846" y="1"/>
                    <a:pt x="4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1"/>
            <p:cNvSpPr/>
            <p:nvPr/>
          </p:nvSpPr>
          <p:spPr>
            <a:xfrm>
              <a:off x="4144526" y="3250491"/>
              <a:ext cx="925294" cy="1408548"/>
            </a:xfrm>
            <a:custGeom>
              <a:avLst/>
              <a:gdLst/>
              <a:ahLst/>
              <a:cxnLst/>
              <a:rect l="l" t="t" r="r" b="b"/>
              <a:pathLst>
                <a:path w="20160" h="30689" extrusionOk="0">
                  <a:moveTo>
                    <a:pt x="4717" y="220"/>
                  </a:moveTo>
                  <a:cubicBezTo>
                    <a:pt x="6415" y="220"/>
                    <a:pt x="8291" y="975"/>
                    <a:pt x="10189" y="2457"/>
                  </a:cubicBezTo>
                  <a:cubicBezTo>
                    <a:pt x="12883" y="4561"/>
                    <a:pt x="15265" y="7862"/>
                    <a:pt x="16894" y="11752"/>
                  </a:cubicBezTo>
                  <a:cubicBezTo>
                    <a:pt x="19878" y="18878"/>
                    <a:pt x="19498" y="26290"/>
                    <a:pt x="16015" y="29006"/>
                  </a:cubicBezTo>
                  <a:lnTo>
                    <a:pt x="12211" y="30458"/>
                  </a:lnTo>
                  <a:lnTo>
                    <a:pt x="10585" y="29002"/>
                  </a:lnTo>
                  <a:lnTo>
                    <a:pt x="12542" y="28312"/>
                  </a:lnTo>
                  <a:cubicBezTo>
                    <a:pt x="12568" y="28302"/>
                    <a:pt x="12591" y="28280"/>
                    <a:pt x="12601" y="28253"/>
                  </a:cubicBezTo>
                  <a:cubicBezTo>
                    <a:pt x="12622" y="28198"/>
                    <a:pt x="12595" y="28135"/>
                    <a:pt x="12542" y="28114"/>
                  </a:cubicBezTo>
                  <a:cubicBezTo>
                    <a:pt x="8995" y="26526"/>
                    <a:pt x="5459" y="22349"/>
                    <a:pt x="3339" y="17287"/>
                  </a:cubicBezTo>
                  <a:cubicBezTo>
                    <a:pt x="1220" y="12224"/>
                    <a:pt x="727" y="6998"/>
                    <a:pt x="2021" y="3310"/>
                  </a:cubicBezTo>
                  <a:cubicBezTo>
                    <a:pt x="2034" y="3271"/>
                    <a:pt x="2025" y="3228"/>
                    <a:pt x="1996" y="3200"/>
                  </a:cubicBezTo>
                  <a:lnTo>
                    <a:pt x="307" y="1529"/>
                  </a:lnTo>
                  <a:lnTo>
                    <a:pt x="2689" y="620"/>
                  </a:lnTo>
                  <a:cubicBezTo>
                    <a:pt x="3326" y="352"/>
                    <a:pt x="4006" y="220"/>
                    <a:pt x="4717" y="220"/>
                  </a:cubicBezTo>
                  <a:close/>
                  <a:moveTo>
                    <a:pt x="4705" y="1"/>
                  </a:moveTo>
                  <a:cubicBezTo>
                    <a:pt x="3970" y="1"/>
                    <a:pt x="3266" y="137"/>
                    <a:pt x="2606" y="413"/>
                  </a:cubicBezTo>
                  <a:lnTo>
                    <a:pt x="72" y="1380"/>
                  </a:lnTo>
                  <a:cubicBezTo>
                    <a:pt x="39" y="1394"/>
                    <a:pt x="14" y="1424"/>
                    <a:pt x="6" y="1459"/>
                  </a:cubicBezTo>
                  <a:cubicBezTo>
                    <a:pt x="0" y="1495"/>
                    <a:pt x="11" y="1531"/>
                    <a:pt x="36" y="1558"/>
                  </a:cubicBezTo>
                  <a:lnTo>
                    <a:pt x="1793" y="3295"/>
                  </a:lnTo>
                  <a:cubicBezTo>
                    <a:pt x="510" y="7035"/>
                    <a:pt x="1004" y="12269"/>
                    <a:pt x="3139" y="17370"/>
                  </a:cubicBezTo>
                  <a:cubicBezTo>
                    <a:pt x="5274" y="22471"/>
                    <a:pt x="8651" y="26493"/>
                    <a:pt x="12211" y="28199"/>
                  </a:cubicBezTo>
                  <a:lnTo>
                    <a:pt x="10344" y="28859"/>
                  </a:lnTo>
                  <a:cubicBezTo>
                    <a:pt x="10310" y="28872"/>
                    <a:pt x="10284" y="28902"/>
                    <a:pt x="10277" y="28939"/>
                  </a:cubicBezTo>
                  <a:cubicBezTo>
                    <a:pt x="10268" y="28976"/>
                    <a:pt x="10281" y="29015"/>
                    <a:pt x="10310" y="29039"/>
                  </a:cubicBezTo>
                  <a:lnTo>
                    <a:pt x="12117" y="30660"/>
                  </a:lnTo>
                  <a:cubicBezTo>
                    <a:pt x="12135" y="30678"/>
                    <a:pt x="12160" y="30689"/>
                    <a:pt x="12187" y="30689"/>
                  </a:cubicBezTo>
                  <a:lnTo>
                    <a:pt x="12187" y="30687"/>
                  </a:lnTo>
                  <a:lnTo>
                    <a:pt x="12226" y="30675"/>
                  </a:lnTo>
                  <a:lnTo>
                    <a:pt x="16100" y="29192"/>
                  </a:lnTo>
                  <a:lnTo>
                    <a:pt x="16128" y="29177"/>
                  </a:lnTo>
                  <a:cubicBezTo>
                    <a:pt x="19756" y="26368"/>
                    <a:pt x="20159" y="19002"/>
                    <a:pt x="17086" y="11663"/>
                  </a:cubicBezTo>
                  <a:cubicBezTo>
                    <a:pt x="15444" y="7738"/>
                    <a:pt x="13055" y="4419"/>
                    <a:pt x="10316" y="2280"/>
                  </a:cubicBezTo>
                  <a:cubicBezTo>
                    <a:pt x="8385" y="774"/>
                    <a:pt x="6456" y="1"/>
                    <a:pt x="4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1"/>
            <p:cNvSpPr/>
            <p:nvPr/>
          </p:nvSpPr>
          <p:spPr>
            <a:xfrm>
              <a:off x="4152513" y="3284960"/>
              <a:ext cx="844514" cy="1368893"/>
            </a:xfrm>
            <a:custGeom>
              <a:avLst/>
              <a:gdLst/>
              <a:ahLst/>
              <a:cxnLst/>
              <a:rect l="l" t="t" r="r" b="b"/>
              <a:pathLst>
                <a:path w="18400" h="29825" extrusionOk="0">
                  <a:moveTo>
                    <a:pt x="3098" y="0"/>
                  </a:moveTo>
                  <a:cubicBezTo>
                    <a:pt x="2385" y="0"/>
                    <a:pt x="1697" y="131"/>
                    <a:pt x="1047" y="403"/>
                  </a:cubicBezTo>
                  <a:lnTo>
                    <a:pt x="1" y="802"/>
                  </a:lnTo>
                  <a:lnTo>
                    <a:pt x="1743" y="2525"/>
                  </a:lnTo>
                  <a:cubicBezTo>
                    <a:pt x="493" y="6082"/>
                    <a:pt x="866" y="11330"/>
                    <a:pt x="3063" y="16579"/>
                  </a:cubicBezTo>
                  <a:cubicBezTo>
                    <a:pt x="5295" y="21911"/>
                    <a:pt x="8852" y="25907"/>
                    <a:pt x="12320" y="27456"/>
                  </a:cubicBezTo>
                  <a:lnTo>
                    <a:pt x="10207" y="28203"/>
                  </a:lnTo>
                  <a:lnTo>
                    <a:pt x="12013" y="29824"/>
                  </a:lnTo>
                  <a:lnTo>
                    <a:pt x="14659" y="28813"/>
                  </a:lnTo>
                  <a:cubicBezTo>
                    <a:pt x="17987" y="25983"/>
                    <a:pt x="18399" y="18786"/>
                    <a:pt x="15390" y="11592"/>
                  </a:cubicBezTo>
                  <a:lnTo>
                    <a:pt x="15392" y="11592"/>
                  </a:lnTo>
                  <a:cubicBezTo>
                    <a:pt x="12493" y="4670"/>
                    <a:pt x="7360" y="0"/>
                    <a:pt x="30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1"/>
            <p:cNvSpPr/>
            <p:nvPr/>
          </p:nvSpPr>
          <p:spPr>
            <a:xfrm>
              <a:off x="4147097" y="3279865"/>
              <a:ext cx="853326" cy="1379174"/>
            </a:xfrm>
            <a:custGeom>
              <a:avLst/>
              <a:gdLst/>
              <a:ahLst/>
              <a:cxnLst/>
              <a:rect l="l" t="t" r="r" b="b"/>
              <a:pathLst>
                <a:path w="18592" h="30049" extrusionOk="0">
                  <a:moveTo>
                    <a:pt x="3209" y="218"/>
                  </a:moveTo>
                  <a:cubicBezTo>
                    <a:pt x="7427" y="218"/>
                    <a:pt x="12525" y="4872"/>
                    <a:pt x="15402" y="11745"/>
                  </a:cubicBezTo>
                  <a:cubicBezTo>
                    <a:pt x="18349" y="18786"/>
                    <a:pt x="18057" y="25969"/>
                    <a:pt x="14713" y="28837"/>
                  </a:cubicBezTo>
                  <a:lnTo>
                    <a:pt x="12155" y="29818"/>
                  </a:lnTo>
                  <a:lnTo>
                    <a:pt x="10529" y="28362"/>
                  </a:lnTo>
                  <a:lnTo>
                    <a:pt x="12472" y="27672"/>
                  </a:lnTo>
                  <a:cubicBezTo>
                    <a:pt x="12499" y="27662"/>
                    <a:pt x="12521" y="27640"/>
                    <a:pt x="12532" y="27613"/>
                  </a:cubicBezTo>
                  <a:cubicBezTo>
                    <a:pt x="12554" y="27558"/>
                    <a:pt x="12527" y="27495"/>
                    <a:pt x="12472" y="27474"/>
                  </a:cubicBezTo>
                  <a:cubicBezTo>
                    <a:pt x="8926" y="25886"/>
                    <a:pt x="5389" y="21709"/>
                    <a:pt x="3271" y="16647"/>
                  </a:cubicBezTo>
                  <a:cubicBezTo>
                    <a:pt x="1150" y="11584"/>
                    <a:pt x="658" y="6358"/>
                    <a:pt x="1953" y="2670"/>
                  </a:cubicBezTo>
                  <a:cubicBezTo>
                    <a:pt x="1966" y="2631"/>
                    <a:pt x="1956" y="2588"/>
                    <a:pt x="1928" y="2560"/>
                  </a:cubicBezTo>
                  <a:lnTo>
                    <a:pt x="305" y="953"/>
                  </a:lnTo>
                  <a:lnTo>
                    <a:pt x="1198" y="612"/>
                  </a:lnTo>
                  <a:cubicBezTo>
                    <a:pt x="1835" y="346"/>
                    <a:pt x="2510" y="218"/>
                    <a:pt x="3209" y="218"/>
                  </a:cubicBezTo>
                  <a:close/>
                  <a:moveTo>
                    <a:pt x="3205" y="0"/>
                  </a:moveTo>
                  <a:cubicBezTo>
                    <a:pt x="2483" y="0"/>
                    <a:pt x="1785" y="133"/>
                    <a:pt x="1127" y="408"/>
                  </a:cubicBezTo>
                  <a:lnTo>
                    <a:pt x="83" y="806"/>
                  </a:lnTo>
                  <a:cubicBezTo>
                    <a:pt x="66" y="812"/>
                    <a:pt x="53" y="821"/>
                    <a:pt x="41" y="833"/>
                  </a:cubicBezTo>
                  <a:cubicBezTo>
                    <a:pt x="1" y="874"/>
                    <a:pt x="1" y="943"/>
                    <a:pt x="44" y="983"/>
                  </a:cubicBezTo>
                  <a:lnTo>
                    <a:pt x="1737" y="2655"/>
                  </a:lnTo>
                  <a:cubicBezTo>
                    <a:pt x="454" y="6395"/>
                    <a:pt x="948" y="11629"/>
                    <a:pt x="3083" y="16730"/>
                  </a:cubicBezTo>
                  <a:cubicBezTo>
                    <a:pt x="5218" y="21831"/>
                    <a:pt x="8595" y="25853"/>
                    <a:pt x="12155" y="27559"/>
                  </a:cubicBezTo>
                  <a:lnTo>
                    <a:pt x="10288" y="28219"/>
                  </a:lnTo>
                  <a:cubicBezTo>
                    <a:pt x="10254" y="28232"/>
                    <a:pt x="10228" y="28262"/>
                    <a:pt x="10221" y="28299"/>
                  </a:cubicBezTo>
                  <a:cubicBezTo>
                    <a:pt x="10212" y="28336"/>
                    <a:pt x="10225" y="28375"/>
                    <a:pt x="10254" y="28399"/>
                  </a:cubicBezTo>
                  <a:lnTo>
                    <a:pt x="12061" y="30020"/>
                  </a:lnTo>
                  <a:cubicBezTo>
                    <a:pt x="12079" y="30038"/>
                    <a:pt x="12104" y="30049"/>
                    <a:pt x="12131" y="30049"/>
                  </a:cubicBezTo>
                  <a:lnTo>
                    <a:pt x="12131" y="30047"/>
                  </a:lnTo>
                  <a:lnTo>
                    <a:pt x="12170" y="30035"/>
                  </a:lnTo>
                  <a:lnTo>
                    <a:pt x="14814" y="29024"/>
                  </a:lnTo>
                  <a:cubicBezTo>
                    <a:pt x="14826" y="29020"/>
                    <a:pt x="14837" y="29014"/>
                    <a:pt x="14846" y="29005"/>
                  </a:cubicBezTo>
                  <a:cubicBezTo>
                    <a:pt x="18273" y="26085"/>
                    <a:pt x="18592" y="18791"/>
                    <a:pt x="15606" y="11657"/>
                  </a:cubicBezTo>
                  <a:cubicBezTo>
                    <a:pt x="12703" y="4700"/>
                    <a:pt x="7514" y="0"/>
                    <a:pt x="3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1"/>
            <p:cNvSpPr/>
            <p:nvPr/>
          </p:nvSpPr>
          <p:spPr>
            <a:xfrm>
              <a:off x="3938951" y="3292992"/>
              <a:ext cx="967106" cy="1379817"/>
            </a:xfrm>
            <a:custGeom>
              <a:avLst/>
              <a:gdLst/>
              <a:ahLst/>
              <a:cxnLst/>
              <a:rect l="l" t="t" r="r" b="b"/>
              <a:pathLst>
                <a:path w="21071" h="30063" extrusionOk="0">
                  <a:moveTo>
                    <a:pt x="6455" y="0"/>
                  </a:moveTo>
                  <a:cubicBezTo>
                    <a:pt x="5737" y="0"/>
                    <a:pt x="5051" y="132"/>
                    <a:pt x="4412" y="399"/>
                  </a:cubicBezTo>
                  <a:cubicBezTo>
                    <a:pt x="2233" y="1312"/>
                    <a:pt x="787" y="3729"/>
                    <a:pt x="394" y="7117"/>
                  </a:cubicBezTo>
                  <a:cubicBezTo>
                    <a:pt x="1" y="10506"/>
                    <a:pt x="693" y="14590"/>
                    <a:pt x="2317" y="18472"/>
                  </a:cubicBezTo>
                  <a:cubicBezTo>
                    <a:pt x="3940" y="22352"/>
                    <a:pt x="6364" y="25711"/>
                    <a:pt x="9055" y="27811"/>
                  </a:cubicBezTo>
                  <a:cubicBezTo>
                    <a:pt x="10956" y="29295"/>
                    <a:pt x="12882" y="30063"/>
                    <a:pt x="14617" y="30063"/>
                  </a:cubicBezTo>
                  <a:cubicBezTo>
                    <a:pt x="15336" y="30063"/>
                    <a:pt x="16022" y="29931"/>
                    <a:pt x="16660" y="29664"/>
                  </a:cubicBezTo>
                  <a:cubicBezTo>
                    <a:pt x="18840" y="28752"/>
                    <a:pt x="20284" y="26335"/>
                    <a:pt x="20677" y="22946"/>
                  </a:cubicBezTo>
                  <a:cubicBezTo>
                    <a:pt x="21071" y="19556"/>
                    <a:pt x="20380" y="15473"/>
                    <a:pt x="18755" y="11592"/>
                  </a:cubicBezTo>
                  <a:cubicBezTo>
                    <a:pt x="17131" y="7711"/>
                    <a:pt x="14707" y="4352"/>
                    <a:pt x="12018" y="2253"/>
                  </a:cubicBezTo>
                  <a:cubicBezTo>
                    <a:pt x="10115" y="769"/>
                    <a:pt x="8191" y="0"/>
                    <a:pt x="64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1"/>
            <p:cNvSpPr/>
            <p:nvPr/>
          </p:nvSpPr>
          <p:spPr>
            <a:xfrm>
              <a:off x="3934178" y="3287438"/>
              <a:ext cx="1026498" cy="1390189"/>
            </a:xfrm>
            <a:custGeom>
              <a:avLst/>
              <a:gdLst/>
              <a:ahLst/>
              <a:cxnLst/>
              <a:rect l="l" t="t" r="r" b="b"/>
              <a:pathLst>
                <a:path w="22365" h="30289" extrusionOk="0">
                  <a:moveTo>
                    <a:pt x="6582" y="215"/>
                  </a:moveTo>
                  <a:cubicBezTo>
                    <a:pt x="8285" y="215"/>
                    <a:pt x="10170" y="974"/>
                    <a:pt x="12065" y="2446"/>
                  </a:cubicBezTo>
                  <a:cubicBezTo>
                    <a:pt x="14762" y="4548"/>
                    <a:pt x="17141" y="7850"/>
                    <a:pt x="18770" y="11741"/>
                  </a:cubicBezTo>
                  <a:cubicBezTo>
                    <a:pt x="22124" y="19756"/>
                    <a:pt x="21212" y="27799"/>
                    <a:pt x="16735" y="29674"/>
                  </a:cubicBezTo>
                  <a:cubicBezTo>
                    <a:pt x="16095" y="29941"/>
                    <a:pt x="15414" y="30074"/>
                    <a:pt x="14703" y="30074"/>
                  </a:cubicBezTo>
                  <a:cubicBezTo>
                    <a:pt x="13005" y="30074"/>
                    <a:pt x="11136" y="29318"/>
                    <a:pt x="9236" y="27836"/>
                  </a:cubicBezTo>
                  <a:cubicBezTo>
                    <a:pt x="6540" y="25732"/>
                    <a:pt x="4162" y="22434"/>
                    <a:pt x="2529" y="18539"/>
                  </a:cubicBezTo>
                  <a:cubicBezTo>
                    <a:pt x="895" y="14646"/>
                    <a:pt x="219" y="10611"/>
                    <a:pt x="609" y="7237"/>
                  </a:cubicBezTo>
                  <a:cubicBezTo>
                    <a:pt x="1000" y="3864"/>
                    <a:pt x="2404" y="1509"/>
                    <a:pt x="4561" y="605"/>
                  </a:cubicBezTo>
                  <a:cubicBezTo>
                    <a:pt x="5186" y="350"/>
                    <a:pt x="5852" y="219"/>
                    <a:pt x="6526" y="219"/>
                  </a:cubicBezTo>
                  <a:cubicBezTo>
                    <a:pt x="6544" y="219"/>
                    <a:pt x="6563" y="219"/>
                    <a:pt x="6582" y="220"/>
                  </a:cubicBezTo>
                  <a:lnTo>
                    <a:pt x="6582" y="215"/>
                  </a:lnTo>
                  <a:close/>
                  <a:moveTo>
                    <a:pt x="6583" y="0"/>
                  </a:moveTo>
                  <a:cubicBezTo>
                    <a:pt x="5847" y="0"/>
                    <a:pt x="5142" y="137"/>
                    <a:pt x="4481" y="413"/>
                  </a:cubicBezTo>
                  <a:cubicBezTo>
                    <a:pt x="2247" y="1348"/>
                    <a:pt x="794" y="3787"/>
                    <a:pt x="397" y="7219"/>
                  </a:cubicBezTo>
                  <a:cubicBezTo>
                    <a:pt x="0" y="10650"/>
                    <a:pt x="676" y="14699"/>
                    <a:pt x="2329" y="18626"/>
                  </a:cubicBezTo>
                  <a:cubicBezTo>
                    <a:pt x="3982" y="22551"/>
                    <a:pt x="6376" y="25875"/>
                    <a:pt x="9099" y="28009"/>
                  </a:cubicBezTo>
                  <a:cubicBezTo>
                    <a:pt x="11029" y="29514"/>
                    <a:pt x="12960" y="30289"/>
                    <a:pt x="14710" y="30289"/>
                  </a:cubicBezTo>
                  <a:cubicBezTo>
                    <a:pt x="14717" y="30289"/>
                    <a:pt x="14725" y="30289"/>
                    <a:pt x="14732" y="30289"/>
                  </a:cubicBezTo>
                  <a:cubicBezTo>
                    <a:pt x="15447" y="30289"/>
                    <a:pt x="16153" y="30149"/>
                    <a:pt x="16813" y="29875"/>
                  </a:cubicBezTo>
                  <a:cubicBezTo>
                    <a:pt x="21398" y="27955"/>
                    <a:pt x="22364" y="19786"/>
                    <a:pt x="18965" y="11662"/>
                  </a:cubicBezTo>
                  <a:cubicBezTo>
                    <a:pt x="17321" y="7737"/>
                    <a:pt x="14931" y="4418"/>
                    <a:pt x="12192" y="2279"/>
                  </a:cubicBezTo>
                  <a:cubicBezTo>
                    <a:pt x="10263" y="773"/>
                    <a:pt x="8335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1"/>
            <p:cNvSpPr/>
            <p:nvPr/>
          </p:nvSpPr>
          <p:spPr>
            <a:xfrm>
              <a:off x="4923315" y="3906733"/>
              <a:ext cx="79035" cy="388568"/>
            </a:xfrm>
            <a:custGeom>
              <a:avLst/>
              <a:gdLst/>
              <a:ahLst/>
              <a:cxnLst/>
              <a:rect l="l" t="t" r="r" b="b"/>
              <a:pathLst>
                <a:path w="1722" h="8466" extrusionOk="0">
                  <a:moveTo>
                    <a:pt x="240" y="1"/>
                  </a:moveTo>
                  <a:cubicBezTo>
                    <a:pt x="219" y="1"/>
                    <a:pt x="197" y="4"/>
                    <a:pt x="176" y="11"/>
                  </a:cubicBezTo>
                  <a:cubicBezTo>
                    <a:pt x="63" y="45"/>
                    <a:pt x="0" y="164"/>
                    <a:pt x="34" y="276"/>
                  </a:cubicBezTo>
                  <a:cubicBezTo>
                    <a:pt x="903" y="3036"/>
                    <a:pt x="1284" y="5789"/>
                    <a:pt x="1139" y="8240"/>
                  </a:cubicBezTo>
                  <a:cubicBezTo>
                    <a:pt x="1132" y="8358"/>
                    <a:pt x="1221" y="8459"/>
                    <a:pt x="1340" y="8465"/>
                  </a:cubicBezTo>
                  <a:lnTo>
                    <a:pt x="1352" y="8465"/>
                  </a:lnTo>
                  <a:cubicBezTo>
                    <a:pt x="1353" y="8465"/>
                    <a:pt x="1354" y="8465"/>
                    <a:pt x="1355" y="8465"/>
                  </a:cubicBezTo>
                  <a:cubicBezTo>
                    <a:pt x="1467" y="8465"/>
                    <a:pt x="1559" y="8378"/>
                    <a:pt x="1565" y="8266"/>
                  </a:cubicBezTo>
                  <a:cubicBezTo>
                    <a:pt x="1721" y="5764"/>
                    <a:pt x="1325" y="2957"/>
                    <a:pt x="442" y="149"/>
                  </a:cubicBezTo>
                  <a:cubicBezTo>
                    <a:pt x="414" y="59"/>
                    <a:pt x="330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1"/>
            <p:cNvSpPr/>
            <p:nvPr/>
          </p:nvSpPr>
          <p:spPr>
            <a:xfrm>
              <a:off x="4989867" y="3880801"/>
              <a:ext cx="78577" cy="387742"/>
            </a:xfrm>
            <a:custGeom>
              <a:avLst/>
              <a:gdLst/>
              <a:ahLst/>
              <a:cxnLst/>
              <a:rect l="l" t="t" r="r" b="b"/>
              <a:pathLst>
                <a:path w="1712" h="8448" extrusionOk="0">
                  <a:moveTo>
                    <a:pt x="235" y="0"/>
                  </a:moveTo>
                  <a:cubicBezTo>
                    <a:pt x="219" y="0"/>
                    <a:pt x="204" y="2"/>
                    <a:pt x="188" y="6"/>
                  </a:cubicBezTo>
                  <a:cubicBezTo>
                    <a:pt x="73" y="31"/>
                    <a:pt x="0" y="144"/>
                    <a:pt x="26" y="259"/>
                  </a:cubicBezTo>
                  <a:cubicBezTo>
                    <a:pt x="894" y="3019"/>
                    <a:pt x="1276" y="5772"/>
                    <a:pt x="1129" y="8223"/>
                  </a:cubicBezTo>
                  <a:cubicBezTo>
                    <a:pt x="1122" y="8341"/>
                    <a:pt x="1211" y="8442"/>
                    <a:pt x="1329" y="8448"/>
                  </a:cubicBezTo>
                  <a:lnTo>
                    <a:pt x="1342" y="8448"/>
                  </a:lnTo>
                  <a:cubicBezTo>
                    <a:pt x="1455" y="8448"/>
                    <a:pt x="1549" y="8360"/>
                    <a:pt x="1555" y="8248"/>
                  </a:cubicBezTo>
                  <a:cubicBezTo>
                    <a:pt x="1711" y="5747"/>
                    <a:pt x="1317" y="2937"/>
                    <a:pt x="431" y="132"/>
                  </a:cubicBezTo>
                  <a:cubicBezTo>
                    <a:pt x="398" y="50"/>
                    <a:pt x="320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1"/>
            <p:cNvSpPr/>
            <p:nvPr/>
          </p:nvSpPr>
          <p:spPr>
            <a:xfrm>
              <a:off x="5055454" y="3853171"/>
              <a:ext cx="79127" cy="388660"/>
            </a:xfrm>
            <a:custGeom>
              <a:avLst/>
              <a:gdLst/>
              <a:ahLst/>
              <a:cxnLst/>
              <a:rect l="l" t="t" r="r" b="b"/>
              <a:pathLst>
                <a:path w="1724" h="8468" extrusionOk="0">
                  <a:moveTo>
                    <a:pt x="240" y="0"/>
                  </a:moveTo>
                  <a:cubicBezTo>
                    <a:pt x="219" y="0"/>
                    <a:pt x="197" y="4"/>
                    <a:pt x="175" y="11"/>
                  </a:cubicBezTo>
                  <a:lnTo>
                    <a:pt x="174" y="11"/>
                  </a:lnTo>
                  <a:cubicBezTo>
                    <a:pt x="62" y="46"/>
                    <a:pt x="1" y="167"/>
                    <a:pt x="37" y="279"/>
                  </a:cubicBezTo>
                  <a:cubicBezTo>
                    <a:pt x="905" y="3036"/>
                    <a:pt x="1286" y="5789"/>
                    <a:pt x="1141" y="8241"/>
                  </a:cubicBezTo>
                  <a:cubicBezTo>
                    <a:pt x="1134" y="8359"/>
                    <a:pt x="1222" y="8460"/>
                    <a:pt x="1339" y="8468"/>
                  </a:cubicBezTo>
                  <a:lnTo>
                    <a:pt x="1353" y="8468"/>
                  </a:lnTo>
                  <a:cubicBezTo>
                    <a:pt x="1466" y="8468"/>
                    <a:pt x="1558" y="8380"/>
                    <a:pt x="1566" y="8268"/>
                  </a:cubicBezTo>
                  <a:cubicBezTo>
                    <a:pt x="1724" y="5764"/>
                    <a:pt x="1327" y="2957"/>
                    <a:pt x="445" y="150"/>
                  </a:cubicBezTo>
                  <a:cubicBezTo>
                    <a:pt x="443" y="150"/>
                    <a:pt x="443" y="149"/>
                    <a:pt x="443" y="149"/>
                  </a:cubicBezTo>
                  <a:cubicBezTo>
                    <a:pt x="414" y="58"/>
                    <a:pt x="330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1"/>
            <p:cNvSpPr/>
            <p:nvPr/>
          </p:nvSpPr>
          <p:spPr>
            <a:xfrm>
              <a:off x="4858737" y="3922430"/>
              <a:ext cx="79081" cy="388614"/>
            </a:xfrm>
            <a:custGeom>
              <a:avLst/>
              <a:gdLst/>
              <a:ahLst/>
              <a:cxnLst/>
              <a:rect l="l" t="t" r="r" b="b"/>
              <a:pathLst>
                <a:path w="1723" h="8467" extrusionOk="0">
                  <a:moveTo>
                    <a:pt x="239" y="0"/>
                  </a:moveTo>
                  <a:cubicBezTo>
                    <a:pt x="218" y="0"/>
                    <a:pt x="197" y="3"/>
                    <a:pt x="176" y="10"/>
                  </a:cubicBezTo>
                  <a:cubicBezTo>
                    <a:pt x="63" y="46"/>
                    <a:pt x="0" y="166"/>
                    <a:pt x="36" y="278"/>
                  </a:cubicBezTo>
                  <a:cubicBezTo>
                    <a:pt x="904" y="3035"/>
                    <a:pt x="1285" y="5790"/>
                    <a:pt x="1141" y="8241"/>
                  </a:cubicBezTo>
                  <a:lnTo>
                    <a:pt x="1141" y="8242"/>
                  </a:lnTo>
                  <a:cubicBezTo>
                    <a:pt x="1133" y="8358"/>
                    <a:pt x="1224" y="8460"/>
                    <a:pt x="1342" y="8467"/>
                  </a:cubicBezTo>
                  <a:lnTo>
                    <a:pt x="1354" y="8467"/>
                  </a:lnTo>
                  <a:cubicBezTo>
                    <a:pt x="1467" y="8467"/>
                    <a:pt x="1561" y="8379"/>
                    <a:pt x="1568" y="8266"/>
                  </a:cubicBezTo>
                  <a:cubicBezTo>
                    <a:pt x="1723" y="5763"/>
                    <a:pt x="1327" y="2956"/>
                    <a:pt x="444" y="150"/>
                  </a:cubicBezTo>
                  <a:cubicBezTo>
                    <a:pt x="415" y="59"/>
                    <a:pt x="330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1"/>
            <p:cNvSpPr/>
            <p:nvPr/>
          </p:nvSpPr>
          <p:spPr>
            <a:xfrm>
              <a:off x="4167842" y="3652828"/>
              <a:ext cx="486100" cy="660098"/>
            </a:xfrm>
            <a:custGeom>
              <a:avLst/>
              <a:gdLst/>
              <a:ahLst/>
              <a:cxnLst/>
              <a:rect l="l" t="t" r="r" b="b"/>
              <a:pathLst>
                <a:path w="10591" h="14382" extrusionOk="0">
                  <a:moveTo>
                    <a:pt x="3599" y="1"/>
                  </a:moveTo>
                  <a:cubicBezTo>
                    <a:pt x="3255" y="1"/>
                    <a:pt x="2927" y="64"/>
                    <a:pt x="2622" y="192"/>
                  </a:cubicBezTo>
                  <a:cubicBezTo>
                    <a:pt x="450" y="1101"/>
                    <a:pt x="0" y="4971"/>
                    <a:pt x="1619" y="8838"/>
                  </a:cubicBezTo>
                  <a:cubicBezTo>
                    <a:pt x="2396" y="10693"/>
                    <a:pt x="3554" y="12301"/>
                    <a:pt x="4842" y="13305"/>
                  </a:cubicBezTo>
                  <a:cubicBezTo>
                    <a:pt x="5752" y="14014"/>
                    <a:pt x="6672" y="14381"/>
                    <a:pt x="7502" y="14381"/>
                  </a:cubicBezTo>
                  <a:cubicBezTo>
                    <a:pt x="7846" y="14381"/>
                    <a:pt x="8174" y="14318"/>
                    <a:pt x="8480" y="14191"/>
                  </a:cubicBezTo>
                  <a:cubicBezTo>
                    <a:pt x="9523" y="13754"/>
                    <a:pt x="10214" y="12599"/>
                    <a:pt x="10403" y="10977"/>
                  </a:cubicBezTo>
                  <a:cubicBezTo>
                    <a:pt x="10591" y="9356"/>
                    <a:pt x="10260" y="7403"/>
                    <a:pt x="9483" y="5546"/>
                  </a:cubicBezTo>
                  <a:cubicBezTo>
                    <a:pt x="8706" y="3689"/>
                    <a:pt x="7548" y="2083"/>
                    <a:pt x="6260" y="1079"/>
                  </a:cubicBezTo>
                  <a:cubicBezTo>
                    <a:pt x="5350" y="368"/>
                    <a:pt x="4429" y="1"/>
                    <a:pt x="3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1"/>
            <p:cNvSpPr/>
            <p:nvPr/>
          </p:nvSpPr>
          <p:spPr>
            <a:xfrm>
              <a:off x="4162610" y="3647550"/>
              <a:ext cx="520661" cy="669874"/>
            </a:xfrm>
            <a:custGeom>
              <a:avLst/>
              <a:gdLst/>
              <a:ahLst/>
              <a:cxnLst/>
              <a:rect l="l" t="t" r="r" b="b"/>
              <a:pathLst>
                <a:path w="11344" h="14595" extrusionOk="0">
                  <a:moveTo>
                    <a:pt x="3712" y="223"/>
                  </a:moveTo>
                  <a:cubicBezTo>
                    <a:pt x="3716" y="223"/>
                    <a:pt x="3720" y="223"/>
                    <a:pt x="3723" y="223"/>
                  </a:cubicBezTo>
                  <a:cubicBezTo>
                    <a:pt x="4532" y="223"/>
                    <a:pt x="5416" y="573"/>
                    <a:pt x="6304" y="1280"/>
                  </a:cubicBezTo>
                  <a:cubicBezTo>
                    <a:pt x="7595" y="2281"/>
                    <a:pt x="8726" y="3853"/>
                    <a:pt x="9503" y="5705"/>
                  </a:cubicBezTo>
                  <a:cubicBezTo>
                    <a:pt x="11096" y="9519"/>
                    <a:pt x="10672" y="13321"/>
                    <a:pt x="8558" y="14210"/>
                  </a:cubicBezTo>
                  <a:cubicBezTo>
                    <a:pt x="8258" y="14337"/>
                    <a:pt x="7939" y="14397"/>
                    <a:pt x="7610" y="14397"/>
                  </a:cubicBezTo>
                  <a:cubicBezTo>
                    <a:pt x="5617" y="14397"/>
                    <a:pt x="3204" y="12188"/>
                    <a:pt x="1837" y="8916"/>
                  </a:cubicBezTo>
                  <a:cubicBezTo>
                    <a:pt x="244" y="5101"/>
                    <a:pt x="667" y="1294"/>
                    <a:pt x="2781" y="409"/>
                  </a:cubicBezTo>
                  <a:cubicBezTo>
                    <a:pt x="3077" y="286"/>
                    <a:pt x="3393" y="223"/>
                    <a:pt x="3712" y="223"/>
                  </a:cubicBezTo>
                  <a:close/>
                  <a:moveTo>
                    <a:pt x="3733" y="0"/>
                  </a:moveTo>
                  <a:cubicBezTo>
                    <a:pt x="3373" y="0"/>
                    <a:pt x="3028" y="67"/>
                    <a:pt x="2705" y="202"/>
                  </a:cubicBezTo>
                  <a:cubicBezTo>
                    <a:pt x="476" y="1131"/>
                    <a:pt x="1" y="5073"/>
                    <a:pt x="1639" y="8986"/>
                  </a:cubicBezTo>
                  <a:cubicBezTo>
                    <a:pt x="3041" y="12334"/>
                    <a:pt x="5543" y="14594"/>
                    <a:pt x="7629" y="14594"/>
                  </a:cubicBezTo>
                  <a:cubicBezTo>
                    <a:pt x="7636" y="14595"/>
                    <a:pt x="7643" y="14595"/>
                    <a:pt x="7650" y="14595"/>
                  </a:cubicBezTo>
                  <a:cubicBezTo>
                    <a:pt x="7990" y="14595"/>
                    <a:pt x="8325" y="14526"/>
                    <a:pt x="8638" y="14396"/>
                  </a:cubicBezTo>
                  <a:cubicBezTo>
                    <a:pt x="10870" y="13466"/>
                    <a:pt x="11344" y="9526"/>
                    <a:pt x="9706" y="5612"/>
                  </a:cubicBezTo>
                  <a:cubicBezTo>
                    <a:pt x="8917" y="3725"/>
                    <a:pt x="7775" y="2138"/>
                    <a:pt x="6450" y="1102"/>
                  </a:cubicBezTo>
                  <a:cubicBezTo>
                    <a:pt x="5517" y="374"/>
                    <a:pt x="4583" y="0"/>
                    <a:pt x="37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1"/>
            <p:cNvSpPr/>
            <p:nvPr/>
          </p:nvSpPr>
          <p:spPr>
            <a:xfrm>
              <a:off x="4262529" y="3736729"/>
              <a:ext cx="379894" cy="492297"/>
            </a:xfrm>
            <a:custGeom>
              <a:avLst/>
              <a:gdLst/>
              <a:ahLst/>
              <a:cxnLst/>
              <a:rect l="l" t="t" r="r" b="b"/>
              <a:pathLst>
                <a:path w="8277" h="10726" extrusionOk="0">
                  <a:moveTo>
                    <a:pt x="2686" y="1"/>
                  </a:moveTo>
                  <a:cubicBezTo>
                    <a:pt x="2432" y="1"/>
                    <a:pt x="2186" y="47"/>
                    <a:pt x="1954" y="144"/>
                  </a:cubicBezTo>
                  <a:cubicBezTo>
                    <a:pt x="336" y="822"/>
                    <a:pt x="1" y="3707"/>
                    <a:pt x="1208" y="6590"/>
                  </a:cubicBezTo>
                  <a:cubicBezTo>
                    <a:pt x="2242" y="9060"/>
                    <a:pt x="4071" y="10725"/>
                    <a:pt x="5592" y="10725"/>
                  </a:cubicBezTo>
                  <a:cubicBezTo>
                    <a:pt x="5846" y="10725"/>
                    <a:pt x="6091" y="10679"/>
                    <a:pt x="6323" y="10582"/>
                  </a:cubicBezTo>
                  <a:cubicBezTo>
                    <a:pt x="7941" y="9904"/>
                    <a:pt x="8276" y="7019"/>
                    <a:pt x="7070" y="4136"/>
                  </a:cubicBezTo>
                  <a:cubicBezTo>
                    <a:pt x="6037" y="1666"/>
                    <a:pt x="4208" y="1"/>
                    <a:pt x="268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1"/>
            <p:cNvSpPr/>
            <p:nvPr/>
          </p:nvSpPr>
          <p:spPr>
            <a:xfrm>
              <a:off x="4275242" y="3731680"/>
              <a:ext cx="372779" cy="501751"/>
            </a:xfrm>
            <a:custGeom>
              <a:avLst/>
              <a:gdLst/>
              <a:ahLst/>
              <a:cxnLst/>
              <a:rect l="l" t="t" r="r" b="b"/>
              <a:pathLst>
                <a:path w="8122" h="10932" extrusionOk="0">
                  <a:moveTo>
                    <a:pt x="2408" y="210"/>
                  </a:moveTo>
                  <a:cubicBezTo>
                    <a:pt x="2411" y="210"/>
                    <a:pt x="2415" y="210"/>
                    <a:pt x="2419" y="210"/>
                  </a:cubicBezTo>
                  <a:cubicBezTo>
                    <a:pt x="3893" y="210"/>
                    <a:pt x="5684" y="1853"/>
                    <a:pt x="6699" y="4280"/>
                  </a:cubicBezTo>
                  <a:cubicBezTo>
                    <a:pt x="7880" y="7103"/>
                    <a:pt x="7572" y="9931"/>
                    <a:pt x="6010" y="10586"/>
                  </a:cubicBezTo>
                  <a:cubicBezTo>
                    <a:pt x="5793" y="10676"/>
                    <a:pt x="5562" y="10723"/>
                    <a:pt x="5326" y="10723"/>
                  </a:cubicBezTo>
                  <a:cubicBezTo>
                    <a:pt x="5322" y="10723"/>
                    <a:pt x="5318" y="10723"/>
                    <a:pt x="5315" y="10723"/>
                  </a:cubicBezTo>
                  <a:cubicBezTo>
                    <a:pt x="3839" y="10723"/>
                    <a:pt x="2048" y="9078"/>
                    <a:pt x="1033" y="6652"/>
                  </a:cubicBezTo>
                  <a:cubicBezTo>
                    <a:pt x="458" y="5274"/>
                    <a:pt x="218" y="3832"/>
                    <a:pt x="355" y="2656"/>
                  </a:cubicBezTo>
                  <a:cubicBezTo>
                    <a:pt x="492" y="1478"/>
                    <a:pt x="977" y="658"/>
                    <a:pt x="1723" y="345"/>
                  </a:cubicBezTo>
                  <a:cubicBezTo>
                    <a:pt x="1940" y="256"/>
                    <a:pt x="2173" y="210"/>
                    <a:pt x="2408" y="210"/>
                  </a:cubicBezTo>
                  <a:close/>
                  <a:moveTo>
                    <a:pt x="2400" y="0"/>
                  </a:moveTo>
                  <a:cubicBezTo>
                    <a:pt x="2135" y="0"/>
                    <a:pt x="1879" y="49"/>
                    <a:pt x="1637" y="150"/>
                  </a:cubicBezTo>
                  <a:cubicBezTo>
                    <a:pt x="823" y="500"/>
                    <a:pt x="287" y="1398"/>
                    <a:pt x="144" y="2632"/>
                  </a:cubicBezTo>
                  <a:cubicBezTo>
                    <a:pt x="1" y="3867"/>
                    <a:pt x="246" y="5323"/>
                    <a:pt x="837" y="6736"/>
                  </a:cubicBezTo>
                  <a:cubicBezTo>
                    <a:pt x="1886" y="9240"/>
                    <a:pt x="3763" y="10932"/>
                    <a:pt x="5328" y="10932"/>
                  </a:cubicBezTo>
                  <a:cubicBezTo>
                    <a:pt x="5336" y="10932"/>
                    <a:pt x="5343" y="10932"/>
                    <a:pt x="5350" y="10932"/>
                  </a:cubicBezTo>
                  <a:cubicBezTo>
                    <a:pt x="5603" y="10932"/>
                    <a:pt x="5853" y="10883"/>
                    <a:pt x="6087" y="10787"/>
                  </a:cubicBezTo>
                  <a:cubicBezTo>
                    <a:pt x="7760" y="10087"/>
                    <a:pt x="8121" y="7136"/>
                    <a:pt x="6893" y="4202"/>
                  </a:cubicBezTo>
                  <a:cubicBezTo>
                    <a:pt x="5843" y="1692"/>
                    <a:pt x="3966" y="0"/>
                    <a:pt x="24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1"/>
            <p:cNvSpPr/>
            <p:nvPr/>
          </p:nvSpPr>
          <p:spPr>
            <a:xfrm>
              <a:off x="4137642" y="3172557"/>
              <a:ext cx="901473" cy="671205"/>
            </a:xfrm>
            <a:custGeom>
              <a:avLst/>
              <a:gdLst/>
              <a:ahLst/>
              <a:cxnLst/>
              <a:rect l="l" t="t" r="r" b="b"/>
              <a:pathLst>
                <a:path w="19641" h="14624" extrusionOk="0">
                  <a:moveTo>
                    <a:pt x="7735" y="0"/>
                  </a:moveTo>
                  <a:cubicBezTo>
                    <a:pt x="6982" y="0"/>
                    <a:pt x="6254" y="138"/>
                    <a:pt x="5567" y="425"/>
                  </a:cubicBezTo>
                  <a:lnTo>
                    <a:pt x="0" y="2091"/>
                  </a:lnTo>
                  <a:lnTo>
                    <a:pt x="2347" y="3720"/>
                  </a:lnTo>
                  <a:cubicBezTo>
                    <a:pt x="1470" y="5575"/>
                    <a:pt x="1088" y="7996"/>
                    <a:pt x="1237" y="10705"/>
                  </a:cubicBezTo>
                  <a:lnTo>
                    <a:pt x="9537" y="14624"/>
                  </a:lnTo>
                  <a:lnTo>
                    <a:pt x="13819" y="11690"/>
                  </a:lnTo>
                  <a:lnTo>
                    <a:pt x="19640" y="9932"/>
                  </a:lnTo>
                  <a:cubicBezTo>
                    <a:pt x="16487" y="3912"/>
                    <a:pt x="11750" y="0"/>
                    <a:pt x="7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1"/>
            <p:cNvSpPr/>
            <p:nvPr/>
          </p:nvSpPr>
          <p:spPr>
            <a:xfrm>
              <a:off x="4131950" y="3167737"/>
              <a:ext cx="911800" cy="680935"/>
            </a:xfrm>
            <a:custGeom>
              <a:avLst/>
              <a:gdLst/>
              <a:ahLst/>
              <a:cxnLst/>
              <a:rect l="l" t="t" r="r" b="b"/>
              <a:pathLst>
                <a:path w="19866" h="14836" extrusionOk="0">
                  <a:moveTo>
                    <a:pt x="7815" y="222"/>
                  </a:moveTo>
                  <a:cubicBezTo>
                    <a:pt x="11724" y="222"/>
                    <a:pt x="16444" y="4007"/>
                    <a:pt x="19604" y="9974"/>
                  </a:cubicBezTo>
                  <a:lnTo>
                    <a:pt x="13903" y="11693"/>
                  </a:lnTo>
                  <a:lnTo>
                    <a:pt x="13873" y="11708"/>
                  </a:lnTo>
                  <a:lnTo>
                    <a:pt x="9650" y="14605"/>
                  </a:lnTo>
                  <a:lnTo>
                    <a:pt x="1461" y="10741"/>
                  </a:lnTo>
                  <a:cubicBezTo>
                    <a:pt x="1323" y="8066"/>
                    <a:pt x="1705" y="5692"/>
                    <a:pt x="2564" y="3862"/>
                  </a:cubicBezTo>
                  <a:cubicBezTo>
                    <a:pt x="2585" y="3815"/>
                    <a:pt x="2570" y="3758"/>
                    <a:pt x="2527" y="3728"/>
                  </a:cubicBezTo>
                  <a:lnTo>
                    <a:pt x="364" y="2235"/>
                  </a:lnTo>
                  <a:lnTo>
                    <a:pt x="5727" y="628"/>
                  </a:lnTo>
                  <a:cubicBezTo>
                    <a:pt x="6384" y="354"/>
                    <a:pt x="7086" y="222"/>
                    <a:pt x="7815" y="222"/>
                  </a:cubicBezTo>
                  <a:close/>
                  <a:moveTo>
                    <a:pt x="7846" y="1"/>
                  </a:moveTo>
                  <a:cubicBezTo>
                    <a:pt x="7075" y="1"/>
                    <a:pt x="6340" y="142"/>
                    <a:pt x="5657" y="429"/>
                  </a:cubicBezTo>
                  <a:lnTo>
                    <a:pt x="91" y="2094"/>
                  </a:lnTo>
                  <a:cubicBezTo>
                    <a:pt x="67" y="2101"/>
                    <a:pt x="48" y="2116"/>
                    <a:pt x="33" y="2135"/>
                  </a:cubicBezTo>
                  <a:cubicBezTo>
                    <a:pt x="0" y="2184"/>
                    <a:pt x="12" y="2250"/>
                    <a:pt x="60" y="2284"/>
                  </a:cubicBezTo>
                  <a:lnTo>
                    <a:pt x="2334" y="3862"/>
                  </a:lnTo>
                  <a:cubicBezTo>
                    <a:pt x="1479" y="5718"/>
                    <a:pt x="1105" y="8121"/>
                    <a:pt x="1253" y="10816"/>
                  </a:cubicBezTo>
                  <a:cubicBezTo>
                    <a:pt x="1254" y="10856"/>
                    <a:pt x="1278" y="10890"/>
                    <a:pt x="1315" y="10905"/>
                  </a:cubicBezTo>
                  <a:lnTo>
                    <a:pt x="9616" y="14825"/>
                  </a:lnTo>
                  <a:cubicBezTo>
                    <a:pt x="9631" y="14831"/>
                    <a:pt x="9646" y="14836"/>
                    <a:pt x="9661" y="14836"/>
                  </a:cubicBezTo>
                  <a:lnTo>
                    <a:pt x="9662" y="14836"/>
                  </a:lnTo>
                  <a:cubicBezTo>
                    <a:pt x="9681" y="14834"/>
                    <a:pt x="9699" y="14828"/>
                    <a:pt x="9714" y="14816"/>
                  </a:cubicBezTo>
                  <a:lnTo>
                    <a:pt x="13980" y="11894"/>
                  </a:lnTo>
                  <a:lnTo>
                    <a:pt x="19787" y="10140"/>
                  </a:lnTo>
                  <a:cubicBezTo>
                    <a:pt x="19817" y="10131"/>
                    <a:pt x="19840" y="10110"/>
                    <a:pt x="19852" y="10080"/>
                  </a:cubicBezTo>
                  <a:cubicBezTo>
                    <a:pt x="19866" y="10050"/>
                    <a:pt x="19866" y="10018"/>
                    <a:pt x="19852" y="9988"/>
                  </a:cubicBezTo>
                  <a:cubicBezTo>
                    <a:pt x="18021" y="6490"/>
                    <a:pt x="15590" y="3594"/>
                    <a:pt x="13008" y="1833"/>
                  </a:cubicBezTo>
                  <a:cubicBezTo>
                    <a:pt x="11232" y="621"/>
                    <a:pt x="9460" y="1"/>
                    <a:pt x="7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1"/>
            <p:cNvSpPr/>
            <p:nvPr/>
          </p:nvSpPr>
          <p:spPr>
            <a:xfrm>
              <a:off x="3914855" y="3253244"/>
              <a:ext cx="857044" cy="751526"/>
            </a:xfrm>
            <a:custGeom>
              <a:avLst/>
              <a:gdLst/>
              <a:ahLst/>
              <a:cxnLst/>
              <a:rect l="l" t="t" r="r" b="b"/>
              <a:pathLst>
                <a:path w="18673" h="16374" extrusionOk="0">
                  <a:moveTo>
                    <a:pt x="6768" y="0"/>
                  </a:moveTo>
                  <a:cubicBezTo>
                    <a:pt x="6014" y="0"/>
                    <a:pt x="5286" y="138"/>
                    <a:pt x="4598" y="426"/>
                  </a:cubicBezTo>
                  <a:cubicBezTo>
                    <a:pt x="1508" y="1719"/>
                    <a:pt x="0" y="5731"/>
                    <a:pt x="271" y="10704"/>
                  </a:cubicBezTo>
                  <a:lnTo>
                    <a:pt x="12276" y="16374"/>
                  </a:lnTo>
                  <a:lnTo>
                    <a:pt x="18673" y="9932"/>
                  </a:lnTo>
                  <a:cubicBezTo>
                    <a:pt x="15520" y="3910"/>
                    <a:pt x="10783" y="0"/>
                    <a:pt x="6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1"/>
            <p:cNvSpPr/>
            <p:nvPr/>
          </p:nvSpPr>
          <p:spPr>
            <a:xfrm>
              <a:off x="3908843" y="3249297"/>
              <a:ext cx="867784" cy="760981"/>
            </a:xfrm>
            <a:custGeom>
              <a:avLst/>
              <a:gdLst/>
              <a:ahLst/>
              <a:cxnLst/>
              <a:rect l="l" t="t" r="r" b="b"/>
              <a:pathLst>
                <a:path w="18907" h="16580" extrusionOk="0">
                  <a:moveTo>
                    <a:pt x="6859" y="214"/>
                  </a:moveTo>
                  <a:cubicBezTo>
                    <a:pt x="10775" y="214"/>
                    <a:pt x="15505" y="4021"/>
                    <a:pt x="18659" y="10008"/>
                  </a:cubicBezTo>
                  <a:lnTo>
                    <a:pt x="12385" y="16340"/>
                  </a:lnTo>
                  <a:lnTo>
                    <a:pt x="496" y="10729"/>
                  </a:lnTo>
                  <a:lnTo>
                    <a:pt x="497" y="10729"/>
                  </a:lnTo>
                  <a:lnTo>
                    <a:pt x="500" y="10720"/>
                  </a:lnTo>
                  <a:cubicBezTo>
                    <a:pt x="237" y="5617"/>
                    <a:pt x="1827" y="1840"/>
                    <a:pt x="4762" y="625"/>
                  </a:cubicBezTo>
                  <a:cubicBezTo>
                    <a:pt x="5422" y="347"/>
                    <a:pt x="6126" y="214"/>
                    <a:pt x="6859" y="214"/>
                  </a:cubicBezTo>
                  <a:close/>
                  <a:moveTo>
                    <a:pt x="6881" y="1"/>
                  </a:moveTo>
                  <a:cubicBezTo>
                    <a:pt x="6106" y="1"/>
                    <a:pt x="5366" y="143"/>
                    <a:pt x="4678" y="431"/>
                  </a:cubicBezTo>
                  <a:cubicBezTo>
                    <a:pt x="1641" y="1703"/>
                    <a:pt x="0" y="5584"/>
                    <a:pt x="286" y="10814"/>
                  </a:cubicBezTo>
                  <a:cubicBezTo>
                    <a:pt x="287" y="10852"/>
                    <a:pt x="311" y="10888"/>
                    <a:pt x="347" y="10904"/>
                  </a:cubicBezTo>
                  <a:lnTo>
                    <a:pt x="12361" y="16577"/>
                  </a:lnTo>
                  <a:cubicBezTo>
                    <a:pt x="12369" y="16579"/>
                    <a:pt x="12376" y="16579"/>
                    <a:pt x="12384" y="16579"/>
                  </a:cubicBezTo>
                  <a:cubicBezTo>
                    <a:pt x="12392" y="16579"/>
                    <a:pt x="12400" y="16579"/>
                    <a:pt x="12407" y="16577"/>
                  </a:cubicBezTo>
                  <a:cubicBezTo>
                    <a:pt x="12410" y="16577"/>
                    <a:pt x="12412" y="16577"/>
                    <a:pt x="12414" y="16577"/>
                  </a:cubicBezTo>
                  <a:cubicBezTo>
                    <a:pt x="12439" y="16577"/>
                    <a:pt x="12463" y="16570"/>
                    <a:pt x="12483" y="16556"/>
                  </a:cubicBezTo>
                  <a:lnTo>
                    <a:pt x="18866" y="10111"/>
                  </a:lnTo>
                  <a:cubicBezTo>
                    <a:pt x="18899" y="10079"/>
                    <a:pt x="18907" y="10029"/>
                    <a:pt x="18886" y="9987"/>
                  </a:cubicBezTo>
                  <a:cubicBezTo>
                    <a:pt x="17053" y="6490"/>
                    <a:pt x="14623" y="3592"/>
                    <a:pt x="12043" y="1831"/>
                  </a:cubicBezTo>
                  <a:cubicBezTo>
                    <a:pt x="10268" y="620"/>
                    <a:pt x="8498" y="1"/>
                    <a:pt x="6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1"/>
            <p:cNvSpPr/>
            <p:nvPr/>
          </p:nvSpPr>
          <p:spPr>
            <a:xfrm>
              <a:off x="3552219" y="3527711"/>
              <a:ext cx="900555" cy="454844"/>
            </a:xfrm>
            <a:custGeom>
              <a:avLst/>
              <a:gdLst/>
              <a:ahLst/>
              <a:cxnLst/>
              <a:rect l="l" t="t" r="r" b="b"/>
              <a:pathLst>
                <a:path w="19621" h="9910" extrusionOk="0">
                  <a:moveTo>
                    <a:pt x="2501" y="0"/>
                  </a:moveTo>
                  <a:cubicBezTo>
                    <a:pt x="1651" y="0"/>
                    <a:pt x="838" y="488"/>
                    <a:pt x="465" y="1314"/>
                  </a:cubicBezTo>
                  <a:cubicBezTo>
                    <a:pt x="428" y="1397"/>
                    <a:pt x="395" y="1482"/>
                    <a:pt x="369" y="1569"/>
                  </a:cubicBezTo>
                  <a:cubicBezTo>
                    <a:pt x="1" y="2746"/>
                    <a:pt x="657" y="3999"/>
                    <a:pt x="1835" y="4365"/>
                  </a:cubicBezTo>
                  <a:lnTo>
                    <a:pt x="19620" y="9910"/>
                  </a:lnTo>
                  <a:lnTo>
                    <a:pt x="3652" y="319"/>
                  </a:lnTo>
                  <a:cubicBezTo>
                    <a:pt x="3577" y="275"/>
                    <a:pt x="3500" y="235"/>
                    <a:pt x="3419" y="199"/>
                  </a:cubicBezTo>
                  <a:cubicBezTo>
                    <a:pt x="3121" y="64"/>
                    <a:pt x="2809" y="0"/>
                    <a:pt x="25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1"/>
            <p:cNvSpPr/>
            <p:nvPr/>
          </p:nvSpPr>
          <p:spPr>
            <a:xfrm>
              <a:off x="3545105" y="3521882"/>
              <a:ext cx="913131" cy="465584"/>
            </a:xfrm>
            <a:custGeom>
              <a:avLst/>
              <a:gdLst/>
              <a:ahLst/>
              <a:cxnLst/>
              <a:rect l="l" t="t" r="r" b="b"/>
              <a:pathLst>
                <a:path w="19895" h="10144" extrusionOk="0">
                  <a:moveTo>
                    <a:pt x="2656" y="228"/>
                  </a:moveTo>
                  <a:cubicBezTo>
                    <a:pt x="3040" y="229"/>
                    <a:pt x="3415" y="335"/>
                    <a:pt x="3746" y="533"/>
                  </a:cubicBezTo>
                  <a:lnTo>
                    <a:pt x="18952" y="9670"/>
                  </a:lnTo>
                  <a:lnTo>
                    <a:pt x="2016" y="4383"/>
                  </a:lnTo>
                  <a:cubicBezTo>
                    <a:pt x="1155" y="4099"/>
                    <a:pt x="568" y="3299"/>
                    <a:pt x="555" y="2391"/>
                  </a:cubicBezTo>
                  <a:cubicBezTo>
                    <a:pt x="537" y="1215"/>
                    <a:pt x="1478" y="245"/>
                    <a:pt x="2656" y="228"/>
                  </a:cubicBezTo>
                  <a:close/>
                  <a:moveTo>
                    <a:pt x="2614" y="1"/>
                  </a:moveTo>
                  <a:cubicBezTo>
                    <a:pt x="1598" y="1"/>
                    <a:pt x="662" y="667"/>
                    <a:pt x="363" y="1691"/>
                  </a:cubicBezTo>
                  <a:cubicBezTo>
                    <a:pt x="1" y="2934"/>
                    <a:pt x="716" y="4237"/>
                    <a:pt x="1960" y="4599"/>
                  </a:cubicBezTo>
                  <a:lnTo>
                    <a:pt x="19743" y="10144"/>
                  </a:lnTo>
                  <a:lnTo>
                    <a:pt x="19775" y="10144"/>
                  </a:lnTo>
                  <a:cubicBezTo>
                    <a:pt x="19777" y="10144"/>
                    <a:pt x="19778" y="10144"/>
                    <a:pt x="19779" y="10144"/>
                  </a:cubicBezTo>
                  <a:cubicBezTo>
                    <a:pt x="19817" y="10144"/>
                    <a:pt x="19852" y="10123"/>
                    <a:pt x="19871" y="10090"/>
                  </a:cubicBezTo>
                  <a:cubicBezTo>
                    <a:pt x="19895" y="10041"/>
                    <a:pt x="19877" y="9983"/>
                    <a:pt x="19831" y="9956"/>
                  </a:cubicBezTo>
                  <a:lnTo>
                    <a:pt x="3862" y="360"/>
                  </a:lnTo>
                  <a:cubicBezTo>
                    <a:pt x="3679" y="244"/>
                    <a:pt x="3479" y="155"/>
                    <a:pt x="3272" y="95"/>
                  </a:cubicBezTo>
                  <a:cubicBezTo>
                    <a:pt x="3053" y="31"/>
                    <a:pt x="2832" y="1"/>
                    <a:pt x="26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1"/>
            <p:cNvSpPr/>
            <p:nvPr/>
          </p:nvSpPr>
          <p:spPr>
            <a:xfrm>
              <a:off x="3684817" y="3582605"/>
              <a:ext cx="767957" cy="399951"/>
            </a:xfrm>
            <a:custGeom>
              <a:avLst/>
              <a:gdLst/>
              <a:ahLst/>
              <a:cxnLst/>
              <a:rect l="l" t="t" r="r" b="b"/>
              <a:pathLst>
                <a:path w="16732" h="8714" extrusionOk="0">
                  <a:moveTo>
                    <a:pt x="2232" y="0"/>
                  </a:moveTo>
                  <a:cubicBezTo>
                    <a:pt x="999" y="0"/>
                    <a:pt x="0" y="998"/>
                    <a:pt x="0" y="2231"/>
                  </a:cubicBezTo>
                  <a:cubicBezTo>
                    <a:pt x="0" y="2749"/>
                    <a:pt x="181" y="3251"/>
                    <a:pt x="511" y="3651"/>
                  </a:cubicBezTo>
                  <a:lnTo>
                    <a:pt x="16731" y="871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1"/>
            <p:cNvSpPr/>
            <p:nvPr/>
          </p:nvSpPr>
          <p:spPr>
            <a:xfrm>
              <a:off x="3667055" y="3577877"/>
              <a:ext cx="791043" cy="409589"/>
            </a:xfrm>
            <a:custGeom>
              <a:avLst/>
              <a:gdLst/>
              <a:ahLst/>
              <a:cxnLst/>
              <a:rect l="l" t="t" r="r" b="b"/>
              <a:pathLst>
                <a:path w="17235" h="8924" extrusionOk="0">
                  <a:moveTo>
                    <a:pt x="2589" y="208"/>
                  </a:moveTo>
                  <a:lnTo>
                    <a:pt x="16301" y="8447"/>
                  </a:lnTo>
                  <a:lnTo>
                    <a:pt x="962" y="3660"/>
                  </a:lnTo>
                  <a:cubicBezTo>
                    <a:pt x="675" y="3297"/>
                    <a:pt x="515" y="2850"/>
                    <a:pt x="505" y="2387"/>
                  </a:cubicBezTo>
                  <a:cubicBezTo>
                    <a:pt x="478" y="1210"/>
                    <a:pt x="1412" y="234"/>
                    <a:pt x="2589" y="208"/>
                  </a:cubicBezTo>
                  <a:close/>
                  <a:moveTo>
                    <a:pt x="2616" y="1"/>
                  </a:moveTo>
                  <a:cubicBezTo>
                    <a:pt x="2085" y="5"/>
                    <a:pt x="1570" y="191"/>
                    <a:pt x="1157" y="528"/>
                  </a:cubicBezTo>
                  <a:cubicBezTo>
                    <a:pt x="152" y="1345"/>
                    <a:pt x="0" y="2822"/>
                    <a:pt x="818" y="3827"/>
                  </a:cubicBezTo>
                  <a:cubicBezTo>
                    <a:pt x="830" y="3844"/>
                    <a:pt x="846" y="3856"/>
                    <a:pt x="867" y="3861"/>
                  </a:cubicBezTo>
                  <a:lnTo>
                    <a:pt x="17086" y="8924"/>
                  </a:lnTo>
                  <a:lnTo>
                    <a:pt x="17118" y="8924"/>
                  </a:lnTo>
                  <a:cubicBezTo>
                    <a:pt x="17159" y="8924"/>
                    <a:pt x="17194" y="8900"/>
                    <a:pt x="17212" y="8864"/>
                  </a:cubicBezTo>
                  <a:cubicBezTo>
                    <a:pt x="17235" y="8815"/>
                    <a:pt x="17217" y="8757"/>
                    <a:pt x="17172" y="8730"/>
                  </a:cubicBezTo>
                  <a:lnTo>
                    <a:pt x="2670" y="16"/>
                  </a:lnTo>
                  <a:cubicBezTo>
                    <a:pt x="2655" y="7"/>
                    <a:pt x="2636" y="1"/>
                    <a:pt x="2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1"/>
            <p:cNvSpPr/>
            <p:nvPr/>
          </p:nvSpPr>
          <p:spPr>
            <a:xfrm>
              <a:off x="4340738" y="3801169"/>
              <a:ext cx="270290" cy="349923"/>
            </a:xfrm>
            <a:custGeom>
              <a:avLst/>
              <a:gdLst/>
              <a:ahLst/>
              <a:cxnLst/>
              <a:rect l="l" t="t" r="r" b="b"/>
              <a:pathLst>
                <a:path w="5889" h="7624" extrusionOk="0">
                  <a:moveTo>
                    <a:pt x="1920" y="0"/>
                  </a:moveTo>
                  <a:cubicBezTo>
                    <a:pt x="1739" y="0"/>
                    <a:pt x="1565" y="34"/>
                    <a:pt x="1400" y="103"/>
                  </a:cubicBezTo>
                  <a:cubicBezTo>
                    <a:pt x="247" y="585"/>
                    <a:pt x="0" y="2637"/>
                    <a:pt x="867" y="4686"/>
                  </a:cubicBezTo>
                  <a:cubicBezTo>
                    <a:pt x="1608" y="6442"/>
                    <a:pt x="2905" y="7623"/>
                    <a:pt x="3985" y="7623"/>
                  </a:cubicBezTo>
                  <a:cubicBezTo>
                    <a:pt x="4166" y="7623"/>
                    <a:pt x="4340" y="7591"/>
                    <a:pt x="4504" y="7522"/>
                  </a:cubicBezTo>
                  <a:cubicBezTo>
                    <a:pt x="5657" y="7043"/>
                    <a:pt x="5889" y="4988"/>
                    <a:pt x="5036" y="2939"/>
                  </a:cubicBezTo>
                  <a:cubicBezTo>
                    <a:pt x="4301" y="1184"/>
                    <a:pt x="3001" y="0"/>
                    <a:pt x="1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1"/>
            <p:cNvSpPr/>
            <p:nvPr/>
          </p:nvSpPr>
          <p:spPr>
            <a:xfrm>
              <a:off x="4335644" y="3796395"/>
              <a:ext cx="267353" cy="359561"/>
            </a:xfrm>
            <a:custGeom>
              <a:avLst/>
              <a:gdLst/>
              <a:ahLst/>
              <a:cxnLst/>
              <a:rect l="l" t="t" r="r" b="b"/>
              <a:pathLst>
                <a:path w="5825" h="7834" extrusionOk="0">
                  <a:moveTo>
                    <a:pt x="2041" y="208"/>
                  </a:moveTo>
                  <a:cubicBezTo>
                    <a:pt x="3070" y="208"/>
                    <a:pt x="4332" y="1371"/>
                    <a:pt x="5054" y="3077"/>
                  </a:cubicBezTo>
                  <a:cubicBezTo>
                    <a:pt x="5450" y="3963"/>
                    <a:pt x="5616" y="4936"/>
                    <a:pt x="5534" y="5903"/>
                  </a:cubicBezTo>
                  <a:cubicBezTo>
                    <a:pt x="5434" y="6728"/>
                    <a:pt x="5102" y="7306"/>
                    <a:pt x="4581" y="7519"/>
                  </a:cubicBezTo>
                  <a:cubicBezTo>
                    <a:pt x="4425" y="7586"/>
                    <a:pt x="4260" y="7618"/>
                    <a:pt x="4088" y="7618"/>
                  </a:cubicBezTo>
                  <a:cubicBezTo>
                    <a:pt x="3054" y="7618"/>
                    <a:pt x="1799" y="6455"/>
                    <a:pt x="1083" y="4747"/>
                  </a:cubicBezTo>
                  <a:cubicBezTo>
                    <a:pt x="250" y="2756"/>
                    <a:pt x="461" y="764"/>
                    <a:pt x="1557" y="305"/>
                  </a:cubicBezTo>
                  <a:cubicBezTo>
                    <a:pt x="1710" y="241"/>
                    <a:pt x="1875" y="208"/>
                    <a:pt x="2041" y="208"/>
                  </a:cubicBezTo>
                  <a:close/>
                  <a:moveTo>
                    <a:pt x="2020" y="0"/>
                  </a:moveTo>
                  <a:cubicBezTo>
                    <a:pt x="1828" y="0"/>
                    <a:pt x="1643" y="35"/>
                    <a:pt x="1468" y="108"/>
                  </a:cubicBezTo>
                  <a:cubicBezTo>
                    <a:pt x="264" y="612"/>
                    <a:pt x="1" y="2729"/>
                    <a:pt x="879" y="4830"/>
                  </a:cubicBezTo>
                  <a:cubicBezTo>
                    <a:pt x="1631" y="6624"/>
                    <a:pt x="2977" y="7833"/>
                    <a:pt x="4103" y="7833"/>
                  </a:cubicBezTo>
                  <a:cubicBezTo>
                    <a:pt x="4107" y="7833"/>
                    <a:pt x="4111" y="7833"/>
                    <a:pt x="4114" y="7833"/>
                  </a:cubicBezTo>
                  <a:cubicBezTo>
                    <a:pt x="4301" y="7833"/>
                    <a:pt x="4485" y="7797"/>
                    <a:pt x="4658" y="7729"/>
                  </a:cubicBezTo>
                  <a:cubicBezTo>
                    <a:pt x="5251" y="7479"/>
                    <a:pt x="5637" y="6843"/>
                    <a:pt x="5741" y="5938"/>
                  </a:cubicBezTo>
                  <a:cubicBezTo>
                    <a:pt x="5824" y="4933"/>
                    <a:pt x="5653" y="3925"/>
                    <a:pt x="5246" y="3003"/>
                  </a:cubicBezTo>
                  <a:cubicBezTo>
                    <a:pt x="4493" y="1208"/>
                    <a:pt x="3147" y="0"/>
                    <a:pt x="2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1"/>
            <p:cNvSpPr/>
            <p:nvPr/>
          </p:nvSpPr>
          <p:spPr>
            <a:xfrm>
              <a:off x="4160223" y="3412371"/>
              <a:ext cx="269097" cy="350060"/>
            </a:xfrm>
            <a:custGeom>
              <a:avLst/>
              <a:gdLst/>
              <a:ahLst/>
              <a:cxnLst/>
              <a:rect l="l" t="t" r="r" b="b"/>
              <a:pathLst>
                <a:path w="5863" h="7627" extrusionOk="0">
                  <a:moveTo>
                    <a:pt x="1905" y="1"/>
                  </a:moveTo>
                  <a:cubicBezTo>
                    <a:pt x="1725" y="1"/>
                    <a:pt x="1550" y="34"/>
                    <a:pt x="1386" y="103"/>
                  </a:cubicBezTo>
                  <a:cubicBezTo>
                    <a:pt x="233" y="586"/>
                    <a:pt x="1" y="2636"/>
                    <a:pt x="854" y="4686"/>
                  </a:cubicBezTo>
                  <a:cubicBezTo>
                    <a:pt x="1585" y="6441"/>
                    <a:pt x="2880" y="7626"/>
                    <a:pt x="3960" y="7626"/>
                  </a:cubicBezTo>
                  <a:cubicBezTo>
                    <a:pt x="4140" y="7626"/>
                    <a:pt x="4315" y="7593"/>
                    <a:pt x="4480" y="7524"/>
                  </a:cubicBezTo>
                  <a:cubicBezTo>
                    <a:pt x="5630" y="7043"/>
                    <a:pt x="5863" y="4991"/>
                    <a:pt x="5011" y="2941"/>
                  </a:cubicBezTo>
                  <a:cubicBezTo>
                    <a:pt x="4279" y="1186"/>
                    <a:pt x="2985" y="1"/>
                    <a:pt x="1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1"/>
            <p:cNvSpPr/>
            <p:nvPr/>
          </p:nvSpPr>
          <p:spPr>
            <a:xfrm>
              <a:off x="4167980" y="3407598"/>
              <a:ext cx="253446" cy="359653"/>
            </a:xfrm>
            <a:custGeom>
              <a:avLst/>
              <a:gdLst/>
              <a:ahLst/>
              <a:cxnLst/>
              <a:rect l="l" t="t" r="r" b="b"/>
              <a:pathLst>
                <a:path w="5522" h="7836" extrusionOk="0">
                  <a:moveTo>
                    <a:pt x="1721" y="212"/>
                  </a:moveTo>
                  <a:cubicBezTo>
                    <a:pt x="1725" y="212"/>
                    <a:pt x="1728" y="212"/>
                    <a:pt x="1732" y="212"/>
                  </a:cubicBezTo>
                  <a:cubicBezTo>
                    <a:pt x="2768" y="212"/>
                    <a:pt x="4029" y="1375"/>
                    <a:pt x="4745" y="3078"/>
                  </a:cubicBezTo>
                  <a:cubicBezTo>
                    <a:pt x="5141" y="3965"/>
                    <a:pt x="5307" y="4938"/>
                    <a:pt x="5225" y="5905"/>
                  </a:cubicBezTo>
                  <a:cubicBezTo>
                    <a:pt x="5125" y="6730"/>
                    <a:pt x="4793" y="7308"/>
                    <a:pt x="4272" y="7522"/>
                  </a:cubicBezTo>
                  <a:cubicBezTo>
                    <a:pt x="4116" y="7588"/>
                    <a:pt x="3952" y="7620"/>
                    <a:pt x="3781" y="7620"/>
                  </a:cubicBezTo>
                  <a:cubicBezTo>
                    <a:pt x="2746" y="7620"/>
                    <a:pt x="1490" y="6460"/>
                    <a:pt x="774" y="4750"/>
                  </a:cubicBezTo>
                  <a:cubicBezTo>
                    <a:pt x="380" y="3863"/>
                    <a:pt x="214" y="2892"/>
                    <a:pt x="293" y="1924"/>
                  </a:cubicBezTo>
                  <a:cubicBezTo>
                    <a:pt x="395" y="1099"/>
                    <a:pt x="728" y="518"/>
                    <a:pt x="1248" y="305"/>
                  </a:cubicBezTo>
                  <a:cubicBezTo>
                    <a:pt x="1398" y="244"/>
                    <a:pt x="1559" y="212"/>
                    <a:pt x="1721" y="212"/>
                  </a:cubicBezTo>
                  <a:close/>
                  <a:moveTo>
                    <a:pt x="1718" y="0"/>
                  </a:moveTo>
                  <a:cubicBezTo>
                    <a:pt x="1526" y="0"/>
                    <a:pt x="1340" y="35"/>
                    <a:pt x="1164" y="109"/>
                  </a:cubicBezTo>
                  <a:cubicBezTo>
                    <a:pt x="572" y="359"/>
                    <a:pt x="186" y="995"/>
                    <a:pt x="82" y="1899"/>
                  </a:cubicBezTo>
                  <a:cubicBezTo>
                    <a:pt x="0" y="2902"/>
                    <a:pt x="170" y="3912"/>
                    <a:pt x="576" y="4833"/>
                  </a:cubicBezTo>
                  <a:cubicBezTo>
                    <a:pt x="1330" y="6626"/>
                    <a:pt x="2674" y="7835"/>
                    <a:pt x="3801" y="7835"/>
                  </a:cubicBezTo>
                  <a:cubicBezTo>
                    <a:pt x="3805" y="7835"/>
                    <a:pt x="3809" y="7835"/>
                    <a:pt x="3813" y="7835"/>
                  </a:cubicBezTo>
                  <a:cubicBezTo>
                    <a:pt x="3998" y="7835"/>
                    <a:pt x="4183" y="7799"/>
                    <a:pt x="4355" y="7726"/>
                  </a:cubicBezTo>
                  <a:cubicBezTo>
                    <a:pt x="4948" y="7479"/>
                    <a:pt x="5335" y="6843"/>
                    <a:pt x="5439" y="5938"/>
                  </a:cubicBezTo>
                  <a:cubicBezTo>
                    <a:pt x="5521" y="4935"/>
                    <a:pt x="5351" y="3927"/>
                    <a:pt x="4943" y="3005"/>
                  </a:cubicBezTo>
                  <a:cubicBezTo>
                    <a:pt x="4192" y="1211"/>
                    <a:pt x="2846" y="0"/>
                    <a:pt x="1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1"/>
            <p:cNvSpPr/>
            <p:nvPr/>
          </p:nvSpPr>
          <p:spPr>
            <a:xfrm>
              <a:off x="3783910" y="2561569"/>
              <a:ext cx="710402" cy="1069136"/>
            </a:xfrm>
            <a:custGeom>
              <a:avLst/>
              <a:gdLst/>
              <a:ahLst/>
              <a:cxnLst/>
              <a:rect l="l" t="t" r="r" b="b"/>
              <a:pathLst>
                <a:path w="15478" h="23294" extrusionOk="0">
                  <a:moveTo>
                    <a:pt x="6385" y="0"/>
                  </a:moveTo>
                  <a:lnTo>
                    <a:pt x="3827" y="1111"/>
                  </a:lnTo>
                  <a:cubicBezTo>
                    <a:pt x="3827" y="1111"/>
                    <a:pt x="270" y="4001"/>
                    <a:pt x="103" y="4835"/>
                  </a:cubicBezTo>
                  <a:cubicBezTo>
                    <a:pt x="0" y="5342"/>
                    <a:pt x="2177" y="10135"/>
                    <a:pt x="3901" y="13821"/>
                  </a:cubicBezTo>
                  <a:lnTo>
                    <a:pt x="5768" y="17973"/>
                  </a:lnTo>
                  <a:cubicBezTo>
                    <a:pt x="6483" y="19560"/>
                    <a:pt x="7639" y="20909"/>
                    <a:pt x="9098" y="21858"/>
                  </a:cubicBezTo>
                  <a:lnTo>
                    <a:pt x="10365" y="22680"/>
                  </a:lnTo>
                  <a:lnTo>
                    <a:pt x="12649" y="23293"/>
                  </a:lnTo>
                  <a:lnTo>
                    <a:pt x="10010" y="19078"/>
                  </a:lnTo>
                  <a:lnTo>
                    <a:pt x="9078" y="19322"/>
                  </a:lnTo>
                  <a:lnTo>
                    <a:pt x="6270" y="12020"/>
                  </a:lnTo>
                  <a:lnTo>
                    <a:pt x="7947" y="10010"/>
                  </a:lnTo>
                  <a:lnTo>
                    <a:pt x="12116" y="10509"/>
                  </a:lnTo>
                  <a:lnTo>
                    <a:pt x="13917" y="13512"/>
                  </a:lnTo>
                  <a:cubicBezTo>
                    <a:pt x="14351" y="13398"/>
                    <a:pt x="14796" y="13340"/>
                    <a:pt x="15244" y="13340"/>
                  </a:cubicBezTo>
                  <a:cubicBezTo>
                    <a:pt x="15322" y="13340"/>
                    <a:pt x="15400" y="13342"/>
                    <a:pt x="15478" y="13346"/>
                  </a:cubicBezTo>
                  <a:cubicBezTo>
                    <a:pt x="14312" y="10268"/>
                    <a:pt x="11726" y="4122"/>
                    <a:pt x="11726" y="2397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1"/>
            <p:cNvSpPr/>
            <p:nvPr/>
          </p:nvSpPr>
          <p:spPr>
            <a:xfrm>
              <a:off x="3780284" y="2557438"/>
              <a:ext cx="719352" cy="1078454"/>
            </a:xfrm>
            <a:custGeom>
              <a:avLst/>
              <a:gdLst/>
              <a:ahLst/>
              <a:cxnLst/>
              <a:rect l="l" t="t" r="r" b="b"/>
              <a:pathLst>
                <a:path w="15673" h="23497" extrusionOk="0">
                  <a:moveTo>
                    <a:pt x="6471" y="211"/>
                  </a:moveTo>
                  <a:lnTo>
                    <a:pt x="11702" y="2557"/>
                  </a:lnTo>
                  <a:cubicBezTo>
                    <a:pt x="11753" y="4015"/>
                    <a:pt x="13334" y="8049"/>
                    <a:pt x="14613" y="11300"/>
                  </a:cubicBezTo>
                  <a:cubicBezTo>
                    <a:pt x="14903" y="12040"/>
                    <a:pt x="15176" y="12731"/>
                    <a:pt x="15400" y="13319"/>
                  </a:cubicBezTo>
                  <a:cubicBezTo>
                    <a:pt x="15394" y="13319"/>
                    <a:pt x="15388" y="13319"/>
                    <a:pt x="15382" y="13319"/>
                  </a:cubicBezTo>
                  <a:cubicBezTo>
                    <a:pt x="14933" y="13319"/>
                    <a:pt x="14486" y="13373"/>
                    <a:pt x="14050" y="13480"/>
                  </a:cubicBezTo>
                  <a:lnTo>
                    <a:pt x="12289" y="10546"/>
                  </a:lnTo>
                  <a:cubicBezTo>
                    <a:pt x="12272" y="10517"/>
                    <a:pt x="12242" y="10498"/>
                    <a:pt x="12210" y="10495"/>
                  </a:cubicBezTo>
                  <a:lnTo>
                    <a:pt x="8041" y="9993"/>
                  </a:lnTo>
                  <a:cubicBezTo>
                    <a:pt x="8036" y="9993"/>
                    <a:pt x="8032" y="9992"/>
                    <a:pt x="8028" y="9992"/>
                  </a:cubicBezTo>
                  <a:cubicBezTo>
                    <a:pt x="7997" y="9992"/>
                    <a:pt x="7967" y="10007"/>
                    <a:pt x="7947" y="10032"/>
                  </a:cubicBezTo>
                  <a:lnTo>
                    <a:pt x="6270" y="12042"/>
                  </a:lnTo>
                  <a:cubicBezTo>
                    <a:pt x="6245" y="12072"/>
                    <a:pt x="6238" y="12112"/>
                    <a:pt x="6251" y="12149"/>
                  </a:cubicBezTo>
                  <a:lnTo>
                    <a:pt x="9053" y="19431"/>
                  </a:lnTo>
                  <a:cubicBezTo>
                    <a:pt x="9069" y="19473"/>
                    <a:pt x="9110" y="19499"/>
                    <a:pt x="9153" y="19499"/>
                  </a:cubicBezTo>
                  <a:cubicBezTo>
                    <a:pt x="9162" y="19499"/>
                    <a:pt x="9172" y="19498"/>
                    <a:pt x="9181" y="19496"/>
                  </a:cubicBezTo>
                  <a:lnTo>
                    <a:pt x="10034" y="19283"/>
                  </a:lnTo>
                  <a:lnTo>
                    <a:pt x="12501" y="23215"/>
                  </a:lnTo>
                  <a:lnTo>
                    <a:pt x="10494" y="22677"/>
                  </a:lnTo>
                  <a:lnTo>
                    <a:pt x="9245" y="21863"/>
                  </a:lnTo>
                  <a:cubicBezTo>
                    <a:pt x="7804" y="20925"/>
                    <a:pt x="6662" y="19594"/>
                    <a:pt x="5956" y="18024"/>
                  </a:cubicBezTo>
                  <a:lnTo>
                    <a:pt x="4086" y="13870"/>
                  </a:lnTo>
                  <a:cubicBezTo>
                    <a:pt x="563" y="6333"/>
                    <a:pt x="262" y="5123"/>
                    <a:pt x="297" y="4950"/>
                  </a:cubicBezTo>
                  <a:cubicBezTo>
                    <a:pt x="428" y="4299"/>
                    <a:pt x="2981" y="2103"/>
                    <a:pt x="3971" y="1296"/>
                  </a:cubicBezTo>
                  <a:lnTo>
                    <a:pt x="6471" y="211"/>
                  </a:lnTo>
                  <a:close/>
                  <a:moveTo>
                    <a:pt x="6473" y="0"/>
                  </a:moveTo>
                  <a:cubicBezTo>
                    <a:pt x="6458" y="0"/>
                    <a:pt x="6444" y="3"/>
                    <a:pt x="6430" y="8"/>
                  </a:cubicBezTo>
                  <a:lnTo>
                    <a:pt x="3872" y="1121"/>
                  </a:lnTo>
                  <a:lnTo>
                    <a:pt x="3845" y="1135"/>
                  </a:lnTo>
                  <a:cubicBezTo>
                    <a:pt x="3479" y="1433"/>
                    <a:pt x="254" y="4067"/>
                    <a:pt x="85" y="4920"/>
                  </a:cubicBezTo>
                  <a:cubicBezTo>
                    <a:pt x="0" y="5346"/>
                    <a:pt x="1279" y="8393"/>
                    <a:pt x="3889" y="13973"/>
                  </a:cubicBezTo>
                  <a:lnTo>
                    <a:pt x="5758" y="18124"/>
                  </a:lnTo>
                  <a:cubicBezTo>
                    <a:pt x="6480" y="19731"/>
                    <a:pt x="7651" y="21096"/>
                    <a:pt x="9128" y="22055"/>
                  </a:cubicBezTo>
                  <a:lnTo>
                    <a:pt x="10392" y="22869"/>
                  </a:lnTo>
                  <a:lnTo>
                    <a:pt x="10424" y="22884"/>
                  </a:lnTo>
                  <a:lnTo>
                    <a:pt x="12708" y="23496"/>
                  </a:lnTo>
                  <a:lnTo>
                    <a:pt x="12735" y="23496"/>
                  </a:lnTo>
                  <a:cubicBezTo>
                    <a:pt x="12737" y="23496"/>
                    <a:pt x="12738" y="23496"/>
                    <a:pt x="12740" y="23496"/>
                  </a:cubicBezTo>
                  <a:cubicBezTo>
                    <a:pt x="12774" y="23496"/>
                    <a:pt x="12805" y="23480"/>
                    <a:pt x="12826" y="23455"/>
                  </a:cubicBezTo>
                  <a:cubicBezTo>
                    <a:pt x="12850" y="23417"/>
                    <a:pt x="12850" y="23371"/>
                    <a:pt x="12826" y="23334"/>
                  </a:cubicBezTo>
                  <a:lnTo>
                    <a:pt x="10173" y="19116"/>
                  </a:lnTo>
                  <a:cubicBezTo>
                    <a:pt x="10152" y="19085"/>
                    <a:pt x="10118" y="19066"/>
                    <a:pt x="10082" y="19066"/>
                  </a:cubicBezTo>
                  <a:cubicBezTo>
                    <a:pt x="10073" y="19066"/>
                    <a:pt x="10064" y="19067"/>
                    <a:pt x="10055" y="19070"/>
                  </a:cubicBezTo>
                  <a:lnTo>
                    <a:pt x="9223" y="19283"/>
                  </a:lnTo>
                  <a:lnTo>
                    <a:pt x="6482" y="12152"/>
                  </a:lnTo>
                  <a:lnTo>
                    <a:pt x="8081" y="10233"/>
                  </a:lnTo>
                  <a:lnTo>
                    <a:pt x="12132" y="10718"/>
                  </a:lnTo>
                  <a:lnTo>
                    <a:pt x="13911" y="13677"/>
                  </a:lnTo>
                  <a:cubicBezTo>
                    <a:pt x="13931" y="13710"/>
                    <a:pt x="13967" y="13729"/>
                    <a:pt x="14003" y="13729"/>
                  </a:cubicBezTo>
                  <a:cubicBezTo>
                    <a:pt x="14011" y="13729"/>
                    <a:pt x="14020" y="13728"/>
                    <a:pt x="14028" y="13726"/>
                  </a:cubicBezTo>
                  <a:cubicBezTo>
                    <a:pt x="14457" y="13613"/>
                    <a:pt x="14897" y="13556"/>
                    <a:pt x="15339" y="13556"/>
                  </a:cubicBezTo>
                  <a:cubicBezTo>
                    <a:pt x="15410" y="13556"/>
                    <a:pt x="15480" y="13558"/>
                    <a:pt x="15551" y="13561"/>
                  </a:cubicBezTo>
                  <a:cubicBezTo>
                    <a:pt x="15554" y="13561"/>
                    <a:pt x="15557" y="13561"/>
                    <a:pt x="15560" y="13561"/>
                  </a:cubicBezTo>
                  <a:cubicBezTo>
                    <a:pt x="15592" y="13561"/>
                    <a:pt x="15624" y="13546"/>
                    <a:pt x="15645" y="13520"/>
                  </a:cubicBezTo>
                  <a:cubicBezTo>
                    <a:pt x="15667" y="13492"/>
                    <a:pt x="15673" y="13453"/>
                    <a:pt x="15659" y="13418"/>
                  </a:cubicBezTo>
                  <a:cubicBezTo>
                    <a:pt x="15418" y="12795"/>
                    <a:pt x="15122" y="12040"/>
                    <a:pt x="14806" y="11241"/>
                  </a:cubicBezTo>
                  <a:cubicBezTo>
                    <a:pt x="13584" y="8119"/>
                    <a:pt x="11909" y="3854"/>
                    <a:pt x="11909" y="2498"/>
                  </a:cubicBezTo>
                  <a:cubicBezTo>
                    <a:pt x="11909" y="2456"/>
                    <a:pt x="11885" y="2417"/>
                    <a:pt x="11846" y="2400"/>
                  </a:cubicBezTo>
                  <a:lnTo>
                    <a:pt x="6516" y="8"/>
                  </a:lnTo>
                  <a:cubicBezTo>
                    <a:pt x="6502" y="3"/>
                    <a:pt x="6487" y="0"/>
                    <a:pt x="64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1"/>
            <p:cNvSpPr/>
            <p:nvPr/>
          </p:nvSpPr>
          <p:spPr>
            <a:xfrm>
              <a:off x="3544325" y="2317027"/>
              <a:ext cx="1168000" cy="567936"/>
            </a:xfrm>
            <a:custGeom>
              <a:avLst/>
              <a:gdLst/>
              <a:ahLst/>
              <a:cxnLst/>
              <a:rect l="l" t="t" r="r" b="b"/>
              <a:pathLst>
                <a:path w="25448" h="12374" extrusionOk="0">
                  <a:moveTo>
                    <a:pt x="25066" y="1"/>
                  </a:moveTo>
                  <a:cubicBezTo>
                    <a:pt x="25066" y="1"/>
                    <a:pt x="23010" y="3168"/>
                    <a:pt x="17284" y="4392"/>
                  </a:cubicBezTo>
                  <a:cubicBezTo>
                    <a:pt x="15929" y="4681"/>
                    <a:pt x="14523" y="4806"/>
                    <a:pt x="13132" y="4806"/>
                  </a:cubicBezTo>
                  <a:cubicBezTo>
                    <a:pt x="8641" y="4806"/>
                    <a:pt x="4314" y="3509"/>
                    <a:pt x="2446" y="2279"/>
                  </a:cubicBezTo>
                  <a:lnTo>
                    <a:pt x="0" y="668"/>
                  </a:lnTo>
                  <a:lnTo>
                    <a:pt x="0" y="668"/>
                  </a:lnTo>
                  <a:cubicBezTo>
                    <a:pt x="0" y="668"/>
                    <a:pt x="168" y="6336"/>
                    <a:pt x="1002" y="7780"/>
                  </a:cubicBezTo>
                  <a:cubicBezTo>
                    <a:pt x="1836" y="9225"/>
                    <a:pt x="4781" y="11894"/>
                    <a:pt x="9449" y="12282"/>
                  </a:cubicBezTo>
                  <a:cubicBezTo>
                    <a:pt x="10159" y="12343"/>
                    <a:pt x="10870" y="12374"/>
                    <a:pt x="11581" y="12374"/>
                  </a:cubicBezTo>
                  <a:cubicBezTo>
                    <a:pt x="13912" y="12374"/>
                    <a:pt x="16236" y="12043"/>
                    <a:pt x="18481" y="11388"/>
                  </a:cubicBezTo>
                  <a:cubicBezTo>
                    <a:pt x="20763" y="10708"/>
                    <a:pt x="22752" y="9281"/>
                    <a:pt x="24130" y="7337"/>
                  </a:cubicBezTo>
                  <a:cubicBezTo>
                    <a:pt x="25447" y="5452"/>
                    <a:pt x="25409" y="3086"/>
                    <a:pt x="25176" y="890"/>
                  </a:cubicBezTo>
                  <a:lnTo>
                    <a:pt x="2506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1"/>
            <p:cNvSpPr/>
            <p:nvPr/>
          </p:nvSpPr>
          <p:spPr>
            <a:xfrm>
              <a:off x="3539735" y="2312116"/>
              <a:ext cx="1178281" cy="577666"/>
            </a:xfrm>
            <a:custGeom>
              <a:avLst/>
              <a:gdLst/>
              <a:ahLst/>
              <a:cxnLst/>
              <a:rect l="l" t="t" r="r" b="b"/>
              <a:pathLst>
                <a:path w="25672" h="12586" extrusionOk="0">
                  <a:moveTo>
                    <a:pt x="25093" y="383"/>
                  </a:moveTo>
                  <a:lnTo>
                    <a:pt x="25171" y="1007"/>
                  </a:lnTo>
                  <a:cubicBezTo>
                    <a:pt x="25394" y="3117"/>
                    <a:pt x="25448" y="5516"/>
                    <a:pt x="24142" y="7381"/>
                  </a:cubicBezTo>
                  <a:cubicBezTo>
                    <a:pt x="22780" y="9308"/>
                    <a:pt x="20810" y="10719"/>
                    <a:pt x="18548" y="11392"/>
                  </a:cubicBezTo>
                  <a:cubicBezTo>
                    <a:pt x="16315" y="12046"/>
                    <a:pt x="14004" y="12375"/>
                    <a:pt x="11684" y="12375"/>
                  </a:cubicBezTo>
                  <a:cubicBezTo>
                    <a:pt x="10976" y="12375"/>
                    <a:pt x="10266" y="12345"/>
                    <a:pt x="9558" y="12283"/>
                  </a:cubicBezTo>
                  <a:cubicBezTo>
                    <a:pt x="5090" y="11911"/>
                    <a:pt x="2109" y="9418"/>
                    <a:pt x="1194" y="7834"/>
                  </a:cubicBezTo>
                  <a:cubicBezTo>
                    <a:pt x="471" y="6585"/>
                    <a:pt x="256" y="2006"/>
                    <a:pt x="215" y="977"/>
                  </a:cubicBezTo>
                  <a:lnTo>
                    <a:pt x="216" y="977"/>
                  </a:lnTo>
                  <a:lnTo>
                    <a:pt x="2488" y="2468"/>
                  </a:lnTo>
                  <a:cubicBezTo>
                    <a:pt x="4394" y="3724"/>
                    <a:pt x="8773" y="5013"/>
                    <a:pt x="13268" y="5013"/>
                  </a:cubicBezTo>
                  <a:cubicBezTo>
                    <a:pt x="14663" y="5013"/>
                    <a:pt x="16069" y="4889"/>
                    <a:pt x="17416" y="4601"/>
                  </a:cubicBezTo>
                  <a:cubicBezTo>
                    <a:pt x="22238" y="3571"/>
                    <a:pt x="24501" y="1125"/>
                    <a:pt x="25093" y="383"/>
                  </a:cubicBezTo>
                  <a:close/>
                  <a:moveTo>
                    <a:pt x="25174" y="1"/>
                  </a:moveTo>
                  <a:cubicBezTo>
                    <a:pt x="25138" y="1"/>
                    <a:pt x="25104" y="19"/>
                    <a:pt x="25084" y="50"/>
                  </a:cubicBezTo>
                  <a:cubicBezTo>
                    <a:pt x="25064" y="79"/>
                    <a:pt x="23001" y="3193"/>
                    <a:pt x="17372" y="4394"/>
                  </a:cubicBezTo>
                  <a:cubicBezTo>
                    <a:pt x="16036" y="4679"/>
                    <a:pt x="14642" y="4802"/>
                    <a:pt x="13260" y="4802"/>
                  </a:cubicBezTo>
                  <a:cubicBezTo>
                    <a:pt x="8815" y="4802"/>
                    <a:pt x="4489" y="3533"/>
                    <a:pt x="2615" y="2298"/>
                  </a:cubicBezTo>
                  <a:lnTo>
                    <a:pt x="169" y="685"/>
                  </a:lnTo>
                  <a:cubicBezTo>
                    <a:pt x="151" y="673"/>
                    <a:pt x="130" y="667"/>
                    <a:pt x="110" y="667"/>
                  </a:cubicBezTo>
                  <a:cubicBezTo>
                    <a:pt x="108" y="667"/>
                    <a:pt x="105" y="667"/>
                    <a:pt x="103" y="668"/>
                  </a:cubicBezTo>
                  <a:cubicBezTo>
                    <a:pt x="45" y="671"/>
                    <a:pt x="0" y="720"/>
                    <a:pt x="5" y="778"/>
                  </a:cubicBezTo>
                  <a:cubicBezTo>
                    <a:pt x="11" y="1010"/>
                    <a:pt x="181" y="6491"/>
                    <a:pt x="1017" y="7941"/>
                  </a:cubicBezTo>
                  <a:cubicBezTo>
                    <a:pt x="1951" y="9564"/>
                    <a:pt x="4997" y="12116"/>
                    <a:pt x="9547" y="12496"/>
                  </a:cubicBezTo>
                  <a:cubicBezTo>
                    <a:pt x="10253" y="12555"/>
                    <a:pt x="10968" y="12585"/>
                    <a:pt x="11680" y="12585"/>
                  </a:cubicBezTo>
                  <a:cubicBezTo>
                    <a:pt x="11710" y="12585"/>
                    <a:pt x="11741" y="12585"/>
                    <a:pt x="11772" y="12585"/>
                  </a:cubicBezTo>
                  <a:cubicBezTo>
                    <a:pt x="14089" y="12585"/>
                    <a:pt x="16395" y="12253"/>
                    <a:pt x="18619" y="11598"/>
                  </a:cubicBezTo>
                  <a:cubicBezTo>
                    <a:pt x="20926" y="10910"/>
                    <a:pt x="22934" y="9469"/>
                    <a:pt x="24325" y="7505"/>
                  </a:cubicBezTo>
                  <a:cubicBezTo>
                    <a:pt x="25671" y="5580"/>
                    <a:pt x="25620" y="3129"/>
                    <a:pt x="25391" y="985"/>
                  </a:cubicBezTo>
                  <a:lnTo>
                    <a:pt x="25279" y="94"/>
                  </a:lnTo>
                  <a:cubicBezTo>
                    <a:pt x="25275" y="50"/>
                    <a:pt x="25242" y="12"/>
                    <a:pt x="25198" y="4"/>
                  </a:cubicBezTo>
                  <a:cubicBezTo>
                    <a:pt x="25190" y="2"/>
                    <a:pt x="25182" y="1"/>
                    <a:pt x="251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1"/>
            <p:cNvSpPr/>
            <p:nvPr/>
          </p:nvSpPr>
          <p:spPr>
            <a:xfrm>
              <a:off x="4451856" y="1662391"/>
              <a:ext cx="1217202" cy="998592"/>
            </a:xfrm>
            <a:custGeom>
              <a:avLst/>
              <a:gdLst/>
              <a:ahLst/>
              <a:cxnLst/>
              <a:rect l="l" t="t" r="r" b="b"/>
              <a:pathLst>
                <a:path w="26520" h="21757" extrusionOk="0">
                  <a:moveTo>
                    <a:pt x="7544" y="0"/>
                  </a:moveTo>
                  <a:cubicBezTo>
                    <a:pt x="5656" y="0"/>
                    <a:pt x="3781" y="737"/>
                    <a:pt x="2244" y="2439"/>
                  </a:cubicBezTo>
                  <a:cubicBezTo>
                    <a:pt x="0" y="4928"/>
                    <a:pt x="226" y="8411"/>
                    <a:pt x="2108" y="11071"/>
                  </a:cubicBezTo>
                  <a:cubicBezTo>
                    <a:pt x="2790" y="12072"/>
                    <a:pt x="3651" y="12936"/>
                    <a:pt x="4649" y="13619"/>
                  </a:cubicBezTo>
                  <a:cubicBezTo>
                    <a:pt x="6355" y="14728"/>
                    <a:pt x="8401" y="15267"/>
                    <a:pt x="10256" y="16074"/>
                  </a:cubicBezTo>
                  <a:cubicBezTo>
                    <a:pt x="10929" y="16360"/>
                    <a:pt x="11609" y="16656"/>
                    <a:pt x="12288" y="16965"/>
                  </a:cubicBezTo>
                  <a:lnTo>
                    <a:pt x="12288" y="16966"/>
                  </a:lnTo>
                  <a:cubicBezTo>
                    <a:pt x="13884" y="17727"/>
                    <a:pt x="15421" y="18610"/>
                    <a:pt x="16883" y="19608"/>
                  </a:cubicBezTo>
                  <a:cubicBezTo>
                    <a:pt x="18261" y="20517"/>
                    <a:pt x="20389" y="21757"/>
                    <a:pt x="22172" y="21757"/>
                  </a:cubicBezTo>
                  <a:cubicBezTo>
                    <a:pt x="23192" y="21757"/>
                    <a:pt x="24099" y="21352"/>
                    <a:pt x="24688" y="20248"/>
                  </a:cubicBezTo>
                  <a:cubicBezTo>
                    <a:pt x="26519" y="16835"/>
                    <a:pt x="23138" y="14063"/>
                    <a:pt x="21240" y="12528"/>
                  </a:cubicBezTo>
                  <a:cubicBezTo>
                    <a:pt x="19800" y="11357"/>
                    <a:pt x="18793" y="10897"/>
                    <a:pt x="17839" y="9315"/>
                  </a:cubicBezTo>
                  <a:cubicBezTo>
                    <a:pt x="16883" y="7732"/>
                    <a:pt x="16228" y="5950"/>
                    <a:pt x="15187" y="4410"/>
                  </a:cubicBezTo>
                  <a:cubicBezTo>
                    <a:pt x="13401" y="1751"/>
                    <a:pt x="10456" y="0"/>
                    <a:pt x="754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1"/>
            <p:cNvSpPr/>
            <p:nvPr/>
          </p:nvSpPr>
          <p:spPr>
            <a:xfrm>
              <a:off x="4450800" y="1657205"/>
              <a:ext cx="1224454" cy="1008827"/>
            </a:xfrm>
            <a:custGeom>
              <a:avLst/>
              <a:gdLst/>
              <a:ahLst/>
              <a:cxnLst/>
              <a:rect l="l" t="t" r="r" b="b"/>
              <a:pathLst>
                <a:path w="26678" h="21980" extrusionOk="0">
                  <a:moveTo>
                    <a:pt x="7560" y="213"/>
                  </a:moveTo>
                  <a:cubicBezTo>
                    <a:pt x="7734" y="213"/>
                    <a:pt x="7908" y="218"/>
                    <a:pt x="8095" y="232"/>
                  </a:cubicBezTo>
                  <a:cubicBezTo>
                    <a:pt x="10763" y="424"/>
                    <a:pt x="13458" y="2087"/>
                    <a:pt x="15133" y="4575"/>
                  </a:cubicBezTo>
                  <a:cubicBezTo>
                    <a:pt x="15687" y="5443"/>
                    <a:pt x="16181" y="6347"/>
                    <a:pt x="16614" y="7282"/>
                  </a:cubicBezTo>
                  <a:cubicBezTo>
                    <a:pt x="16976" y="8013"/>
                    <a:pt x="17351" y="8772"/>
                    <a:pt x="17779" y="9484"/>
                  </a:cubicBezTo>
                  <a:cubicBezTo>
                    <a:pt x="18505" y="10687"/>
                    <a:pt x="19254" y="11246"/>
                    <a:pt x="20201" y="11951"/>
                  </a:cubicBezTo>
                  <a:cubicBezTo>
                    <a:pt x="20518" y="12188"/>
                    <a:pt x="20846" y="12434"/>
                    <a:pt x="21206" y="12726"/>
                  </a:cubicBezTo>
                  <a:cubicBezTo>
                    <a:pt x="23018" y="14209"/>
                    <a:pt x="26408" y="16968"/>
                    <a:pt x="24617" y="20313"/>
                  </a:cubicBezTo>
                  <a:cubicBezTo>
                    <a:pt x="24291" y="20986"/>
                    <a:pt x="23688" y="21483"/>
                    <a:pt x="22965" y="21674"/>
                  </a:cubicBezTo>
                  <a:cubicBezTo>
                    <a:pt x="22729" y="21734"/>
                    <a:pt x="22475" y="21763"/>
                    <a:pt x="22204" y="21763"/>
                  </a:cubicBezTo>
                  <a:cubicBezTo>
                    <a:pt x="20872" y="21763"/>
                    <a:pt x="19115" y="21049"/>
                    <a:pt x="16966" y="19631"/>
                  </a:cubicBezTo>
                  <a:cubicBezTo>
                    <a:pt x="15498" y="18632"/>
                    <a:pt x="13957" y="17746"/>
                    <a:pt x="12353" y="16982"/>
                  </a:cubicBezTo>
                  <a:cubicBezTo>
                    <a:pt x="11698" y="16682"/>
                    <a:pt x="11029" y="16391"/>
                    <a:pt x="10389" y="16113"/>
                  </a:cubicBezTo>
                  <a:lnTo>
                    <a:pt x="10321" y="16083"/>
                  </a:lnTo>
                  <a:cubicBezTo>
                    <a:pt x="9710" y="15818"/>
                    <a:pt x="9068" y="15577"/>
                    <a:pt x="8449" y="15345"/>
                  </a:cubicBezTo>
                  <a:cubicBezTo>
                    <a:pt x="7177" y="14870"/>
                    <a:pt x="5864" y="14377"/>
                    <a:pt x="4730" y="13638"/>
                  </a:cubicBezTo>
                  <a:cubicBezTo>
                    <a:pt x="3742" y="12962"/>
                    <a:pt x="2891" y="12106"/>
                    <a:pt x="2219" y="11116"/>
                  </a:cubicBezTo>
                  <a:cubicBezTo>
                    <a:pt x="232" y="8318"/>
                    <a:pt x="282" y="4901"/>
                    <a:pt x="2346" y="2617"/>
                  </a:cubicBezTo>
                  <a:cubicBezTo>
                    <a:pt x="3772" y="1037"/>
                    <a:pt x="5565" y="213"/>
                    <a:pt x="7559" y="213"/>
                  </a:cubicBezTo>
                  <a:close/>
                  <a:moveTo>
                    <a:pt x="7556" y="1"/>
                  </a:moveTo>
                  <a:cubicBezTo>
                    <a:pt x="5502" y="1"/>
                    <a:pt x="3658" y="850"/>
                    <a:pt x="2190" y="2474"/>
                  </a:cubicBezTo>
                  <a:cubicBezTo>
                    <a:pt x="59" y="4842"/>
                    <a:pt x="1" y="8358"/>
                    <a:pt x="2047" y="11240"/>
                  </a:cubicBezTo>
                  <a:cubicBezTo>
                    <a:pt x="2734" y="12252"/>
                    <a:pt x="3605" y="13125"/>
                    <a:pt x="4616" y="13815"/>
                  </a:cubicBezTo>
                  <a:cubicBezTo>
                    <a:pt x="5767" y="14569"/>
                    <a:pt x="7097" y="15065"/>
                    <a:pt x="8376" y="15546"/>
                  </a:cubicBezTo>
                  <a:cubicBezTo>
                    <a:pt x="8994" y="15775"/>
                    <a:pt x="9633" y="16015"/>
                    <a:pt x="10237" y="16278"/>
                  </a:cubicBezTo>
                  <a:lnTo>
                    <a:pt x="10306" y="16308"/>
                  </a:lnTo>
                  <a:cubicBezTo>
                    <a:pt x="10950" y="16588"/>
                    <a:pt x="11613" y="16878"/>
                    <a:pt x="12268" y="17176"/>
                  </a:cubicBezTo>
                  <a:cubicBezTo>
                    <a:pt x="13860" y="17937"/>
                    <a:pt x="15392" y="18817"/>
                    <a:pt x="16851" y="19810"/>
                  </a:cubicBezTo>
                  <a:cubicBezTo>
                    <a:pt x="19052" y="21263"/>
                    <a:pt x="20809" y="21979"/>
                    <a:pt x="22181" y="21979"/>
                  </a:cubicBezTo>
                  <a:cubicBezTo>
                    <a:pt x="22463" y="21979"/>
                    <a:pt x="22741" y="21947"/>
                    <a:pt x="23014" y="21881"/>
                  </a:cubicBezTo>
                  <a:cubicBezTo>
                    <a:pt x="23795" y="21676"/>
                    <a:pt x="24449" y="21141"/>
                    <a:pt x="24803" y="20414"/>
                  </a:cubicBezTo>
                  <a:cubicBezTo>
                    <a:pt x="26678" y="16912"/>
                    <a:pt x="23197" y="14080"/>
                    <a:pt x="21328" y="12560"/>
                  </a:cubicBezTo>
                  <a:cubicBezTo>
                    <a:pt x="20957" y="12265"/>
                    <a:pt x="20636" y="12018"/>
                    <a:pt x="20319" y="11782"/>
                  </a:cubicBezTo>
                  <a:cubicBezTo>
                    <a:pt x="19388" y="11080"/>
                    <a:pt x="18654" y="10543"/>
                    <a:pt x="17951" y="9374"/>
                  </a:cubicBezTo>
                  <a:cubicBezTo>
                    <a:pt x="17524" y="8679"/>
                    <a:pt x="17153" y="7915"/>
                    <a:pt x="16796" y="7185"/>
                  </a:cubicBezTo>
                  <a:cubicBezTo>
                    <a:pt x="16360" y="6243"/>
                    <a:pt x="15861" y="5331"/>
                    <a:pt x="15303" y="4456"/>
                  </a:cubicBezTo>
                  <a:cubicBezTo>
                    <a:pt x="13595" y="1914"/>
                    <a:pt x="10834" y="214"/>
                    <a:pt x="8105" y="20"/>
                  </a:cubicBezTo>
                  <a:cubicBezTo>
                    <a:pt x="7921" y="7"/>
                    <a:pt x="7738" y="1"/>
                    <a:pt x="75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4654677" y="1687727"/>
              <a:ext cx="961966" cy="901702"/>
            </a:xfrm>
            <a:custGeom>
              <a:avLst/>
              <a:gdLst/>
              <a:ahLst/>
              <a:cxnLst/>
              <a:rect l="l" t="t" r="r" b="b"/>
              <a:pathLst>
                <a:path w="20959" h="19646" extrusionOk="0">
                  <a:moveTo>
                    <a:pt x="2378" y="0"/>
                  </a:moveTo>
                  <a:cubicBezTo>
                    <a:pt x="1595" y="0"/>
                    <a:pt x="821" y="124"/>
                    <a:pt x="85" y="381"/>
                  </a:cubicBezTo>
                  <a:cubicBezTo>
                    <a:pt x="84" y="381"/>
                    <a:pt x="82" y="383"/>
                    <a:pt x="81" y="383"/>
                  </a:cubicBezTo>
                  <a:cubicBezTo>
                    <a:pt x="27" y="404"/>
                    <a:pt x="0" y="465"/>
                    <a:pt x="21" y="518"/>
                  </a:cubicBezTo>
                  <a:cubicBezTo>
                    <a:pt x="21" y="520"/>
                    <a:pt x="23" y="521"/>
                    <a:pt x="23" y="523"/>
                  </a:cubicBezTo>
                  <a:cubicBezTo>
                    <a:pt x="39" y="564"/>
                    <a:pt x="78" y="589"/>
                    <a:pt x="119" y="589"/>
                  </a:cubicBezTo>
                  <a:cubicBezTo>
                    <a:pt x="131" y="589"/>
                    <a:pt x="143" y="587"/>
                    <a:pt x="155" y="582"/>
                  </a:cubicBezTo>
                  <a:cubicBezTo>
                    <a:pt x="871" y="332"/>
                    <a:pt x="1622" y="213"/>
                    <a:pt x="2384" y="213"/>
                  </a:cubicBezTo>
                  <a:cubicBezTo>
                    <a:pt x="5183" y="213"/>
                    <a:pt x="8120" y="1834"/>
                    <a:pt x="9964" y="4568"/>
                  </a:cubicBezTo>
                  <a:cubicBezTo>
                    <a:pt x="10523" y="5435"/>
                    <a:pt x="11021" y="6340"/>
                    <a:pt x="11458" y="7274"/>
                  </a:cubicBezTo>
                  <a:cubicBezTo>
                    <a:pt x="11818" y="8008"/>
                    <a:pt x="12193" y="8764"/>
                    <a:pt x="12620" y="9477"/>
                  </a:cubicBezTo>
                  <a:cubicBezTo>
                    <a:pt x="13347" y="10682"/>
                    <a:pt x="14096" y="11239"/>
                    <a:pt x="15043" y="11944"/>
                  </a:cubicBezTo>
                  <a:cubicBezTo>
                    <a:pt x="15360" y="12181"/>
                    <a:pt x="15686" y="12425"/>
                    <a:pt x="16046" y="12719"/>
                  </a:cubicBezTo>
                  <a:cubicBezTo>
                    <a:pt x="17800" y="14145"/>
                    <a:pt x="20737" y="16524"/>
                    <a:pt x="19805" y="19510"/>
                  </a:cubicBezTo>
                  <a:cubicBezTo>
                    <a:pt x="19788" y="19566"/>
                    <a:pt x="19818" y="19626"/>
                    <a:pt x="19875" y="19645"/>
                  </a:cubicBezTo>
                  <a:lnTo>
                    <a:pt x="19907" y="19645"/>
                  </a:lnTo>
                  <a:cubicBezTo>
                    <a:pt x="19947" y="19641"/>
                    <a:pt x="19982" y="19612"/>
                    <a:pt x="19997" y="19574"/>
                  </a:cubicBezTo>
                  <a:cubicBezTo>
                    <a:pt x="20958" y="16459"/>
                    <a:pt x="17954" y="14013"/>
                    <a:pt x="16158" y="12552"/>
                  </a:cubicBezTo>
                  <a:cubicBezTo>
                    <a:pt x="15786" y="12257"/>
                    <a:pt x="15464" y="12013"/>
                    <a:pt x="15147" y="11773"/>
                  </a:cubicBezTo>
                  <a:cubicBezTo>
                    <a:pt x="14217" y="11072"/>
                    <a:pt x="13486" y="10534"/>
                    <a:pt x="12780" y="9366"/>
                  </a:cubicBezTo>
                  <a:cubicBezTo>
                    <a:pt x="12354" y="8663"/>
                    <a:pt x="11985" y="7909"/>
                    <a:pt x="11626" y="7180"/>
                  </a:cubicBezTo>
                  <a:cubicBezTo>
                    <a:pt x="11190" y="6237"/>
                    <a:pt x="10691" y="5325"/>
                    <a:pt x="10134" y="4448"/>
                  </a:cubicBezTo>
                  <a:cubicBezTo>
                    <a:pt x="8256" y="1654"/>
                    <a:pt x="5246" y="0"/>
                    <a:pt x="23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1"/>
            <p:cNvSpPr/>
            <p:nvPr/>
          </p:nvSpPr>
          <p:spPr>
            <a:xfrm>
              <a:off x="4787183" y="1708013"/>
              <a:ext cx="177761" cy="144669"/>
            </a:xfrm>
            <a:custGeom>
              <a:avLst/>
              <a:gdLst/>
              <a:ahLst/>
              <a:cxnLst/>
              <a:rect l="l" t="t" r="r" b="b"/>
              <a:pathLst>
                <a:path w="3873" h="3152" extrusionOk="0">
                  <a:moveTo>
                    <a:pt x="3761" y="0"/>
                  </a:moveTo>
                  <a:cubicBezTo>
                    <a:pt x="3759" y="0"/>
                    <a:pt x="3757" y="0"/>
                    <a:pt x="3755" y="0"/>
                  </a:cubicBezTo>
                  <a:cubicBezTo>
                    <a:pt x="1985" y="91"/>
                    <a:pt x="474" y="1311"/>
                    <a:pt x="12" y="3023"/>
                  </a:cubicBezTo>
                  <a:cubicBezTo>
                    <a:pt x="12" y="3023"/>
                    <a:pt x="12" y="3023"/>
                    <a:pt x="12" y="3024"/>
                  </a:cubicBezTo>
                  <a:cubicBezTo>
                    <a:pt x="0" y="3081"/>
                    <a:pt x="36" y="3138"/>
                    <a:pt x="94" y="3151"/>
                  </a:cubicBezTo>
                  <a:lnTo>
                    <a:pt x="109" y="3151"/>
                  </a:lnTo>
                  <a:cubicBezTo>
                    <a:pt x="112" y="3151"/>
                    <a:pt x="115" y="3151"/>
                    <a:pt x="118" y="3151"/>
                  </a:cubicBezTo>
                  <a:cubicBezTo>
                    <a:pt x="165" y="3151"/>
                    <a:pt x="208" y="3118"/>
                    <a:pt x="219" y="3072"/>
                  </a:cubicBezTo>
                  <a:cubicBezTo>
                    <a:pt x="658" y="1451"/>
                    <a:pt x="2092" y="297"/>
                    <a:pt x="3770" y="215"/>
                  </a:cubicBezTo>
                  <a:cubicBezTo>
                    <a:pt x="3830" y="210"/>
                    <a:pt x="3873" y="160"/>
                    <a:pt x="3870" y="100"/>
                  </a:cubicBezTo>
                  <a:cubicBezTo>
                    <a:pt x="3866" y="43"/>
                    <a:pt x="3817" y="0"/>
                    <a:pt x="37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1"/>
            <p:cNvSpPr/>
            <p:nvPr/>
          </p:nvSpPr>
          <p:spPr>
            <a:xfrm>
              <a:off x="4517444" y="1853371"/>
              <a:ext cx="457231" cy="501017"/>
            </a:xfrm>
            <a:custGeom>
              <a:avLst/>
              <a:gdLst/>
              <a:ahLst/>
              <a:cxnLst/>
              <a:rect l="l" t="t" r="r" b="b"/>
              <a:pathLst>
                <a:path w="9962" h="10916" extrusionOk="0">
                  <a:moveTo>
                    <a:pt x="3405" y="0"/>
                  </a:moveTo>
                  <a:cubicBezTo>
                    <a:pt x="1015" y="0"/>
                    <a:pt x="0" y="2208"/>
                    <a:pt x="0" y="2208"/>
                  </a:cubicBezTo>
                  <a:cubicBezTo>
                    <a:pt x="268" y="5646"/>
                    <a:pt x="1957" y="6723"/>
                    <a:pt x="4299" y="8737"/>
                  </a:cubicBezTo>
                  <a:cubicBezTo>
                    <a:pt x="6641" y="10753"/>
                    <a:pt x="9961" y="10916"/>
                    <a:pt x="9961" y="10916"/>
                  </a:cubicBezTo>
                  <a:cubicBezTo>
                    <a:pt x="9070" y="9260"/>
                    <a:pt x="8498" y="7451"/>
                    <a:pt x="8274" y="5584"/>
                  </a:cubicBezTo>
                  <a:cubicBezTo>
                    <a:pt x="7948" y="2590"/>
                    <a:pt x="7240" y="685"/>
                    <a:pt x="4245" y="87"/>
                  </a:cubicBezTo>
                  <a:cubicBezTo>
                    <a:pt x="3948" y="27"/>
                    <a:pt x="3668" y="0"/>
                    <a:pt x="34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4512533" y="1848873"/>
              <a:ext cx="467007" cy="510839"/>
            </a:xfrm>
            <a:custGeom>
              <a:avLst/>
              <a:gdLst/>
              <a:ahLst/>
              <a:cxnLst/>
              <a:rect l="l" t="t" r="r" b="b"/>
              <a:pathLst>
                <a:path w="10175" h="11130" extrusionOk="0">
                  <a:moveTo>
                    <a:pt x="3506" y="211"/>
                  </a:moveTo>
                  <a:cubicBezTo>
                    <a:pt x="3764" y="211"/>
                    <a:pt x="4038" y="237"/>
                    <a:pt x="4329" y="295"/>
                  </a:cubicBezTo>
                  <a:cubicBezTo>
                    <a:pt x="7205" y="871"/>
                    <a:pt x="7938" y="2638"/>
                    <a:pt x="8273" y="5700"/>
                  </a:cubicBezTo>
                  <a:cubicBezTo>
                    <a:pt x="8495" y="7515"/>
                    <a:pt x="9038" y="9275"/>
                    <a:pt x="9878" y="10901"/>
                  </a:cubicBezTo>
                  <a:cubicBezTo>
                    <a:pt x="9138" y="10829"/>
                    <a:pt x="6438" y="10457"/>
                    <a:pt x="4475" y="8768"/>
                  </a:cubicBezTo>
                  <a:cubicBezTo>
                    <a:pt x="4248" y="8573"/>
                    <a:pt x="4035" y="8390"/>
                    <a:pt x="3822" y="8212"/>
                  </a:cubicBezTo>
                  <a:cubicBezTo>
                    <a:pt x="1800" y="6502"/>
                    <a:pt x="460" y="5372"/>
                    <a:pt x="213" y="2336"/>
                  </a:cubicBezTo>
                  <a:cubicBezTo>
                    <a:pt x="337" y="2082"/>
                    <a:pt x="1326" y="211"/>
                    <a:pt x="3506" y="211"/>
                  </a:cubicBezTo>
                  <a:close/>
                  <a:moveTo>
                    <a:pt x="3517" y="1"/>
                  </a:moveTo>
                  <a:cubicBezTo>
                    <a:pt x="1080" y="1"/>
                    <a:pt x="15" y="2245"/>
                    <a:pt x="5" y="2272"/>
                  </a:cubicBezTo>
                  <a:cubicBezTo>
                    <a:pt x="0" y="2289"/>
                    <a:pt x="0" y="2306"/>
                    <a:pt x="5" y="2323"/>
                  </a:cubicBezTo>
                  <a:cubicBezTo>
                    <a:pt x="253" y="5470"/>
                    <a:pt x="1696" y="6688"/>
                    <a:pt x="3690" y="8375"/>
                  </a:cubicBezTo>
                  <a:cubicBezTo>
                    <a:pt x="3901" y="8553"/>
                    <a:pt x="4119" y="8736"/>
                    <a:pt x="4342" y="8928"/>
                  </a:cubicBezTo>
                  <a:cubicBezTo>
                    <a:pt x="6684" y="10942"/>
                    <a:pt x="10034" y="11130"/>
                    <a:pt x="10065" y="11130"/>
                  </a:cubicBezTo>
                  <a:cubicBezTo>
                    <a:pt x="10103" y="11130"/>
                    <a:pt x="10135" y="11111"/>
                    <a:pt x="10155" y="11079"/>
                  </a:cubicBezTo>
                  <a:cubicBezTo>
                    <a:pt x="10174" y="11045"/>
                    <a:pt x="10174" y="11005"/>
                    <a:pt x="10155" y="10971"/>
                  </a:cubicBezTo>
                  <a:cubicBezTo>
                    <a:pt x="9275" y="9325"/>
                    <a:pt x="8708" y="7531"/>
                    <a:pt x="8481" y="5680"/>
                  </a:cubicBezTo>
                  <a:cubicBezTo>
                    <a:pt x="8145" y="2592"/>
                    <a:pt x="7356" y="688"/>
                    <a:pt x="4370" y="88"/>
                  </a:cubicBezTo>
                  <a:cubicBezTo>
                    <a:pt x="4069" y="28"/>
                    <a:pt x="3785" y="1"/>
                    <a:pt x="35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3444865" y="1915562"/>
              <a:ext cx="1346862" cy="727016"/>
            </a:xfrm>
            <a:custGeom>
              <a:avLst/>
              <a:gdLst/>
              <a:ahLst/>
              <a:cxnLst/>
              <a:rect l="l" t="t" r="r" b="b"/>
              <a:pathLst>
                <a:path w="29345" h="15840" extrusionOk="0">
                  <a:moveTo>
                    <a:pt x="22582" y="0"/>
                  </a:moveTo>
                  <a:lnTo>
                    <a:pt x="7447" y="745"/>
                  </a:lnTo>
                  <a:cubicBezTo>
                    <a:pt x="7447" y="745"/>
                    <a:pt x="4674" y="1634"/>
                    <a:pt x="2889" y="2634"/>
                  </a:cubicBezTo>
                  <a:cubicBezTo>
                    <a:pt x="1106" y="3633"/>
                    <a:pt x="1" y="8081"/>
                    <a:pt x="1945" y="10311"/>
                  </a:cubicBezTo>
                  <a:cubicBezTo>
                    <a:pt x="3890" y="12542"/>
                    <a:pt x="8447" y="15481"/>
                    <a:pt x="13505" y="15813"/>
                  </a:cubicBezTo>
                  <a:cubicBezTo>
                    <a:pt x="13781" y="15831"/>
                    <a:pt x="14061" y="15840"/>
                    <a:pt x="14346" y="15840"/>
                  </a:cubicBezTo>
                  <a:cubicBezTo>
                    <a:pt x="19289" y="15840"/>
                    <a:pt x="25453" y="13167"/>
                    <a:pt x="27343" y="9646"/>
                  </a:cubicBezTo>
                  <a:cubicBezTo>
                    <a:pt x="29345" y="5922"/>
                    <a:pt x="27955" y="2198"/>
                    <a:pt x="26455" y="1254"/>
                  </a:cubicBezTo>
                  <a:cubicBezTo>
                    <a:pt x="24954" y="310"/>
                    <a:pt x="22582" y="0"/>
                    <a:pt x="225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3473184" y="1910375"/>
              <a:ext cx="1327493" cy="736838"/>
            </a:xfrm>
            <a:custGeom>
              <a:avLst/>
              <a:gdLst/>
              <a:ahLst/>
              <a:cxnLst/>
              <a:rect l="l" t="t" r="r" b="b"/>
              <a:pathLst>
                <a:path w="28923" h="16054" extrusionOk="0">
                  <a:moveTo>
                    <a:pt x="21951" y="217"/>
                  </a:moveTo>
                  <a:cubicBezTo>
                    <a:pt x="21975" y="219"/>
                    <a:pt x="24317" y="529"/>
                    <a:pt x="25779" y="1450"/>
                  </a:cubicBezTo>
                  <a:cubicBezTo>
                    <a:pt x="27160" y="2318"/>
                    <a:pt x="28668" y="5916"/>
                    <a:pt x="26633" y="9701"/>
                  </a:cubicBezTo>
                  <a:cubicBezTo>
                    <a:pt x="24831" y="13062"/>
                    <a:pt x="18883" y="15842"/>
                    <a:pt x="13774" y="15842"/>
                  </a:cubicBezTo>
                  <a:cubicBezTo>
                    <a:pt x="13478" y="15842"/>
                    <a:pt x="13185" y="15833"/>
                    <a:pt x="12896" y="15814"/>
                  </a:cubicBezTo>
                  <a:cubicBezTo>
                    <a:pt x="7677" y="15467"/>
                    <a:pt x="3167" y="12355"/>
                    <a:pt x="1409" y="10348"/>
                  </a:cubicBezTo>
                  <a:cubicBezTo>
                    <a:pt x="548" y="9364"/>
                    <a:pt x="222" y="7826"/>
                    <a:pt x="511" y="6132"/>
                  </a:cubicBezTo>
                  <a:cubicBezTo>
                    <a:pt x="774" y="4607"/>
                    <a:pt x="1486" y="3313"/>
                    <a:pt x="2326" y="2842"/>
                  </a:cubicBezTo>
                  <a:cubicBezTo>
                    <a:pt x="4013" y="1894"/>
                    <a:pt x="6636" y="1035"/>
                    <a:pt x="6849" y="966"/>
                  </a:cubicBezTo>
                  <a:lnTo>
                    <a:pt x="21951" y="217"/>
                  </a:lnTo>
                  <a:close/>
                  <a:moveTo>
                    <a:pt x="21966" y="0"/>
                  </a:moveTo>
                  <a:lnTo>
                    <a:pt x="6825" y="749"/>
                  </a:lnTo>
                  <a:lnTo>
                    <a:pt x="6799" y="749"/>
                  </a:lnTo>
                  <a:cubicBezTo>
                    <a:pt x="6770" y="759"/>
                    <a:pt x="3989" y="1653"/>
                    <a:pt x="2222" y="2649"/>
                  </a:cubicBezTo>
                  <a:cubicBezTo>
                    <a:pt x="1328" y="3149"/>
                    <a:pt x="573" y="4500"/>
                    <a:pt x="302" y="6085"/>
                  </a:cubicBezTo>
                  <a:cubicBezTo>
                    <a:pt x="0" y="7845"/>
                    <a:pt x="346" y="9447"/>
                    <a:pt x="1249" y="10479"/>
                  </a:cubicBezTo>
                  <a:cubicBezTo>
                    <a:pt x="3030" y="12522"/>
                    <a:pt x="7598" y="15676"/>
                    <a:pt x="12882" y="16024"/>
                  </a:cubicBezTo>
                  <a:cubicBezTo>
                    <a:pt x="13173" y="16043"/>
                    <a:pt x="13466" y="16054"/>
                    <a:pt x="13765" y="16054"/>
                  </a:cubicBezTo>
                  <a:cubicBezTo>
                    <a:pt x="18945" y="16054"/>
                    <a:pt x="24986" y="13216"/>
                    <a:pt x="26826" y="9794"/>
                  </a:cubicBezTo>
                  <a:cubicBezTo>
                    <a:pt x="28923" y="5898"/>
                    <a:pt x="27338" y="2171"/>
                    <a:pt x="25902" y="1264"/>
                  </a:cubicBezTo>
                  <a:cubicBezTo>
                    <a:pt x="24398" y="320"/>
                    <a:pt x="22082" y="12"/>
                    <a:pt x="219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4447817" y="1981195"/>
              <a:ext cx="371403" cy="314949"/>
            </a:xfrm>
            <a:custGeom>
              <a:avLst/>
              <a:gdLst/>
              <a:ahLst/>
              <a:cxnLst/>
              <a:rect l="l" t="t" r="r" b="b"/>
              <a:pathLst>
                <a:path w="8092" h="6862" extrusionOk="0">
                  <a:moveTo>
                    <a:pt x="7973" y="0"/>
                  </a:moveTo>
                  <a:cubicBezTo>
                    <a:pt x="7939" y="0"/>
                    <a:pt x="7905" y="16"/>
                    <a:pt x="7884" y="44"/>
                  </a:cubicBezTo>
                  <a:cubicBezTo>
                    <a:pt x="7850" y="82"/>
                    <a:pt x="4522" y="4734"/>
                    <a:pt x="79" y="6655"/>
                  </a:cubicBezTo>
                  <a:cubicBezTo>
                    <a:pt x="26" y="6679"/>
                    <a:pt x="0" y="6742"/>
                    <a:pt x="24" y="6795"/>
                  </a:cubicBezTo>
                  <a:cubicBezTo>
                    <a:pt x="42" y="6834"/>
                    <a:pt x="79" y="6858"/>
                    <a:pt x="122" y="6859"/>
                  </a:cubicBezTo>
                  <a:cubicBezTo>
                    <a:pt x="130" y="6861"/>
                    <a:pt x="137" y="6861"/>
                    <a:pt x="145" y="6861"/>
                  </a:cubicBezTo>
                  <a:cubicBezTo>
                    <a:pt x="152" y="6861"/>
                    <a:pt x="160" y="6861"/>
                    <a:pt x="167" y="6859"/>
                  </a:cubicBezTo>
                  <a:cubicBezTo>
                    <a:pt x="4662" y="4906"/>
                    <a:pt x="8026" y="214"/>
                    <a:pt x="8057" y="168"/>
                  </a:cubicBezTo>
                  <a:cubicBezTo>
                    <a:pt x="8057" y="168"/>
                    <a:pt x="8058" y="166"/>
                    <a:pt x="8058" y="166"/>
                  </a:cubicBezTo>
                  <a:cubicBezTo>
                    <a:pt x="8091" y="119"/>
                    <a:pt x="8081" y="52"/>
                    <a:pt x="8032" y="18"/>
                  </a:cubicBezTo>
                  <a:cubicBezTo>
                    <a:pt x="8014" y="6"/>
                    <a:pt x="7993" y="0"/>
                    <a:pt x="7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3594215" y="2227481"/>
              <a:ext cx="265609" cy="135214"/>
            </a:xfrm>
            <a:custGeom>
              <a:avLst/>
              <a:gdLst/>
              <a:ahLst/>
              <a:cxnLst/>
              <a:rect l="l" t="t" r="r" b="b"/>
              <a:pathLst>
                <a:path w="5787" h="2946" extrusionOk="0">
                  <a:moveTo>
                    <a:pt x="121" y="1"/>
                  </a:moveTo>
                  <a:cubicBezTo>
                    <a:pt x="90" y="1"/>
                    <a:pt x="60" y="14"/>
                    <a:pt x="39" y="38"/>
                  </a:cubicBezTo>
                  <a:cubicBezTo>
                    <a:pt x="0" y="85"/>
                    <a:pt x="6" y="152"/>
                    <a:pt x="52" y="190"/>
                  </a:cubicBezTo>
                  <a:cubicBezTo>
                    <a:pt x="79" y="214"/>
                    <a:pt x="2839" y="2516"/>
                    <a:pt x="5652" y="2943"/>
                  </a:cubicBezTo>
                  <a:lnTo>
                    <a:pt x="5667" y="2943"/>
                  </a:lnTo>
                  <a:lnTo>
                    <a:pt x="5667" y="2945"/>
                  </a:lnTo>
                  <a:cubicBezTo>
                    <a:pt x="5670" y="2945"/>
                    <a:pt x="5673" y="2945"/>
                    <a:pt x="5675" y="2945"/>
                  </a:cubicBezTo>
                  <a:cubicBezTo>
                    <a:pt x="5731" y="2945"/>
                    <a:pt x="5777" y="2903"/>
                    <a:pt x="5782" y="2847"/>
                  </a:cubicBezTo>
                  <a:cubicBezTo>
                    <a:pt x="5786" y="2789"/>
                    <a:pt x="5743" y="2736"/>
                    <a:pt x="5683" y="2732"/>
                  </a:cubicBezTo>
                  <a:cubicBezTo>
                    <a:pt x="2930" y="2317"/>
                    <a:pt x="219" y="49"/>
                    <a:pt x="191" y="27"/>
                  </a:cubicBezTo>
                  <a:cubicBezTo>
                    <a:pt x="170" y="9"/>
                    <a:pt x="145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3444865" y="2014930"/>
              <a:ext cx="245735" cy="436898"/>
            </a:xfrm>
            <a:custGeom>
              <a:avLst/>
              <a:gdLst/>
              <a:ahLst/>
              <a:cxnLst/>
              <a:rect l="l" t="t" r="r" b="b"/>
              <a:pathLst>
                <a:path w="5354" h="9519" extrusionOk="0">
                  <a:moveTo>
                    <a:pt x="3806" y="0"/>
                  </a:moveTo>
                  <a:cubicBezTo>
                    <a:pt x="3486" y="151"/>
                    <a:pt x="3168" y="308"/>
                    <a:pt x="2891" y="469"/>
                  </a:cubicBezTo>
                  <a:cubicBezTo>
                    <a:pt x="1111" y="1468"/>
                    <a:pt x="1" y="5916"/>
                    <a:pt x="1945" y="8146"/>
                  </a:cubicBezTo>
                  <a:cubicBezTo>
                    <a:pt x="2387" y="8642"/>
                    <a:pt x="2868" y="9101"/>
                    <a:pt x="3385" y="9519"/>
                  </a:cubicBezTo>
                  <a:cubicBezTo>
                    <a:pt x="3538" y="9354"/>
                    <a:pt x="3678" y="9177"/>
                    <a:pt x="3806" y="8990"/>
                  </a:cubicBezTo>
                  <a:cubicBezTo>
                    <a:pt x="5353" y="6775"/>
                    <a:pt x="5328" y="2390"/>
                    <a:pt x="38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3473184" y="2009973"/>
              <a:ext cx="222144" cy="446399"/>
            </a:xfrm>
            <a:custGeom>
              <a:avLst/>
              <a:gdLst/>
              <a:ahLst/>
              <a:cxnLst/>
              <a:rect l="l" t="t" r="r" b="b"/>
              <a:pathLst>
                <a:path w="4840" h="9726" extrusionOk="0">
                  <a:moveTo>
                    <a:pt x="3149" y="247"/>
                  </a:moveTo>
                  <a:cubicBezTo>
                    <a:pt x="4625" y="2645"/>
                    <a:pt x="4604" y="6887"/>
                    <a:pt x="3103" y="9046"/>
                  </a:cubicBezTo>
                  <a:cubicBezTo>
                    <a:pt x="2996" y="9197"/>
                    <a:pt x="2881" y="9338"/>
                    <a:pt x="2758" y="9474"/>
                  </a:cubicBezTo>
                  <a:cubicBezTo>
                    <a:pt x="2275" y="9078"/>
                    <a:pt x="1824" y="8644"/>
                    <a:pt x="1409" y="8180"/>
                  </a:cubicBezTo>
                  <a:cubicBezTo>
                    <a:pt x="548" y="7194"/>
                    <a:pt x="222" y="5656"/>
                    <a:pt x="511" y="3962"/>
                  </a:cubicBezTo>
                  <a:cubicBezTo>
                    <a:pt x="774" y="2437"/>
                    <a:pt x="1486" y="1144"/>
                    <a:pt x="2326" y="672"/>
                  </a:cubicBezTo>
                  <a:cubicBezTo>
                    <a:pt x="2567" y="534"/>
                    <a:pt x="2844" y="391"/>
                    <a:pt x="3149" y="247"/>
                  </a:cubicBezTo>
                  <a:close/>
                  <a:moveTo>
                    <a:pt x="3191" y="1"/>
                  </a:moveTo>
                  <a:cubicBezTo>
                    <a:pt x="3176" y="1"/>
                    <a:pt x="3160" y="4"/>
                    <a:pt x="3145" y="11"/>
                  </a:cubicBezTo>
                  <a:cubicBezTo>
                    <a:pt x="2802" y="174"/>
                    <a:pt x="2491" y="333"/>
                    <a:pt x="2222" y="485"/>
                  </a:cubicBezTo>
                  <a:cubicBezTo>
                    <a:pt x="1328" y="985"/>
                    <a:pt x="573" y="2336"/>
                    <a:pt x="302" y="3923"/>
                  </a:cubicBezTo>
                  <a:cubicBezTo>
                    <a:pt x="0" y="5681"/>
                    <a:pt x="346" y="7283"/>
                    <a:pt x="1249" y="8315"/>
                  </a:cubicBezTo>
                  <a:cubicBezTo>
                    <a:pt x="1695" y="8815"/>
                    <a:pt x="2180" y="9280"/>
                    <a:pt x="2700" y="9701"/>
                  </a:cubicBezTo>
                  <a:cubicBezTo>
                    <a:pt x="2719" y="9716"/>
                    <a:pt x="2743" y="9725"/>
                    <a:pt x="2768" y="9725"/>
                  </a:cubicBezTo>
                  <a:cubicBezTo>
                    <a:pt x="2770" y="9725"/>
                    <a:pt x="2772" y="9725"/>
                    <a:pt x="2773" y="9725"/>
                  </a:cubicBezTo>
                  <a:cubicBezTo>
                    <a:pt x="2803" y="9725"/>
                    <a:pt x="2832" y="9713"/>
                    <a:pt x="2853" y="9691"/>
                  </a:cubicBezTo>
                  <a:cubicBezTo>
                    <a:pt x="3006" y="9524"/>
                    <a:pt x="3149" y="9347"/>
                    <a:pt x="3280" y="9159"/>
                  </a:cubicBezTo>
                  <a:cubicBezTo>
                    <a:pt x="4836" y="6925"/>
                    <a:pt x="4839" y="2498"/>
                    <a:pt x="3280" y="50"/>
                  </a:cubicBezTo>
                  <a:cubicBezTo>
                    <a:pt x="3260" y="18"/>
                    <a:pt x="3226" y="1"/>
                    <a:pt x="319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3722728" y="1667348"/>
              <a:ext cx="758594" cy="490782"/>
            </a:xfrm>
            <a:custGeom>
              <a:avLst/>
              <a:gdLst/>
              <a:ahLst/>
              <a:cxnLst/>
              <a:rect l="l" t="t" r="r" b="b"/>
              <a:pathLst>
                <a:path w="16528" h="10693" extrusionOk="0">
                  <a:moveTo>
                    <a:pt x="12339" y="0"/>
                  </a:moveTo>
                  <a:lnTo>
                    <a:pt x="4494" y="455"/>
                  </a:lnTo>
                  <a:cubicBezTo>
                    <a:pt x="4494" y="455"/>
                    <a:pt x="3238" y="910"/>
                    <a:pt x="2971" y="1254"/>
                  </a:cubicBezTo>
                  <a:cubicBezTo>
                    <a:pt x="2705" y="1597"/>
                    <a:pt x="1" y="6698"/>
                    <a:pt x="1" y="6698"/>
                  </a:cubicBezTo>
                  <a:cubicBezTo>
                    <a:pt x="1" y="6698"/>
                    <a:pt x="5181" y="10392"/>
                    <a:pt x="7891" y="10658"/>
                  </a:cubicBezTo>
                  <a:cubicBezTo>
                    <a:pt x="8127" y="10681"/>
                    <a:pt x="8359" y="10693"/>
                    <a:pt x="8586" y="10693"/>
                  </a:cubicBezTo>
                  <a:cubicBezTo>
                    <a:pt x="10967" y="10693"/>
                    <a:pt x="12855" y="9476"/>
                    <a:pt x="14213" y="8260"/>
                  </a:cubicBezTo>
                  <a:cubicBezTo>
                    <a:pt x="15122" y="7430"/>
                    <a:pt x="15904" y="6470"/>
                    <a:pt x="16528" y="5408"/>
                  </a:cubicBezTo>
                  <a:cubicBezTo>
                    <a:pt x="16528" y="5408"/>
                    <a:pt x="13519" y="533"/>
                    <a:pt x="13216" y="306"/>
                  </a:cubicBezTo>
                  <a:cubicBezTo>
                    <a:pt x="12947" y="145"/>
                    <a:pt x="12649" y="41"/>
                    <a:pt x="12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3717267" y="1662483"/>
              <a:ext cx="769334" cy="500558"/>
            </a:xfrm>
            <a:custGeom>
              <a:avLst/>
              <a:gdLst/>
              <a:ahLst/>
              <a:cxnLst/>
              <a:rect l="l" t="t" r="r" b="b"/>
              <a:pathLst>
                <a:path w="16762" h="10906" extrusionOk="0">
                  <a:moveTo>
                    <a:pt x="12444" y="211"/>
                  </a:moveTo>
                  <a:cubicBezTo>
                    <a:pt x="12735" y="248"/>
                    <a:pt x="13017" y="345"/>
                    <a:pt x="13271" y="494"/>
                  </a:cubicBezTo>
                  <a:cubicBezTo>
                    <a:pt x="13480" y="651"/>
                    <a:pt x="15360" y="3634"/>
                    <a:pt x="16523" y="5514"/>
                  </a:cubicBezTo>
                  <a:cubicBezTo>
                    <a:pt x="15904" y="6543"/>
                    <a:pt x="15139" y="7477"/>
                    <a:pt x="14253" y="8287"/>
                  </a:cubicBezTo>
                  <a:cubicBezTo>
                    <a:pt x="12473" y="9884"/>
                    <a:pt x="10608" y="10691"/>
                    <a:pt x="8695" y="10691"/>
                  </a:cubicBezTo>
                  <a:cubicBezTo>
                    <a:pt x="8468" y="10691"/>
                    <a:pt x="8241" y="10680"/>
                    <a:pt x="8013" y="10657"/>
                  </a:cubicBezTo>
                  <a:cubicBezTo>
                    <a:pt x="5545" y="10414"/>
                    <a:pt x="898" y="7227"/>
                    <a:pt x="258" y="6772"/>
                  </a:cubicBezTo>
                  <a:cubicBezTo>
                    <a:pt x="1205" y="4987"/>
                    <a:pt x="2980" y="1680"/>
                    <a:pt x="3178" y="1424"/>
                  </a:cubicBezTo>
                  <a:cubicBezTo>
                    <a:pt x="3376" y="1168"/>
                    <a:pt x="4284" y="794"/>
                    <a:pt x="4639" y="665"/>
                  </a:cubicBezTo>
                  <a:lnTo>
                    <a:pt x="12444" y="211"/>
                  </a:lnTo>
                  <a:close/>
                  <a:moveTo>
                    <a:pt x="12457" y="1"/>
                  </a:moveTo>
                  <a:lnTo>
                    <a:pt x="4610" y="459"/>
                  </a:lnTo>
                  <a:lnTo>
                    <a:pt x="4581" y="459"/>
                  </a:lnTo>
                  <a:cubicBezTo>
                    <a:pt x="4451" y="507"/>
                    <a:pt x="3287" y="951"/>
                    <a:pt x="3011" y="1293"/>
                  </a:cubicBezTo>
                  <a:cubicBezTo>
                    <a:pt x="2736" y="1637"/>
                    <a:pt x="138" y="6542"/>
                    <a:pt x="26" y="6755"/>
                  </a:cubicBezTo>
                  <a:cubicBezTo>
                    <a:pt x="1" y="6802"/>
                    <a:pt x="15" y="6860"/>
                    <a:pt x="59" y="6892"/>
                  </a:cubicBezTo>
                  <a:cubicBezTo>
                    <a:pt x="272" y="7033"/>
                    <a:pt x="5291" y="10605"/>
                    <a:pt x="7993" y="10871"/>
                  </a:cubicBezTo>
                  <a:cubicBezTo>
                    <a:pt x="8225" y="10894"/>
                    <a:pt x="8458" y="10906"/>
                    <a:pt x="8690" y="10906"/>
                  </a:cubicBezTo>
                  <a:cubicBezTo>
                    <a:pt x="10658" y="10906"/>
                    <a:pt x="12573" y="10079"/>
                    <a:pt x="14397" y="8450"/>
                  </a:cubicBezTo>
                  <a:cubicBezTo>
                    <a:pt x="15319" y="7612"/>
                    <a:pt x="16109" y="6640"/>
                    <a:pt x="16742" y="5568"/>
                  </a:cubicBezTo>
                  <a:cubicBezTo>
                    <a:pt x="16761" y="5535"/>
                    <a:pt x="16761" y="5493"/>
                    <a:pt x="16742" y="5461"/>
                  </a:cubicBezTo>
                  <a:cubicBezTo>
                    <a:pt x="16434" y="4959"/>
                    <a:pt x="13715" y="562"/>
                    <a:pt x="13402" y="328"/>
                  </a:cubicBezTo>
                  <a:cubicBezTo>
                    <a:pt x="13115" y="153"/>
                    <a:pt x="12792" y="41"/>
                    <a:pt x="124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4044011" y="1913680"/>
              <a:ext cx="229992" cy="244450"/>
            </a:xfrm>
            <a:custGeom>
              <a:avLst/>
              <a:gdLst/>
              <a:ahLst/>
              <a:cxnLst/>
              <a:rect l="l" t="t" r="r" b="b"/>
              <a:pathLst>
                <a:path w="5011" h="5326" extrusionOk="0">
                  <a:moveTo>
                    <a:pt x="2419" y="0"/>
                  </a:moveTo>
                  <a:cubicBezTo>
                    <a:pt x="1631" y="0"/>
                    <a:pt x="463" y="3558"/>
                    <a:pt x="0" y="5114"/>
                  </a:cubicBezTo>
                  <a:cubicBezTo>
                    <a:pt x="292" y="5200"/>
                    <a:pt x="593" y="5260"/>
                    <a:pt x="895" y="5296"/>
                  </a:cubicBezTo>
                  <a:cubicBezTo>
                    <a:pt x="1115" y="5316"/>
                    <a:pt x="1334" y="5326"/>
                    <a:pt x="1553" y="5326"/>
                  </a:cubicBezTo>
                  <a:cubicBezTo>
                    <a:pt x="2758" y="5326"/>
                    <a:pt x="3947" y="5023"/>
                    <a:pt x="5010" y="4443"/>
                  </a:cubicBezTo>
                  <a:cubicBezTo>
                    <a:pt x="4433" y="3082"/>
                    <a:pt x="3277" y="482"/>
                    <a:pt x="2558" y="41"/>
                  </a:cubicBezTo>
                  <a:cubicBezTo>
                    <a:pt x="2513" y="14"/>
                    <a:pt x="2467" y="0"/>
                    <a:pt x="241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4038870" y="1908585"/>
              <a:ext cx="240686" cy="254456"/>
            </a:xfrm>
            <a:custGeom>
              <a:avLst/>
              <a:gdLst/>
              <a:ahLst/>
              <a:cxnLst/>
              <a:rect l="l" t="t" r="r" b="b"/>
              <a:pathLst>
                <a:path w="5244" h="5544" extrusionOk="0">
                  <a:moveTo>
                    <a:pt x="2539" y="226"/>
                  </a:moveTo>
                  <a:cubicBezTo>
                    <a:pt x="2566" y="226"/>
                    <a:pt x="2593" y="233"/>
                    <a:pt x="2618" y="246"/>
                  </a:cubicBezTo>
                  <a:cubicBezTo>
                    <a:pt x="3114" y="544"/>
                    <a:pt x="3973" y="2098"/>
                    <a:pt x="4978" y="4510"/>
                  </a:cubicBezTo>
                  <a:cubicBezTo>
                    <a:pt x="3956" y="5048"/>
                    <a:pt x="2822" y="5327"/>
                    <a:pt x="1674" y="5327"/>
                  </a:cubicBezTo>
                  <a:cubicBezTo>
                    <a:pt x="1452" y="5327"/>
                    <a:pt x="1229" y="5316"/>
                    <a:pt x="1007" y="5295"/>
                  </a:cubicBezTo>
                  <a:cubicBezTo>
                    <a:pt x="748" y="5267"/>
                    <a:pt x="490" y="5218"/>
                    <a:pt x="237" y="5149"/>
                  </a:cubicBezTo>
                  <a:lnTo>
                    <a:pt x="236" y="5149"/>
                  </a:lnTo>
                  <a:cubicBezTo>
                    <a:pt x="1120" y="2256"/>
                    <a:pt x="1950" y="420"/>
                    <a:pt x="2462" y="246"/>
                  </a:cubicBezTo>
                  <a:cubicBezTo>
                    <a:pt x="2486" y="233"/>
                    <a:pt x="2512" y="226"/>
                    <a:pt x="2539" y="226"/>
                  </a:cubicBezTo>
                  <a:close/>
                  <a:moveTo>
                    <a:pt x="2541" y="0"/>
                  </a:moveTo>
                  <a:cubicBezTo>
                    <a:pt x="2492" y="0"/>
                    <a:pt x="2443" y="10"/>
                    <a:pt x="2396" y="29"/>
                  </a:cubicBezTo>
                  <a:cubicBezTo>
                    <a:pt x="1594" y="331"/>
                    <a:pt x="557" y="3394"/>
                    <a:pt x="11" y="5191"/>
                  </a:cubicBezTo>
                  <a:cubicBezTo>
                    <a:pt x="1" y="5218"/>
                    <a:pt x="1" y="5246"/>
                    <a:pt x="11" y="5273"/>
                  </a:cubicBezTo>
                  <a:cubicBezTo>
                    <a:pt x="24" y="5298"/>
                    <a:pt x="48" y="5317"/>
                    <a:pt x="75" y="5323"/>
                  </a:cubicBezTo>
                  <a:cubicBezTo>
                    <a:pt x="374" y="5413"/>
                    <a:pt x="679" y="5474"/>
                    <a:pt x="988" y="5509"/>
                  </a:cubicBezTo>
                  <a:cubicBezTo>
                    <a:pt x="1220" y="5532"/>
                    <a:pt x="1451" y="5544"/>
                    <a:pt x="1683" y="5544"/>
                  </a:cubicBezTo>
                  <a:cubicBezTo>
                    <a:pt x="2901" y="5536"/>
                    <a:pt x="4100" y="5231"/>
                    <a:pt x="5172" y="4656"/>
                  </a:cubicBezTo>
                  <a:cubicBezTo>
                    <a:pt x="5222" y="4631"/>
                    <a:pt x="5243" y="4571"/>
                    <a:pt x="5221" y="4519"/>
                  </a:cubicBezTo>
                  <a:cubicBezTo>
                    <a:pt x="4612" y="3042"/>
                    <a:pt x="3477" y="513"/>
                    <a:pt x="2739" y="55"/>
                  </a:cubicBezTo>
                  <a:cubicBezTo>
                    <a:pt x="2679" y="19"/>
                    <a:pt x="2610" y="0"/>
                    <a:pt x="25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4289058" y="1839831"/>
              <a:ext cx="171381" cy="207090"/>
            </a:xfrm>
            <a:custGeom>
              <a:avLst/>
              <a:gdLst/>
              <a:ahLst/>
              <a:cxnLst/>
              <a:rect l="l" t="t" r="r" b="b"/>
              <a:pathLst>
                <a:path w="3734" h="4512" extrusionOk="0">
                  <a:moveTo>
                    <a:pt x="1211" y="0"/>
                  </a:moveTo>
                  <a:cubicBezTo>
                    <a:pt x="1161" y="0"/>
                    <a:pt x="1113" y="6"/>
                    <a:pt x="1067" y="18"/>
                  </a:cubicBezTo>
                  <a:cubicBezTo>
                    <a:pt x="0" y="285"/>
                    <a:pt x="1866" y="4512"/>
                    <a:pt x="1866" y="4512"/>
                  </a:cubicBezTo>
                  <a:cubicBezTo>
                    <a:pt x="2569" y="3870"/>
                    <a:pt x="3196" y="3150"/>
                    <a:pt x="3733" y="2365"/>
                  </a:cubicBezTo>
                  <a:cubicBezTo>
                    <a:pt x="3186" y="1561"/>
                    <a:pt x="2017" y="0"/>
                    <a:pt x="121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4301083" y="1834736"/>
              <a:ext cx="164129" cy="216590"/>
            </a:xfrm>
            <a:custGeom>
              <a:avLst/>
              <a:gdLst/>
              <a:ahLst/>
              <a:cxnLst/>
              <a:rect l="l" t="t" r="r" b="b"/>
              <a:pathLst>
                <a:path w="3576" h="4719" extrusionOk="0">
                  <a:moveTo>
                    <a:pt x="939" y="211"/>
                  </a:moveTo>
                  <a:cubicBezTo>
                    <a:pt x="1470" y="211"/>
                    <a:pt x="2352" y="1038"/>
                    <a:pt x="3349" y="2467"/>
                  </a:cubicBezTo>
                  <a:cubicBezTo>
                    <a:pt x="2850" y="3179"/>
                    <a:pt x="2279" y="3835"/>
                    <a:pt x="1643" y="4426"/>
                  </a:cubicBezTo>
                  <a:cubicBezTo>
                    <a:pt x="1205" y="3414"/>
                    <a:pt x="322" y="1051"/>
                    <a:pt x="653" y="375"/>
                  </a:cubicBezTo>
                  <a:cubicBezTo>
                    <a:pt x="685" y="301"/>
                    <a:pt x="751" y="244"/>
                    <a:pt x="830" y="223"/>
                  </a:cubicBezTo>
                  <a:cubicBezTo>
                    <a:pt x="866" y="214"/>
                    <a:pt x="903" y="211"/>
                    <a:pt x="939" y="211"/>
                  </a:cubicBezTo>
                  <a:close/>
                  <a:moveTo>
                    <a:pt x="938" y="0"/>
                  </a:moveTo>
                  <a:cubicBezTo>
                    <a:pt x="884" y="0"/>
                    <a:pt x="831" y="6"/>
                    <a:pt x="779" y="19"/>
                  </a:cubicBezTo>
                  <a:cubicBezTo>
                    <a:pt x="638" y="53"/>
                    <a:pt x="522" y="152"/>
                    <a:pt x="462" y="283"/>
                  </a:cubicBezTo>
                  <a:cubicBezTo>
                    <a:pt x="1" y="1225"/>
                    <a:pt x="1445" y="4519"/>
                    <a:pt x="1506" y="4657"/>
                  </a:cubicBezTo>
                  <a:cubicBezTo>
                    <a:pt x="1521" y="4689"/>
                    <a:pt x="1548" y="4711"/>
                    <a:pt x="1580" y="4718"/>
                  </a:cubicBezTo>
                  <a:lnTo>
                    <a:pt x="1604" y="4718"/>
                  </a:lnTo>
                  <a:cubicBezTo>
                    <a:pt x="1628" y="4718"/>
                    <a:pt x="1650" y="4709"/>
                    <a:pt x="1668" y="4693"/>
                  </a:cubicBezTo>
                  <a:cubicBezTo>
                    <a:pt x="2377" y="4050"/>
                    <a:pt x="3010" y="3326"/>
                    <a:pt x="3552" y="2537"/>
                  </a:cubicBezTo>
                  <a:cubicBezTo>
                    <a:pt x="3575" y="2501"/>
                    <a:pt x="3575" y="2452"/>
                    <a:pt x="3552" y="2416"/>
                  </a:cubicBezTo>
                  <a:cubicBezTo>
                    <a:pt x="2925" y="1490"/>
                    <a:pt x="1782" y="0"/>
                    <a:pt x="9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3780284" y="1894908"/>
              <a:ext cx="161513" cy="198415"/>
            </a:xfrm>
            <a:custGeom>
              <a:avLst/>
              <a:gdLst/>
              <a:ahLst/>
              <a:cxnLst/>
              <a:rect l="l" t="t" r="r" b="b"/>
              <a:pathLst>
                <a:path w="3519" h="4323" extrusionOk="0">
                  <a:moveTo>
                    <a:pt x="2754" y="0"/>
                  </a:moveTo>
                  <a:cubicBezTo>
                    <a:pt x="1978" y="0"/>
                    <a:pt x="517" y="1884"/>
                    <a:pt x="0" y="2582"/>
                  </a:cubicBezTo>
                  <a:cubicBezTo>
                    <a:pt x="779" y="3089"/>
                    <a:pt x="1836" y="3742"/>
                    <a:pt x="2935" y="4323"/>
                  </a:cubicBezTo>
                  <a:cubicBezTo>
                    <a:pt x="3182" y="2840"/>
                    <a:pt x="3519" y="272"/>
                    <a:pt x="2899" y="26"/>
                  </a:cubicBezTo>
                  <a:cubicBezTo>
                    <a:pt x="2854" y="8"/>
                    <a:pt x="2806" y="0"/>
                    <a:pt x="275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3775235" y="1890089"/>
              <a:ext cx="165598" cy="208237"/>
            </a:xfrm>
            <a:custGeom>
              <a:avLst/>
              <a:gdLst/>
              <a:ahLst/>
              <a:cxnLst/>
              <a:rect l="l" t="t" r="r" b="b"/>
              <a:pathLst>
                <a:path w="3608" h="4537" extrusionOk="0">
                  <a:moveTo>
                    <a:pt x="2861" y="211"/>
                  </a:moveTo>
                  <a:cubicBezTo>
                    <a:pt x="2901" y="211"/>
                    <a:pt x="2938" y="218"/>
                    <a:pt x="2972" y="231"/>
                  </a:cubicBezTo>
                  <a:cubicBezTo>
                    <a:pt x="3277" y="348"/>
                    <a:pt x="3429" y="1472"/>
                    <a:pt x="2972" y="4266"/>
                  </a:cubicBezTo>
                  <a:cubicBezTo>
                    <a:pt x="1940" y="3713"/>
                    <a:pt x="955" y="3103"/>
                    <a:pt x="273" y="2662"/>
                  </a:cubicBezTo>
                  <a:lnTo>
                    <a:pt x="264" y="2662"/>
                  </a:lnTo>
                  <a:cubicBezTo>
                    <a:pt x="1410" y="1121"/>
                    <a:pt x="2377" y="211"/>
                    <a:pt x="2861" y="211"/>
                  </a:cubicBezTo>
                  <a:close/>
                  <a:moveTo>
                    <a:pt x="2870" y="1"/>
                  </a:moveTo>
                  <a:cubicBezTo>
                    <a:pt x="2084" y="1"/>
                    <a:pt x="772" y="1613"/>
                    <a:pt x="26" y="2628"/>
                  </a:cubicBezTo>
                  <a:cubicBezTo>
                    <a:pt x="8" y="2652"/>
                    <a:pt x="0" y="2680"/>
                    <a:pt x="6" y="2708"/>
                  </a:cubicBezTo>
                  <a:cubicBezTo>
                    <a:pt x="11" y="2738"/>
                    <a:pt x="27" y="2765"/>
                    <a:pt x="52" y="2780"/>
                  </a:cubicBezTo>
                  <a:cubicBezTo>
                    <a:pt x="770" y="3244"/>
                    <a:pt x="1858" y="3925"/>
                    <a:pt x="2996" y="4523"/>
                  </a:cubicBezTo>
                  <a:cubicBezTo>
                    <a:pt x="3011" y="4532"/>
                    <a:pt x="3027" y="4537"/>
                    <a:pt x="3045" y="4537"/>
                  </a:cubicBezTo>
                  <a:cubicBezTo>
                    <a:pt x="3061" y="4537"/>
                    <a:pt x="3078" y="4532"/>
                    <a:pt x="3091" y="4523"/>
                  </a:cubicBezTo>
                  <a:cubicBezTo>
                    <a:pt x="3122" y="4510"/>
                    <a:pt x="3145" y="4482"/>
                    <a:pt x="3149" y="4447"/>
                  </a:cubicBezTo>
                  <a:cubicBezTo>
                    <a:pt x="3608" y="1724"/>
                    <a:pt x="3572" y="246"/>
                    <a:pt x="3047" y="33"/>
                  </a:cubicBezTo>
                  <a:cubicBezTo>
                    <a:pt x="2991" y="11"/>
                    <a:pt x="2932" y="1"/>
                    <a:pt x="28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4042542" y="1716091"/>
              <a:ext cx="228661" cy="255465"/>
            </a:xfrm>
            <a:custGeom>
              <a:avLst/>
              <a:gdLst/>
              <a:ahLst/>
              <a:cxnLst/>
              <a:rect l="l" t="t" r="r" b="b"/>
              <a:pathLst>
                <a:path w="4982" h="5566" extrusionOk="0">
                  <a:moveTo>
                    <a:pt x="4981" y="0"/>
                  </a:moveTo>
                  <a:lnTo>
                    <a:pt x="77" y="2360"/>
                  </a:lnTo>
                  <a:lnTo>
                    <a:pt x="1" y="2743"/>
                  </a:lnTo>
                  <a:lnTo>
                    <a:pt x="2" y="2743"/>
                  </a:lnTo>
                  <a:cubicBezTo>
                    <a:pt x="2" y="2743"/>
                    <a:pt x="1443" y="5565"/>
                    <a:pt x="2450" y="5565"/>
                  </a:cubicBezTo>
                  <a:cubicBezTo>
                    <a:pt x="2565" y="5565"/>
                    <a:pt x="2674" y="5528"/>
                    <a:pt x="2775" y="5447"/>
                  </a:cubicBezTo>
                  <a:cubicBezTo>
                    <a:pt x="3757" y="4647"/>
                    <a:pt x="4981" y="0"/>
                    <a:pt x="49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4037585" y="1711272"/>
              <a:ext cx="238667" cy="265058"/>
            </a:xfrm>
            <a:custGeom>
              <a:avLst/>
              <a:gdLst/>
              <a:ahLst/>
              <a:cxnLst/>
              <a:rect l="l" t="t" r="r" b="b"/>
              <a:pathLst>
                <a:path w="5200" h="5775" extrusionOk="0">
                  <a:moveTo>
                    <a:pt x="4930" y="303"/>
                  </a:moveTo>
                  <a:lnTo>
                    <a:pt x="4930" y="303"/>
                  </a:lnTo>
                  <a:cubicBezTo>
                    <a:pt x="4674" y="1237"/>
                    <a:pt x="3648" y="4798"/>
                    <a:pt x="2819" y="5468"/>
                  </a:cubicBezTo>
                  <a:cubicBezTo>
                    <a:pt x="2743" y="5530"/>
                    <a:pt x="2649" y="5563"/>
                    <a:pt x="2553" y="5563"/>
                  </a:cubicBezTo>
                  <a:cubicBezTo>
                    <a:pt x="2521" y="5563"/>
                    <a:pt x="2488" y="5560"/>
                    <a:pt x="2455" y="5552"/>
                  </a:cubicBezTo>
                  <a:cubicBezTo>
                    <a:pt x="1573" y="5364"/>
                    <a:pt x="374" y="3129"/>
                    <a:pt x="219" y="2830"/>
                  </a:cubicBezTo>
                  <a:lnTo>
                    <a:pt x="280" y="2532"/>
                  </a:lnTo>
                  <a:lnTo>
                    <a:pt x="4930" y="303"/>
                  </a:lnTo>
                  <a:close/>
                  <a:moveTo>
                    <a:pt x="5088" y="1"/>
                  </a:moveTo>
                  <a:cubicBezTo>
                    <a:pt x="5073" y="1"/>
                    <a:pt x="5059" y="4"/>
                    <a:pt x="5045" y="10"/>
                  </a:cubicBezTo>
                  <a:lnTo>
                    <a:pt x="140" y="2370"/>
                  </a:lnTo>
                  <a:cubicBezTo>
                    <a:pt x="109" y="2385"/>
                    <a:pt x="88" y="2413"/>
                    <a:pt x="82" y="2447"/>
                  </a:cubicBezTo>
                  <a:lnTo>
                    <a:pt x="5" y="2827"/>
                  </a:lnTo>
                  <a:cubicBezTo>
                    <a:pt x="0" y="2851"/>
                    <a:pt x="5" y="2874"/>
                    <a:pt x="17" y="2897"/>
                  </a:cubicBezTo>
                  <a:cubicBezTo>
                    <a:pt x="69" y="3003"/>
                    <a:pt x="1376" y="5547"/>
                    <a:pt x="2415" y="5760"/>
                  </a:cubicBezTo>
                  <a:cubicBezTo>
                    <a:pt x="2464" y="5770"/>
                    <a:pt x="2515" y="5775"/>
                    <a:pt x="2564" y="5775"/>
                  </a:cubicBezTo>
                  <a:cubicBezTo>
                    <a:pt x="2704" y="5773"/>
                    <a:pt x="2840" y="5724"/>
                    <a:pt x="2948" y="5635"/>
                  </a:cubicBezTo>
                  <a:cubicBezTo>
                    <a:pt x="3955" y="4825"/>
                    <a:pt x="5143" y="324"/>
                    <a:pt x="5194" y="133"/>
                  </a:cubicBezTo>
                  <a:cubicBezTo>
                    <a:pt x="5200" y="111"/>
                    <a:pt x="5197" y="87"/>
                    <a:pt x="5188" y="66"/>
                  </a:cubicBezTo>
                  <a:cubicBezTo>
                    <a:pt x="5170" y="25"/>
                    <a:pt x="5130" y="1"/>
                    <a:pt x="50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1"/>
            <p:cNvSpPr/>
            <p:nvPr/>
          </p:nvSpPr>
          <p:spPr>
            <a:xfrm>
              <a:off x="3801580" y="1086332"/>
              <a:ext cx="617230" cy="834830"/>
            </a:xfrm>
            <a:custGeom>
              <a:avLst/>
              <a:gdLst/>
              <a:ahLst/>
              <a:cxnLst/>
              <a:rect l="l" t="t" r="r" b="b"/>
              <a:pathLst>
                <a:path w="13448" h="18189" extrusionOk="0">
                  <a:moveTo>
                    <a:pt x="6822" y="1"/>
                  </a:moveTo>
                  <a:cubicBezTo>
                    <a:pt x="5036" y="1"/>
                    <a:pt x="3152" y="1175"/>
                    <a:pt x="3152" y="1175"/>
                  </a:cubicBezTo>
                  <a:cubicBezTo>
                    <a:pt x="3152" y="1175"/>
                    <a:pt x="1037" y="2631"/>
                    <a:pt x="519" y="5264"/>
                  </a:cubicBezTo>
                  <a:cubicBezTo>
                    <a:pt x="1" y="7895"/>
                    <a:pt x="4" y="12033"/>
                    <a:pt x="1508" y="14757"/>
                  </a:cubicBezTo>
                  <a:cubicBezTo>
                    <a:pt x="3010" y="17482"/>
                    <a:pt x="3528" y="18142"/>
                    <a:pt x="4844" y="18188"/>
                  </a:cubicBezTo>
                  <a:cubicBezTo>
                    <a:pt x="4861" y="18188"/>
                    <a:pt x="4878" y="18189"/>
                    <a:pt x="4896" y="18189"/>
                  </a:cubicBezTo>
                  <a:cubicBezTo>
                    <a:pt x="6234" y="18189"/>
                    <a:pt x="9051" y="16392"/>
                    <a:pt x="10815" y="15463"/>
                  </a:cubicBezTo>
                  <a:cubicBezTo>
                    <a:pt x="12603" y="14522"/>
                    <a:pt x="12506" y="12079"/>
                    <a:pt x="12506" y="12079"/>
                  </a:cubicBezTo>
                  <a:cubicBezTo>
                    <a:pt x="12506" y="12079"/>
                    <a:pt x="13447" y="8225"/>
                    <a:pt x="12837" y="4841"/>
                  </a:cubicBezTo>
                  <a:cubicBezTo>
                    <a:pt x="12228" y="1457"/>
                    <a:pt x="8607" y="1"/>
                    <a:pt x="6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1"/>
            <p:cNvSpPr/>
            <p:nvPr/>
          </p:nvSpPr>
          <p:spPr>
            <a:xfrm>
              <a:off x="3794971" y="1081696"/>
              <a:ext cx="627327" cy="844514"/>
            </a:xfrm>
            <a:custGeom>
              <a:avLst/>
              <a:gdLst/>
              <a:ahLst/>
              <a:cxnLst/>
              <a:rect l="l" t="t" r="r" b="b"/>
              <a:pathLst>
                <a:path w="13668" h="18400" extrusionOk="0">
                  <a:moveTo>
                    <a:pt x="6961" y="207"/>
                  </a:moveTo>
                  <a:cubicBezTo>
                    <a:pt x="8668" y="207"/>
                    <a:pt x="12274" y="1638"/>
                    <a:pt x="12872" y="4961"/>
                  </a:cubicBezTo>
                  <a:cubicBezTo>
                    <a:pt x="13472" y="8283"/>
                    <a:pt x="12545" y="12116"/>
                    <a:pt x="12545" y="12154"/>
                  </a:cubicBezTo>
                  <a:cubicBezTo>
                    <a:pt x="12542" y="12163"/>
                    <a:pt x="12542" y="12174"/>
                    <a:pt x="12545" y="12184"/>
                  </a:cubicBezTo>
                  <a:cubicBezTo>
                    <a:pt x="12545" y="12208"/>
                    <a:pt x="12615" y="14572"/>
                    <a:pt x="10908" y="15470"/>
                  </a:cubicBezTo>
                  <a:cubicBezTo>
                    <a:pt x="10512" y="15677"/>
                    <a:pt x="10066" y="15929"/>
                    <a:pt x="9592" y="16195"/>
                  </a:cubicBezTo>
                  <a:cubicBezTo>
                    <a:pt x="8005" y="17083"/>
                    <a:pt x="6057" y="18184"/>
                    <a:pt x="5044" y="18184"/>
                  </a:cubicBezTo>
                  <a:cubicBezTo>
                    <a:pt x="5027" y="18184"/>
                    <a:pt x="5010" y="18184"/>
                    <a:pt x="4993" y="18183"/>
                  </a:cubicBezTo>
                  <a:cubicBezTo>
                    <a:pt x="3717" y="18138"/>
                    <a:pt x="3208" y="17460"/>
                    <a:pt x="1746" y="14808"/>
                  </a:cubicBezTo>
                  <a:cubicBezTo>
                    <a:pt x="306" y="12196"/>
                    <a:pt x="218" y="8194"/>
                    <a:pt x="769" y="5386"/>
                  </a:cubicBezTo>
                  <a:cubicBezTo>
                    <a:pt x="1265" y="2859"/>
                    <a:pt x="3282" y="1416"/>
                    <a:pt x="3355" y="1366"/>
                  </a:cubicBezTo>
                  <a:cubicBezTo>
                    <a:pt x="3428" y="1321"/>
                    <a:pt x="5255" y="207"/>
                    <a:pt x="6961" y="207"/>
                  </a:cubicBezTo>
                  <a:close/>
                  <a:moveTo>
                    <a:pt x="6960" y="0"/>
                  </a:moveTo>
                  <a:cubicBezTo>
                    <a:pt x="5155" y="0"/>
                    <a:pt x="3312" y="1144"/>
                    <a:pt x="3236" y="1191"/>
                  </a:cubicBezTo>
                  <a:cubicBezTo>
                    <a:pt x="3214" y="1206"/>
                    <a:pt x="1080" y="2703"/>
                    <a:pt x="559" y="5347"/>
                  </a:cubicBezTo>
                  <a:cubicBezTo>
                    <a:pt x="1" y="8194"/>
                    <a:pt x="93" y="12257"/>
                    <a:pt x="1558" y="14913"/>
                  </a:cubicBezTo>
                  <a:cubicBezTo>
                    <a:pt x="3065" y="17650"/>
                    <a:pt x="3602" y="18350"/>
                    <a:pt x="4984" y="18399"/>
                  </a:cubicBezTo>
                  <a:lnTo>
                    <a:pt x="5039" y="18399"/>
                  </a:lnTo>
                  <a:cubicBezTo>
                    <a:pt x="6107" y="18399"/>
                    <a:pt x="8012" y="17329"/>
                    <a:pt x="9693" y="16388"/>
                  </a:cubicBezTo>
                  <a:cubicBezTo>
                    <a:pt x="10164" y="16122"/>
                    <a:pt x="10611" y="15878"/>
                    <a:pt x="11002" y="15664"/>
                  </a:cubicBezTo>
                  <a:cubicBezTo>
                    <a:pt x="12774" y="14733"/>
                    <a:pt x="12753" y="12425"/>
                    <a:pt x="12753" y="12198"/>
                  </a:cubicBezTo>
                  <a:cubicBezTo>
                    <a:pt x="12816" y="11934"/>
                    <a:pt x="13667" y="8192"/>
                    <a:pt x="13079" y="4929"/>
                  </a:cubicBezTo>
                  <a:cubicBezTo>
                    <a:pt x="12451" y="1448"/>
                    <a:pt x="8763" y="0"/>
                    <a:pt x="696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1"/>
            <p:cNvSpPr/>
            <p:nvPr/>
          </p:nvSpPr>
          <p:spPr>
            <a:xfrm>
              <a:off x="4237469" y="1355979"/>
              <a:ext cx="196395" cy="308523"/>
            </a:xfrm>
            <a:custGeom>
              <a:avLst/>
              <a:gdLst/>
              <a:ahLst/>
              <a:cxnLst/>
              <a:rect l="l" t="t" r="r" b="b"/>
              <a:pathLst>
                <a:path w="4279" h="6722" extrusionOk="0">
                  <a:moveTo>
                    <a:pt x="2140" y="1"/>
                  </a:moveTo>
                  <a:cubicBezTo>
                    <a:pt x="958" y="1"/>
                    <a:pt x="0" y="1505"/>
                    <a:pt x="0" y="3361"/>
                  </a:cubicBezTo>
                  <a:cubicBezTo>
                    <a:pt x="0" y="5218"/>
                    <a:pt x="958" y="6722"/>
                    <a:pt x="2140" y="6722"/>
                  </a:cubicBezTo>
                  <a:cubicBezTo>
                    <a:pt x="3321" y="6722"/>
                    <a:pt x="4278" y="5218"/>
                    <a:pt x="4278" y="3361"/>
                  </a:cubicBezTo>
                  <a:cubicBezTo>
                    <a:pt x="4278" y="1505"/>
                    <a:pt x="3321" y="1"/>
                    <a:pt x="2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4232604" y="1351068"/>
              <a:ext cx="206585" cy="318391"/>
            </a:xfrm>
            <a:custGeom>
              <a:avLst/>
              <a:gdLst/>
              <a:ahLst/>
              <a:cxnLst/>
              <a:rect l="l" t="t" r="r" b="b"/>
              <a:pathLst>
                <a:path w="4501" h="6937" extrusionOk="0">
                  <a:moveTo>
                    <a:pt x="2246" y="214"/>
                  </a:moveTo>
                  <a:cubicBezTo>
                    <a:pt x="3366" y="214"/>
                    <a:pt x="4286" y="1674"/>
                    <a:pt x="4286" y="3468"/>
                  </a:cubicBezTo>
                  <a:cubicBezTo>
                    <a:pt x="4286" y="5261"/>
                    <a:pt x="3367" y="6722"/>
                    <a:pt x="2246" y="6722"/>
                  </a:cubicBezTo>
                  <a:cubicBezTo>
                    <a:pt x="1123" y="6722"/>
                    <a:pt x="214" y="5264"/>
                    <a:pt x="214" y="3468"/>
                  </a:cubicBezTo>
                  <a:cubicBezTo>
                    <a:pt x="214" y="1673"/>
                    <a:pt x="1123" y="214"/>
                    <a:pt x="2246" y="214"/>
                  </a:cubicBezTo>
                  <a:close/>
                  <a:moveTo>
                    <a:pt x="2246" y="1"/>
                  </a:moveTo>
                  <a:cubicBezTo>
                    <a:pt x="1007" y="1"/>
                    <a:pt x="1" y="1557"/>
                    <a:pt x="1" y="3468"/>
                  </a:cubicBezTo>
                  <a:cubicBezTo>
                    <a:pt x="1" y="5379"/>
                    <a:pt x="1007" y="6936"/>
                    <a:pt x="2246" y="6936"/>
                  </a:cubicBezTo>
                  <a:cubicBezTo>
                    <a:pt x="3483" y="6936"/>
                    <a:pt x="4500" y="5382"/>
                    <a:pt x="4500" y="3468"/>
                  </a:cubicBezTo>
                  <a:cubicBezTo>
                    <a:pt x="4500" y="1555"/>
                    <a:pt x="3485" y="1"/>
                    <a:pt x="22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4321599" y="1433546"/>
              <a:ext cx="75547" cy="168306"/>
            </a:xfrm>
            <a:custGeom>
              <a:avLst/>
              <a:gdLst/>
              <a:ahLst/>
              <a:cxnLst/>
              <a:rect l="l" t="t" r="r" b="b"/>
              <a:pathLst>
                <a:path w="1646" h="3667" extrusionOk="0">
                  <a:moveTo>
                    <a:pt x="822" y="1"/>
                  </a:moveTo>
                  <a:cubicBezTo>
                    <a:pt x="368" y="1"/>
                    <a:pt x="0" y="823"/>
                    <a:pt x="0" y="1835"/>
                  </a:cubicBezTo>
                  <a:cubicBezTo>
                    <a:pt x="0" y="2848"/>
                    <a:pt x="368" y="3667"/>
                    <a:pt x="822" y="3667"/>
                  </a:cubicBezTo>
                  <a:cubicBezTo>
                    <a:pt x="1278" y="3667"/>
                    <a:pt x="1645" y="2849"/>
                    <a:pt x="1645" y="1835"/>
                  </a:cubicBezTo>
                  <a:cubicBezTo>
                    <a:pt x="1645" y="823"/>
                    <a:pt x="1278" y="1"/>
                    <a:pt x="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4316688" y="1428727"/>
              <a:ext cx="85369" cy="178036"/>
            </a:xfrm>
            <a:custGeom>
              <a:avLst/>
              <a:gdLst/>
              <a:ahLst/>
              <a:cxnLst/>
              <a:rect l="l" t="t" r="r" b="b"/>
              <a:pathLst>
                <a:path w="1860" h="3879" extrusionOk="0">
                  <a:moveTo>
                    <a:pt x="929" y="213"/>
                  </a:moveTo>
                  <a:cubicBezTo>
                    <a:pt x="1275" y="213"/>
                    <a:pt x="1647" y="908"/>
                    <a:pt x="1647" y="1940"/>
                  </a:cubicBezTo>
                  <a:cubicBezTo>
                    <a:pt x="1647" y="2972"/>
                    <a:pt x="1275" y="3666"/>
                    <a:pt x="929" y="3666"/>
                  </a:cubicBezTo>
                  <a:cubicBezTo>
                    <a:pt x="584" y="3666"/>
                    <a:pt x="213" y="2972"/>
                    <a:pt x="213" y="1940"/>
                  </a:cubicBezTo>
                  <a:cubicBezTo>
                    <a:pt x="213" y="908"/>
                    <a:pt x="584" y="213"/>
                    <a:pt x="929" y="213"/>
                  </a:cubicBezTo>
                  <a:close/>
                  <a:moveTo>
                    <a:pt x="929" y="0"/>
                  </a:moveTo>
                  <a:cubicBezTo>
                    <a:pt x="409" y="0"/>
                    <a:pt x="0" y="855"/>
                    <a:pt x="0" y="1940"/>
                  </a:cubicBezTo>
                  <a:cubicBezTo>
                    <a:pt x="0" y="3026"/>
                    <a:pt x="409" y="3879"/>
                    <a:pt x="929" y="3879"/>
                  </a:cubicBezTo>
                  <a:cubicBezTo>
                    <a:pt x="1452" y="3879"/>
                    <a:pt x="1860" y="3029"/>
                    <a:pt x="1860" y="1940"/>
                  </a:cubicBezTo>
                  <a:cubicBezTo>
                    <a:pt x="1860" y="853"/>
                    <a:pt x="1450" y="0"/>
                    <a:pt x="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4321599" y="1436484"/>
              <a:ext cx="56224" cy="162569"/>
            </a:xfrm>
            <a:custGeom>
              <a:avLst/>
              <a:gdLst/>
              <a:ahLst/>
              <a:cxnLst/>
              <a:rect l="l" t="t" r="r" b="b"/>
              <a:pathLst>
                <a:path w="1225" h="3542" extrusionOk="0">
                  <a:moveTo>
                    <a:pt x="612" y="1"/>
                  </a:moveTo>
                  <a:cubicBezTo>
                    <a:pt x="274" y="1"/>
                    <a:pt x="0" y="794"/>
                    <a:pt x="0" y="1771"/>
                  </a:cubicBezTo>
                  <a:cubicBezTo>
                    <a:pt x="0" y="2749"/>
                    <a:pt x="274" y="3542"/>
                    <a:pt x="612" y="3542"/>
                  </a:cubicBezTo>
                  <a:cubicBezTo>
                    <a:pt x="949" y="3542"/>
                    <a:pt x="1224" y="2749"/>
                    <a:pt x="1224" y="1771"/>
                  </a:cubicBezTo>
                  <a:cubicBezTo>
                    <a:pt x="1224" y="794"/>
                    <a:pt x="949" y="1"/>
                    <a:pt x="61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4316688" y="1431664"/>
              <a:ext cx="65955" cy="172299"/>
            </a:xfrm>
            <a:custGeom>
              <a:avLst/>
              <a:gdLst/>
              <a:ahLst/>
              <a:cxnLst/>
              <a:rect l="l" t="t" r="r" b="b"/>
              <a:pathLst>
                <a:path w="1437" h="3754" extrusionOk="0">
                  <a:moveTo>
                    <a:pt x="719" y="237"/>
                  </a:moveTo>
                  <a:cubicBezTo>
                    <a:pt x="977" y="445"/>
                    <a:pt x="1224" y="1051"/>
                    <a:pt x="1224" y="1876"/>
                  </a:cubicBezTo>
                  <a:cubicBezTo>
                    <a:pt x="1224" y="2701"/>
                    <a:pt x="977" y="3303"/>
                    <a:pt x="719" y="3517"/>
                  </a:cubicBezTo>
                  <a:cubicBezTo>
                    <a:pt x="460" y="3306"/>
                    <a:pt x="213" y="2704"/>
                    <a:pt x="213" y="1876"/>
                  </a:cubicBezTo>
                  <a:cubicBezTo>
                    <a:pt x="213" y="1050"/>
                    <a:pt x="460" y="450"/>
                    <a:pt x="719" y="237"/>
                  </a:cubicBezTo>
                  <a:close/>
                  <a:moveTo>
                    <a:pt x="718" y="0"/>
                  </a:moveTo>
                  <a:cubicBezTo>
                    <a:pt x="700" y="0"/>
                    <a:pt x="682" y="5"/>
                    <a:pt x="666" y="15"/>
                  </a:cubicBezTo>
                  <a:cubicBezTo>
                    <a:pt x="267" y="249"/>
                    <a:pt x="0" y="998"/>
                    <a:pt x="0" y="1876"/>
                  </a:cubicBezTo>
                  <a:cubicBezTo>
                    <a:pt x="0" y="2755"/>
                    <a:pt x="267" y="3504"/>
                    <a:pt x="666" y="3739"/>
                  </a:cubicBezTo>
                  <a:cubicBezTo>
                    <a:pt x="682" y="3748"/>
                    <a:pt x="700" y="3752"/>
                    <a:pt x="719" y="3754"/>
                  </a:cubicBezTo>
                  <a:cubicBezTo>
                    <a:pt x="737" y="3752"/>
                    <a:pt x="756" y="3748"/>
                    <a:pt x="771" y="3739"/>
                  </a:cubicBezTo>
                  <a:cubicBezTo>
                    <a:pt x="1170" y="3502"/>
                    <a:pt x="1437" y="2755"/>
                    <a:pt x="1437" y="1876"/>
                  </a:cubicBezTo>
                  <a:cubicBezTo>
                    <a:pt x="1437" y="998"/>
                    <a:pt x="1170" y="249"/>
                    <a:pt x="771" y="15"/>
                  </a:cubicBezTo>
                  <a:cubicBezTo>
                    <a:pt x="755" y="5"/>
                    <a:pt x="737" y="0"/>
                    <a:pt x="71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3812687" y="1321694"/>
              <a:ext cx="343451" cy="455120"/>
            </a:xfrm>
            <a:custGeom>
              <a:avLst/>
              <a:gdLst/>
              <a:ahLst/>
              <a:cxnLst/>
              <a:rect l="l" t="t" r="r" b="b"/>
              <a:pathLst>
                <a:path w="7483" h="9916" extrusionOk="0">
                  <a:moveTo>
                    <a:pt x="3233" y="0"/>
                  </a:moveTo>
                  <a:cubicBezTo>
                    <a:pt x="3148" y="0"/>
                    <a:pt x="3062" y="22"/>
                    <a:pt x="2985" y="67"/>
                  </a:cubicBezTo>
                  <a:cubicBezTo>
                    <a:pt x="558" y="1485"/>
                    <a:pt x="0" y="4647"/>
                    <a:pt x="0" y="4647"/>
                  </a:cubicBezTo>
                  <a:cubicBezTo>
                    <a:pt x="533" y="6608"/>
                    <a:pt x="1631" y="8368"/>
                    <a:pt x="3157" y="9710"/>
                  </a:cubicBezTo>
                  <a:cubicBezTo>
                    <a:pt x="3311" y="9847"/>
                    <a:pt x="3504" y="9915"/>
                    <a:pt x="3696" y="9915"/>
                  </a:cubicBezTo>
                  <a:cubicBezTo>
                    <a:pt x="3912" y="9915"/>
                    <a:pt x="4127" y="9830"/>
                    <a:pt x="4287" y="9661"/>
                  </a:cubicBezTo>
                  <a:cubicBezTo>
                    <a:pt x="5299" y="8587"/>
                    <a:pt x="7482" y="6156"/>
                    <a:pt x="7433" y="4929"/>
                  </a:cubicBezTo>
                  <a:cubicBezTo>
                    <a:pt x="7376" y="3552"/>
                    <a:pt x="4440" y="895"/>
                    <a:pt x="3551" y="118"/>
                  </a:cubicBezTo>
                  <a:cubicBezTo>
                    <a:pt x="3461" y="40"/>
                    <a:pt x="3347" y="0"/>
                    <a:pt x="323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3807685" y="1316691"/>
              <a:ext cx="352952" cy="465033"/>
            </a:xfrm>
            <a:custGeom>
              <a:avLst/>
              <a:gdLst/>
              <a:ahLst/>
              <a:cxnLst/>
              <a:rect l="l" t="t" r="r" b="b"/>
              <a:pathLst>
                <a:path w="7690" h="10132" extrusionOk="0">
                  <a:moveTo>
                    <a:pt x="3338" y="217"/>
                  </a:moveTo>
                  <a:cubicBezTo>
                    <a:pt x="3427" y="217"/>
                    <a:pt x="3515" y="248"/>
                    <a:pt x="3586" y="309"/>
                  </a:cubicBezTo>
                  <a:cubicBezTo>
                    <a:pt x="4469" y="1080"/>
                    <a:pt x="7371" y="3710"/>
                    <a:pt x="7424" y="5042"/>
                  </a:cubicBezTo>
                  <a:cubicBezTo>
                    <a:pt x="7473" y="6239"/>
                    <a:pt x="5262" y="8696"/>
                    <a:pt x="4308" y="9698"/>
                  </a:cubicBezTo>
                  <a:cubicBezTo>
                    <a:pt x="4170" y="9844"/>
                    <a:pt x="3983" y="9918"/>
                    <a:pt x="3796" y="9918"/>
                  </a:cubicBezTo>
                  <a:cubicBezTo>
                    <a:pt x="3628" y="9918"/>
                    <a:pt x="3460" y="9859"/>
                    <a:pt x="3325" y="9740"/>
                  </a:cubicBezTo>
                  <a:cubicBezTo>
                    <a:pt x="1824" y="8416"/>
                    <a:pt x="742" y="6683"/>
                    <a:pt x="213" y="4752"/>
                  </a:cubicBezTo>
                  <a:cubicBezTo>
                    <a:pt x="271" y="4469"/>
                    <a:pt x="898" y="1583"/>
                    <a:pt x="3144" y="270"/>
                  </a:cubicBezTo>
                  <a:cubicBezTo>
                    <a:pt x="3204" y="234"/>
                    <a:pt x="3271" y="217"/>
                    <a:pt x="3338" y="217"/>
                  </a:cubicBezTo>
                  <a:close/>
                  <a:moveTo>
                    <a:pt x="3334" y="0"/>
                  </a:moveTo>
                  <a:cubicBezTo>
                    <a:pt x="3231" y="0"/>
                    <a:pt x="3127" y="27"/>
                    <a:pt x="3033" y="83"/>
                  </a:cubicBezTo>
                  <a:cubicBezTo>
                    <a:pt x="602" y="1509"/>
                    <a:pt x="3" y="4704"/>
                    <a:pt x="3" y="4736"/>
                  </a:cubicBezTo>
                  <a:cubicBezTo>
                    <a:pt x="0" y="4750"/>
                    <a:pt x="0" y="4767"/>
                    <a:pt x="3" y="4783"/>
                  </a:cubicBezTo>
                  <a:cubicBezTo>
                    <a:pt x="539" y="6763"/>
                    <a:pt x="1646" y="8543"/>
                    <a:pt x="3185" y="9901"/>
                  </a:cubicBezTo>
                  <a:cubicBezTo>
                    <a:pt x="3354" y="10050"/>
                    <a:pt x="3569" y="10131"/>
                    <a:pt x="3794" y="10131"/>
                  </a:cubicBezTo>
                  <a:cubicBezTo>
                    <a:pt x="4047" y="10131"/>
                    <a:pt x="4290" y="10027"/>
                    <a:pt x="4464" y="9843"/>
                  </a:cubicBezTo>
                  <a:cubicBezTo>
                    <a:pt x="5672" y="8574"/>
                    <a:pt x="7689" y="6265"/>
                    <a:pt x="7640" y="5032"/>
                  </a:cubicBezTo>
                  <a:cubicBezTo>
                    <a:pt x="7584" y="3652"/>
                    <a:pt x="4880" y="1155"/>
                    <a:pt x="3720" y="144"/>
                  </a:cubicBezTo>
                  <a:cubicBezTo>
                    <a:pt x="3610" y="49"/>
                    <a:pt x="3472" y="0"/>
                    <a:pt x="33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3954281" y="1094410"/>
              <a:ext cx="142512" cy="210440"/>
            </a:xfrm>
            <a:custGeom>
              <a:avLst/>
              <a:gdLst/>
              <a:ahLst/>
              <a:cxnLst/>
              <a:rect l="l" t="t" r="r" b="b"/>
              <a:pathLst>
                <a:path w="3105" h="4585" extrusionOk="0">
                  <a:moveTo>
                    <a:pt x="2981" y="0"/>
                  </a:moveTo>
                  <a:cubicBezTo>
                    <a:pt x="2964" y="0"/>
                    <a:pt x="2946" y="5"/>
                    <a:pt x="2929" y="14"/>
                  </a:cubicBezTo>
                  <a:cubicBezTo>
                    <a:pt x="466" y="1388"/>
                    <a:pt x="8" y="4433"/>
                    <a:pt x="8" y="4464"/>
                  </a:cubicBezTo>
                  <a:cubicBezTo>
                    <a:pt x="0" y="4522"/>
                    <a:pt x="42" y="4576"/>
                    <a:pt x="100" y="4585"/>
                  </a:cubicBezTo>
                  <a:lnTo>
                    <a:pt x="115" y="4585"/>
                  </a:lnTo>
                  <a:lnTo>
                    <a:pt x="115" y="4583"/>
                  </a:lnTo>
                  <a:cubicBezTo>
                    <a:pt x="167" y="4583"/>
                    <a:pt x="210" y="4546"/>
                    <a:pt x="219" y="4494"/>
                  </a:cubicBezTo>
                  <a:cubicBezTo>
                    <a:pt x="224" y="4467"/>
                    <a:pt x="664" y="1522"/>
                    <a:pt x="3035" y="201"/>
                  </a:cubicBezTo>
                  <a:cubicBezTo>
                    <a:pt x="3085" y="173"/>
                    <a:pt x="3105" y="107"/>
                    <a:pt x="3075" y="55"/>
                  </a:cubicBezTo>
                  <a:cubicBezTo>
                    <a:pt x="3056" y="20"/>
                    <a:pt x="3019" y="0"/>
                    <a:pt x="29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3975853" y="1797789"/>
              <a:ext cx="40711" cy="111072"/>
            </a:xfrm>
            <a:custGeom>
              <a:avLst/>
              <a:gdLst/>
              <a:ahLst/>
              <a:cxnLst/>
              <a:rect l="l" t="t" r="r" b="b"/>
              <a:pathLst>
                <a:path w="887" h="2420" extrusionOk="0">
                  <a:moveTo>
                    <a:pt x="106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5"/>
                    <a:pt x="56" y="1521"/>
                    <a:pt x="678" y="2374"/>
                  </a:cubicBezTo>
                  <a:cubicBezTo>
                    <a:pt x="699" y="2402"/>
                    <a:pt x="732" y="2419"/>
                    <a:pt x="766" y="2419"/>
                  </a:cubicBezTo>
                  <a:cubicBezTo>
                    <a:pt x="771" y="2419"/>
                    <a:pt x="775" y="2420"/>
                    <a:pt x="780" y="2420"/>
                  </a:cubicBezTo>
                  <a:cubicBezTo>
                    <a:pt x="798" y="2420"/>
                    <a:pt x="815" y="2416"/>
                    <a:pt x="830" y="2408"/>
                  </a:cubicBezTo>
                  <a:cubicBezTo>
                    <a:pt x="876" y="2373"/>
                    <a:pt x="887" y="2307"/>
                    <a:pt x="854" y="2260"/>
                  </a:cubicBezTo>
                  <a:cubicBezTo>
                    <a:pt x="267" y="1448"/>
                    <a:pt x="214" y="121"/>
                    <a:pt x="214" y="107"/>
                  </a:cubicBezTo>
                  <a:cubicBezTo>
                    <a:pt x="214" y="48"/>
                    <a:pt x="166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4167292" y="1519466"/>
              <a:ext cx="73298" cy="18497"/>
            </a:xfrm>
            <a:custGeom>
              <a:avLst/>
              <a:gdLst/>
              <a:ahLst/>
              <a:cxnLst/>
              <a:rect l="l" t="t" r="r" b="b"/>
              <a:pathLst>
                <a:path w="1597" h="403" extrusionOk="0">
                  <a:moveTo>
                    <a:pt x="1474" y="1"/>
                  </a:moveTo>
                  <a:cubicBezTo>
                    <a:pt x="1457" y="1"/>
                    <a:pt x="1439" y="5"/>
                    <a:pt x="1424" y="14"/>
                  </a:cubicBezTo>
                  <a:cubicBezTo>
                    <a:pt x="1142" y="171"/>
                    <a:pt x="597" y="193"/>
                    <a:pt x="308" y="193"/>
                  </a:cubicBezTo>
                  <a:cubicBezTo>
                    <a:pt x="194" y="193"/>
                    <a:pt x="119" y="189"/>
                    <a:pt x="116" y="189"/>
                  </a:cubicBezTo>
                  <a:cubicBezTo>
                    <a:pt x="114" y="189"/>
                    <a:pt x="113" y="189"/>
                    <a:pt x="111" y="189"/>
                  </a:cubicBezTo>
                  <a:cubicBezTo>
                    <a:pt x="54" y="189"/>
                    <a:pt x="6" y="233"/>
                    <a:pt x="3" y="291"/>
                  </a:cubicBezTo>
                  <a:cubicBezTo>
                    <a:pt x="0" y="350"/>
                    <a:pt x="46" y="399"/>
                    <a:pt x="104" y="402"/>
                  </a:cubicBezTo>
                  <a:lnTo>
                    <a:pt x="319" y="402"/>
                  </a:lnTo>
                  <a:cubicBezTo>
                    <a:pt x="627" y="402"/>
                    <a:pt x="1212" y="377"/>
                    <a:pt x="1525" y="201"/>
                  </a:cubicBezTo>
                  <a:cubicBezTo>
                    <a:pt x="1577" y="173"/>
                    <a:pt x="1596" y="109"/>
                    <a:pt x="1568" y="57"/>
                  </a:cubicBezTo>
                  <a:cubicBezTo>
                    <a:pt x="1549" y="21"/>
                    <a:pt x="1512" y="1"/>
                    <a:pt x="14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2529164" y="2476200"/>
              <a:ext cx="415648" cy="355063"/>
            </a:xfrm>
            <a:custGeom>
              <a:avLst/>
              <a:gdLst/>
              <a:ahLst/>
              <a:cxnLst/>
              <a:rect l="l" t="t" r="r" b="b"/>
              <a:pathLst>
                <a:path w="9056" h="7736" extrusionOk="0">
                  <a:moveTo>
                    <a:pt x="8876" y="1"/>
                  </a:moveTo>
                  <a:lnTo>
                    <a:pt x="523" y="2617"/>
                  </a:lnTo>
                  <a:cubicBezTo>
                    <a:pt x="523" y="2617"/>
                    <a:pt x="0" y="3945"/>
                    <a:pt x="1423" y="5176"/>
                  </a:cubicBezTo>
                  <a:lnTo>
                    <a:pt x="3606" y="7736"/>
                  </a:lnTo>
                  <a:lnTo>
                    <a:pt x="8826" y="6169"/>
                  </a:lnTo>
                  <a:lnTo>
                    <a:pt x="6455" y="3750"/>
                  </a:lnTo>
                  <a:lnTo>
                    <a:pt x="6455" y="3750"/>
                  </a:lnTo>
                  <a:cubicBezTo>
                    <a:pt x="6477" y="3750"/>
                    <a:pt x="6499" y="3751"/>
                    <a:pt x="6520" y="3751"/>
                  </a:cubicBezTo>
                  <a:cubicBezTo>
                    <a:pt x="7371" y="3751"/>
                    <a:pt x="8153" y="3274"/>
                    <a:pt x="8542" y="2515"/>
                  </a:cubicBezTo>
                  <a:cubicBezTo>
                    <a:pt x="8938" y="1740"/>
                    <a:pt x="9056" y="852"/>
                    <a:pt x="88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2524161" y="2471472"/>
              <a:ext cx="425791" cy="364977"/>
            </a:xfrm>
            <a:custGeom>
              <a:avLst/>
              <a:gdLst/>
              <a:ahLst/>
              <a:cxnLst/>
              <a:rect l="l" t="t" r="r" b="b"/>
              <a:pathLst>
                <a:path w="9277" h="7952" extrusionOk="0">
                  <a:moveTo>
                    <a:pt x="8903" y="257"/>
                  </a:moveTo>
                  <a:lnTo>
                    <a:pt x="8903" y="257"/>
                  </a:lnTo>
                  <a:cubicBezTo>
                    <a:pt x="9037" y="1047"/>
                    <a:pt x="8915" y="1862"/>
                    <a:pt x="8556" y="2580"/>
                  </a:cubicBezTo>
                  <a:cubicBezTo>
                    <a:pt x="8188" y="3302"/>
                    <a:pt x="7446" y="3755"/>
                    <a:pt x="6639" y="3755"/>
                  </a:cubicBezTo>
                  <a:cubicBezTo>
                    <a:pt x="6616" y="3755"/>
                    <a:pt x="6593" y="3755"/>
                    <a:pt x="6570" y="3754"/>
                  </a:cubicBezTo>
                  <a:cubicBezTo>
                    <a:pt x="6566" y="3754"/>
                    <a:pt x="6563" y="3754"/>
                    <a:pt x="6559" y="3754"/>
                  </a:cubicBezTo>
                  <a:cubicBezTo>
                    <a:pt x="6519" y="3754"/>
                    <a:pt x="6482" y="3778"/>
                    <a:pt x="6465" y="3815"/>
                  </a:cubicBezTo>
                  <a:cubicBezTo>
                    <a:pt x="6447" y="3857"/>
                    <a:pt x="6456" y="3903"/>
                    <a:pt x="6486" y="3936"/>
                  </a:cubicBezTo>
                  <a:lnTo>
                    <a:pt x="8736" y="6228"/>
                  </a:lnTo>
                  <a:lnTo>
                    <a:pt x="3751" y="7721"/>
                  </a:lnTo>
                  <a:lnTo>
                    <a:pt x="1604" y="5211"/>
                  </a:lnTo>
                  <a:cubicBezTo>
                    <a:pt x="387" y="4156"/>
                    <a:pt x="639" y="3058"/>
                    <a:pt x="714" y="2816"/>
                  </a:cubicBezTo>
                  <a:lnTo>
                    <a:pt x="8903" y="257"/>
                  </a:lnTo>
                  <a:close/>
                  <a:moveTo>
                    <a:pt x="8992" y="1"/>
                  </a:moveTo>
                  <a:cubicBezTo>
                    <a:pt x="8978" y="1"/>
                    <a:pt x="8964" y="4"/>
                    <a:pt x="8952" y="10"/>
                  </a:cubicBezTo>
                  <a:lnTo>
                    <a:pt x="599" y="2620"/>
                  </a:lnTo>
                  <a:cubicBezTo>
                    <a:pt x="568" y="2629"/>
                    <a:pt x="544" y="2651"/>
                    <a:pt x="530" y="2681"/>
                  </a:cubicBezTo>
                  <a:cubicBezTo>
                    <a:pt x="526" y="2696"/>
                    <a:pt x="0" y="4095"/>
                    <a:pt x="1452" y="5354"/>
                  </a:cubicBezTo>
                  <a:lnTo>
                    <a:pt x="3633" y="7913"/>
                  </a:lnTo>
                  <a:cubicBezTo>
                    <a:pt x="3653" y="7937"/>
                    <a:pt x="3682" y="7950"/>
                    <a:pt x="3715" y="7950"/>
                  </a:cubicBezTo>
                  <a:lnTo>
                    <a:pt x="3714" y="7952"/>
                  </a:lnTo>
                  <a:lnTo>
                    <a:pt x="3746" y="7934"/>
                  </a:lnTo>
                  <a:lnTo>
                    <a:pt x="8967" y="6367"/>
                  </a:lnTo>
                  <a:cubicBezTo>
                    <a:pt x="8985" y="6362"/>
                    <a:pt x="8999" y="6353"/>
                    <a:pt x="9013" y="6339"/>
                  </a:cubicBezTo>
                  <a:cubicBezTo>
                    <a:pt x="9053" y="6299"/>
                    <a:pt x="9053" y="6232"/>
                    <a:pt x="9011" y="6192"/>
                  </a:cubicBezTo>
                  <a:lnTo>
                    <a:pt x="6809" y="3943"/>
                  </a:lnTo>
                  <a:cubicBezTo>
                    <a:pt x="7636" y="3890"/>
                    <a:pt x="8373" y="3403"/>
                    <a:pt x="8746" y="2664"/>
                  </a:cubicBezTo>
                  <a:cubicBezTo>
                    <a:pt x="9156" y="1866"/>
                    <a:pt x="9276" y="951"/>
                    <a:pt x="9086" y="74"/>
                  </a:cubicBezTo>
                  <a:cubicBezTo>
                    <a:pt x="9078" y="45"/>
                    <a:pt x="9059" y="23"/>
                    <a:pt x="9034" y="10"/>
                  </a:cubicBezTo>
                  <a:cubicBezTo>
                    <a:pt x="9020" y="4"/>
                    <a:pt x="9006" y="1"/>
                    <a:pt x="899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2395602" y="1816377"/>
              <a:ext cx="1287563" cy="861909"/>
            </a:xfrm>
            <a:custGeom>
              <a:avLst/>
              <a:gdLst/>
              <a:ahLst/>
              <a:cxnLst/>
              <a:rect l="l" t="t" r="r" b="b"/>
              <a:pathLst>
                <a:path w="28053" h="18779" extrusionOk="0">
                  <a:moveTo>
                    <a:pt x="20773" y="0"/>
                  </a:moveTo>
                  <a:cubicBezTo>
                    <a:pt x="20109" y="0"/>
                    <a:pt x="19476" y="68"/>
                    <a:pt x="18931" y="193"/>
                  </a:cubicBezTo>
                  <a:cubicBezTo>
                    <a:pt x="17746" y="439"/>
                    <a:pt x="16619" y="903"/>
                    <a:pt x="15605" y="1564"/>
                  </a:cubicBezTo>
                  <a:cubicBezTo>
                    <a:pt x="13930" y="2711"/>
                    <a:pt x="12648" y="4401"/>
                    <a:pt x="11194" y="5808"/>
                  </a:cubicBezTo>
                  <a:cubicBezTo>
                    <a:pt x="10664" y="6317"/>
                    <a:pt x="10131" y="6834"/>
                    <a:pt x="9586" y="7341"/>
                  </a:cubicBezTo>
                  <a:cubicBezTo>
                    <a:pt x="8272" y="8526"/>
                    <a:pt x="6869" y="9609"/>
                    <a:pt x="5388" y="10578"/>
                  </a:cubicBezTo>
                  <a:cubicBezTo>
                    <a:pt x="3241" y="12033"/>
                    <a:pt x="1" y="14630"/>
                    <a:pt x="1808" y="17545"/>
                  </a:cubicBezTo>
                  <a:cubicBezTo>
                    <a:pt x="2367" y="18447"/>
                    <a:pt x="3235" y="18778"/>
                    <a:pt x="4217" y="18778"/>
                  </a:cubicBezTo>
                  <a:cubicBezTo>
                    <a:pt x="5893" y="18778"/>
                    <a:pt x="7899" y="17812"/>
                    <a:pt x="9257" y="17077"/>
                  </a:cubicBezTo>
                  <a:cubicBezTo>
                    <a:pt x="11344" y="15950"/>
                    <a:pt x="15227" y="15099"/>
                    <a:pt x="17424" y="15099"/>
                  </a:cubicBezTo>
                  <a:cubicBezTo>
                    <a:pt x="17496" y="15099"/>
                    <a:pt x="17566" y="15100"/>
                    <a:pt x="17634" y="15102"/>
                  </a:cubicBezTo>
                  <a:cubicBezTo>
                    <a:pt x="17680" y="15103"/>
                    <a:pt x="17726" y="15103"/>
                    <a:pt x="17774" y="15103"/>
                  </a:cubicBezTo>
                  <a:cubicBezTo>
                    <a:pt x="19987" y="15103"/>
                    <a:pt x="24596" y="13826"/>
                    <a:pt x="26306" y="11378"/>
                  </a:cubicBezTo>
                  <a:cubicBezTo>
                    <a:pt x="28052" y="8876"/>
                    <a:pt x="27798" y="3604"/>
                    <a:pt x="25642" y="1569"/>
                  </a:cubicBezTo>
                  <a:cubicBezTo>
                    <a:pt x="24473" y="464"/>
                    <a:pt x="22515" y="0"/>
                    <a:pt x="2077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2381144" y="1811466"/>
              <a:ext cx="1309731" cy="871823"/>
            </a:xfrm>
            <a:custGeom>
              <a:avLst/>
              <a:gdLst/>
              <a:ahLst/>
              <a:cxnLst/>
              <a:rect l="l" t="t" r="r" b="b"/>
              <a:pathLst>
                <a:path w="28536" h="18995" extrusionOk="0">
                  <a:moveTo>
                    <a:pt x="21098" y="214"/>
                  </a:moveTo>
                  <a:cubicBezTo>
                    <a:pt x="22853" y="214"/>
                    <a:pt x="24777" y="699"/>
                    <a:pt x="25893" y="1755"/>
                  </a:cubicBezTo>
                  <a:cubicBezTo>
                    <a:pt x="27967" y="3724"/>
                    <a:pt x="28288" y="8904"/>
                    <a:pt x="26533" y="11425"/>
                  </a:cubicBezTo>
                  <a:cubicBezTo>
                    <a:pt x="24816" y="13890"/>
                    <a:pt x="20253" y="15106"/>
                    <a:pt x="18097" y="15106"/>
                  </a:cubicBezTo>
                  <a:cubicBezTo>
                    <a:pt x="18048" y="15106"/>
                    <a:pt x="18000" y="15106"/>
                    <a:pt x="17954" y="15104"/>
                  </a:cubicBezTo>
                  <a:cubicBezTo>
                    <a:pt x="17887" y="15103"/>
                    <a:pt x="17818" y="15102"/>
                    <a:pt x="17746" y="15102"/>
                  </a:cubicBezTo>
                  <a:cubicBezTo>
                    <a:pt x="15600" y="15102"/>
                    <a:pt x="11652" y="15942"/>
                    <a:pt x="9522" y="17095"/>
                  </a:cubicBezTo>
                  <a:cubicBezTo>
                    <a:pt x="7433" y="18224"/>
                    <a:pt x="5771" y="18787"/>
                    <a:pt x="4517" y="18787"/>
                  </a:cubicBezTo>
                  <a:cubicBezTo>
                    <a:pt x="3466" y="18787"/>
                    <a:pt x="2702" y="18390"/>
                    <a:pt x="2216" y="17598"/>
                  </a:cubicBezTo>
                  <a:cubicBezTo>
                    <a:pt x="919" y="15500"/>
                    <a:pt x="2079" y="13270"/>
                    <a:pt x="5762" y="10775"/>
                  </a:cubicBezTo>
                  <a:cubicBezTo>
                    <a:pt x="7247" y="9801"/>
                    <a:pt x="8655" y="8715"/>
                    <a:pt x="9974" y="7527"/>
                  </a:cubicBezTo>
                  <a:lnTo>
                    <a:pt x="9986" y="7538"/>
                  </a:lnTo>
                  <a:cubicBezTo>
                    <a:pt x="10513" y="7036"/>
                    <a:pt x="11036" y="6533"/>
                    <a:pt x="11541" y="6044"/>
                  </a:cubicBezTo>
                  <a:lnTo>
                    <a:pt x="11594" y="5992"/>
                  </a:lnTo>
                  <a:cubicBezTo>
                    <a:pt x="12074" y="5531"/>
                    <a:pt x="12541" y="5030"/>
                    <a:pt x="12994" y="4545"/>
                  </a:cubicBezTo>
                  <a:cubicBezTo>
                    <a:pt x="13919" y="3552"/>
                    <a:pt x="14876" y="2526"/>
                    <a:pt x="15991" y="1761"/>
                  </a:cubicBezTo>
                  <a:cubicBezTo>
                    <a:pt x="16995" y="1108"/>
                    <a:pt x="18111" y="648"/>
                    <a:pt x="19282" y="406"/>
                  </a:cubicBezTo>
                  <a:cubicBezTo>
                    <a:pt x="19832" y="279"/>
                    <a:pt x="20454" y="214"/>
                    <a:pt x="21098" y="214"/>
                  </a:cubicBezTo>
                  <a:close/>
                  <a:moveTo>
                    <a:pt x="21076" y="1"/>
                  </a:moveTo>
                  <a:cubicBezTo>
                    <a:pt x="20418" y="1"/>
                    <a:pt x="19784" y="67"/>
                    <a:pt x="19222" y="196"/>
                  </a:cubicBezTo>
                  <a:cubicBezTo>
                    <a:pt x="18024" y="443"/>
                    <a:pt x="16883" y="915"/>
                    <a:pt x="15857" y="1583"/>
                  </a:cubicBezTo>
                  <a:cubicBezTo>
                    <a:pt x="14723" y="2362"/>
                    <a:pt x="13759" y="3395"/>
                    <a:pt x="12826" y="4396"/>
                  </a:cubicBezTo>
                  <a:cubicBezTo>
                    <a:pt x="12375" y="4880"/>
                    <a:pt x="11908" y="5379"/>
                    <a:pt x="11435" y="5837"/>
                  </a:cubicBezTo>
                  <a:lnTo>
                    <a:pt x="11381" y="5889"/>
                  </a:lnTo>
                  <a:cubicBezTo>
                    <a:pt x="10877" y="6375"/>
                    <a:pt x="10356" y="6881"/>
                    <a:pt x="9828" y="7369"/>
                  </a:cubicBezTo>
                  <a:cubicBezTo>
                    <a:pt x="8518" y="8550"/>
                    <a:pt x="7119" y="9630"/>
                    <a:pt x="5643" y="10597"/>
                  </a:cubicBezTo>
                  <a:cubicBezTo>
                    <a:pt x="4248" y="11543"/>
                    <a:pt x="0" y="14424"/>
                    <a:pt x="2034" y="17716"/>
                  </a:cubicBezTo>
                  <a:cubicBezTo>
                    <a:pt x="2625" y="18661"/>
                    <a:pt x="3541" y="18995"/>
                    <a:pt x="4544" y="18995"/>
                  </a:cubicBezTo>
                  <a:cubicBezTo>
                    <a:pt x="6453" y="18995"/>
                    <a:pt x="8672" y="17795"/>
                    <a:pt x="9630" y="17278"/>
                  </a:cubicBezTo>
                  <a:cubicBezTo>
                    <a:pt x="11725" y="16142"/>
                    <a:pt x="15617" y="15311"/>
                    <a:pt x="17736" y="15311"/>
                  </a:cubicBezTo>
                  <a:cubicBezTo>
                    <a:pt x="17809" y="15311"/>
                    <a:pt x="17879" y="15312"/>
                    <a:pt x="17948" y="15314"/>
                  </a:cubicBezTo>
                  <a:cubicBezTo>
                    <a:pt x="18002" y="15316"/>
                    <a:pt x="18058" y="15317"/>
                    <a:pt x="18116" y="15317"/>
                  </a:cubicBezTo>
                  <a:cubicBezTo>
                    <a:pt x="20295" y="15317"/>
                    <a:pt x="24952" y="14059"/>
                    <a:pt x="26708" y="11544"/>
                  </a:cubicBezTo>
                  <a:cubicBezTo>
                    <a:pt x="28535" y="8925"/>
                    <a:pt x="28175" y="3626"/>
                    <a:pt x="26030" y="1598"/>
                  </a:cubicBezTo>
                  <a:cubicBezTo>
                    <a:pt x="24872" y="503"/>
                    <a:pt x="22885" y="1"/>
                    <a:pt x="210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2537288" y="1894495"/>
              <a:ext cx="1103376" cy="764974"/>
            </a:xfrm>
            <a:custGeom>
              <a:avLst/>
              <a:gdLst/>
              <a:ahLst/>
              <a:cxnLst/>
              <a:rect l="l" t="t" r="r" b="b"/>
              <a:pathLst>
                <a:path w="24040" h="16667" extrusionOk="0">
                  <a:moveTo>
                    <a:pt x="22324" y="1"/>
                  </a:moveTo>
                  <a:cubicBezTo>
                    <a:pt x="22304" y="1"/>
                    <a:pt x="22285" y="6"/>
                    <a:pt x="22267" y="17"/>
                  </a:cubicBezTo>
                  <a:cubicBezTo>
                    <a:pt x="22218" y="51"/>
                    <a:pt x="22205" y="117"/>
                    <a:pt x="22237" y="167"/>
                  </a:cubicBezTo>
                  <a:cubicBezTo>
                    <a:pt x="23771" y="2504"/>
                    <a:pt x="23795" y="6929"/>
                    <a:pt x="22278" y="9100"/>
                  </a:cubicBezTo>
                  <a:cubicBezTo>
                    <a:pt x="20564" y="11563"/>
                    <a:pt x="15972" y="12781"/>
                    <a:pt x="13843" y="12781"/>
                  </a:cubicBezTo>
                  <a:cubicBezTo>
                    <a:pt x="13794" y="12781"/>
                    <a:pt x="13745" y="12780"/>
                    <a:pt x="13698" y="12779"/>
                  </a:cubicBezTo>
                  <a:cubicBezTo>
                    <a:pt x="13637" y="12777"/>
                    <a:pt x="13573" y="12776"/>
                    <a:pt x="13508" y="12776"/>
                  </a:cubicBezTo>
                  <a:cubicBezTo>
                    <a:pt x="11363" y="12776"/>
                    <a:pt x="7392" y="13622"/>
                    <a:pt x="5267" y="14771"/>
                  </a:cubicBezTo>
                  <a:cubicBezTo>
                    <a:pt x="3173" y="15902"/>
                    <a:pt x="1542" y="16457"/>
                    <a:pt x="284" y="16457"/>
                  </a:cubicBezTo>
                  <a:cubicBezTo>
                    <a:pt x="226" y="16457"/>
                    <a:pt x="168" y="16456"/>
                    <a:pt x="112" y="16453"/>
                  </a:cubicBezTo>
                  <a:lnTo>
                    <a:pt x="103" y="16453"/>
                  </a:lnTo>
                  <a:cubicBezTo>
                    <a:pt x="46" y="16453"/>
                    <a:pt x="2" y="16498"/>
                    <a:pt x="2" y="16556"/>
                  </a:cubicBezTo>
                  <a:cubicBezTo>
                    <a:pt x="0" y="16614"/>
                    <a:pt x="45" y="16663"/>
                    <a:pt x="104" y="16666"/>
                  </a:cubicBezTo>
                  <a:lnTo>
                    <a:pt x="279" y="16666"/>
                  </a:lnTo>
                  <a:cubicBezTo>
                    <a:pt x="1571" y="16666"/>
                    <a:pt x="3239" y="16099"/>
                    <a:pt x="5378" y="14954"/>
                  </a:cubicBezTo>
                  <a:cubicBezTo>
                    <a:pt x="7475" y="13816"/>
                    <a:pt x="11381" y="12985"/>
                    <a:pt x="13498" y="12985"/>
                  </a:cubicBezTo>
                  <a:cubicBezTo>
                    <a:pt x="13565" y="12985"/>
                    <a:pt x="13630" y="12985"/>
                    <a:pt x="13694" y="12987"/>
                  </a:cubicBezTo>
                  <a:cubicBezTo>
                    <a:pt x="13743" y="12989"/>
                    <a:pt x="13793" y="12989"/>
                    <a:pt x="13845" y="12989"/>
                  </a:cubicBezTo>
                  <a:cubicBezTo>
                    <a:pt x="16020" y="12989"/>
                    <a:pt x="20695" y="11740"/>
                    <a:pt x="22453" y="9220"/>
                  </a:cubicBezTo>
                  <a:cubicBezTo>
                    <a:pt x="24039" y="6951"/>
                    <a:pt x="24020" y="2492"/>
                    <a:pt x="22415" y="50"/>
                  </a:cubicBezTo>
                  <a:cubicBezTo>
                    <a:pt x="22393" y="18"/>
                    <a:pt x="22359" y="1"/>
                    <a:pt x="2232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2993371" y="1903078"/>
              <a:ext cx="279699" cy="595795"/>
            </a:xfrm>
            <a:custGeom>
              <a:avLst/>
              <a:gdLst/>
              <a:ahLst/>
              <a:cxnLst/>
              <a:rect l="l" t="t" r="r" b="b"/>
              <a:pathLst>
                <a:path w="6094" h="12981" extrusionOk="0">
                  <a:moveTo>
                    <a:pt x="2611" y="0"/>
                  </a:moveTo>
                  <a:cubicBezTo>
                    <a:pt x="2567" y="0"/>
                    <a:pt x="2527" y="26"/>
                    <a:pt x="2511" y="67"/>
                  </a:cubicBezTo>
                  <a:cubicBezTo>
                    <a:pt x="2484" y="134"/>
                    <a:pt x="0" y="6736"/>
                    <a:pt x="5897" y="12946"/>
                  </a:cubicBezTo>
                  <a:cubicBezTo>
                    <a:pt x="5917" y="12967"/>
                    <a:pt x="5944" y="12979"/>
                    <a:pt x="5974" y="12980"/>
                  </a:cubicBezTo>
                  <a:cubicBezTo>
                    <a:pt x="6002" y="12980"/>
                    <a:pt x="6029" y="12968"/>
                    <a:pt x="6050" y="12951"/>
                  </a:cubicBezTo>
                  <a:lnTo>
                    <a:pt x="6051" y="12949"/>
                  </a:lnTo>
                  <a:cubicBezTo>
                    <a:pt x="6093" y="12907"/>
                    <a:pt x="6092" y="12840"/>
                    <a:pt x="6050" y="12799"/>
                  </a:cubicBezTo>
                  <a:cubicBezTo>
                    <a:pt x="252" y="6690"/>
                    <a:pt x="2683" y="210"/>
                    <a:pt x="2709" y="146"/>
                  </a:cubicBezTo>
                  <a:cubicBezTo>
                    <a:pt x="2731" y="92"/>
                    <a:pt x="2704" y="30"/>
                    <a:pt x="2649" y="7"/>
                  </a:cubicBezTo>
                  <a:cubicBezTo>
                    <a:pt x="2636" y="2"/>
                    <a:pt x="2623" y="0"/>
                    <a:pt x="26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2622060" y="2003960"/>
              <a:ext cx="1016859" cy="427352"/>
            </a:xfrm>
            <a:custGeom>
              <a:avLst/>
              <a:gdLst/>
              <a:ahLst/>
              <a:cxnLst/>
              <a:rect l="l" t="t" r="r" b="b"/>
              <a:pathLst>
                <a:path w="22155" h="9311" extrusionOk="0">
                  <a:moveTo>
                    <a:pt x="18929" y="0"/>
                  </a:moveTo>
                  <a:cubicBezTo>
                    <a:pt x="16748" y="0"/>
                    <a:pt x="13821" y="684"/>
                    <a:pt x="11195" y="2904"/>
                  </a:cubicBezTo>
                  <a:cubicBezTo>
                    <a:pt x="6947" y="6496"/>
                    <a:pt x="1575" y="8777"/>
                    <a:pt x="863" y="9072"/>
                  </a:cubicBezTo>
                  <a:cubicBezTo>
                    <a:pt x="266" y="8139"/>
                    <a:pt x="650" y="6922"/>
                    <a:pt x="650" y="6911"/>
                  </a:cubicBezTo>
                  <a:cubicBezTo>
                    <a:pt x="668" y="6853"/>
                    <a:pt x="635" y="6789"/>
                    <a:pt x="576" y="6771"/>
                  </a:cubicBezTo>
                  <a:cubicBezTo>
                    <a:pt x="565" y="6768"/>
                    <a:pt x="554" y="6766"/>
                    <a:pt x="543" y="6766"/>
                  </a:cubicBezTo>
                  <a:cubicBezTo>
                    <a:pt x="496" y="6766"/>
                    <a:pt x="452" y="6797"/>
                    <a:pt x="436" y="6846"/>
                  </a:cubicBezTo>
                  <a:cubicBezTo>
                    <a:pt x="419" y="6901"/>
                    <a:pt x="1" y="8238"/>
                    <a:pt x="737" y="9265"/>
                  </a:cubicBezTo>
                  <a:cubicBezTo>
                    <a:pt x="757" y="9293"/>
                    <a:pt x="789" y="9310"/>
                    <a:pt x="823" y="9310"/>
                  </a:cubicBezTo>
                  <a:cubicBezTo>
                    <a:pt x="825" y="9310"/>
                    <a:pt x="827" y="9310"/>
                    <a:pt x="829" y="9310"/>
                  </a:cubicBezTo>
                  <a:cubicBezTo>
                    <a:pt x="842" y="9310"/>
                    <a:pt x="855" y="9306"/>
                    <a:pt x="868" y="9299"/>
                  </a:cubicBezTo>
                  <a:cubicBezTo>
                    <a:pt x="924" y="9276"/>
                    <a:pt x="6773" y="6925"/>
                    <a:pt x="11336" y="3067"/>
                  </a:cubicBezTo>
                  <a:cubicBezTo>
                    <a:pt x="13965" y="845"/>
                    <a:pt x="16768" y="212"/>
                    <a:pt x="18846" y="212"/>
                  </a:cubicBezTo>
                  <a:cubicBezTo>
                    <a:pt x="20477" y="212"/>
                    <a:pt x="21662" y="602"/>
                    <a:pt x="21963" y="921"/>
                  </a:cubicBezTo>
                  <a:cubicBezTo>
                    <a:pt x="21984" y="942"/>
                    <a:pt x="22011" y="952"/>
                    <a:pt x="22038" y="952"/>
                  </a:cubicBezTo>
                  <a:cubicBezTo>
                    <a:pt x="22065" y="952"/>
                    <a:pt x="22092" y="942"/>
                    <a:pt x="22113" y="921"/>
                  </a:cubicBezTo>
                  <a:lnTo>
                    <a:pt x="22115" y="920"/>
                  </a:lnTo>
                  <a:cubicBezTo>
                    <a:pt x="22155" y="878"/>
                    <a:pt x="22155" y="812"/>
                    <a:pt x="22113" y="772"/>
                  </a:cubicBezTo>
                  <a:cubicBezTo>
                    <a:pt x="21734" y="371"/>
                    <a:pt x="20533" y="0"/>
                    <a:pt x="18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1"/>
            <p:cNvSpPr/>
            <p:nvPr/>
          </p:nvSpPr>
          <p:spPr>
            <a:xfrm>
              <a:off x="2939166" y="2029525"/>
              <a:ext cx="364793" cy="295213"/>
            </a:xfrm>
            <a:custGeom>
              <a:avLst/>
              <a:gdLst/>
              <a:ahLst/>
              <a:cxnLst/>
              <a:rect l="l" t="t" r="r" b="b"/>
              <a:pathLst>
                <a:path w="7948" h="6432" extrusionOk="0">
                  <a:moveTo>
                    <a:pt x="4578" y="1"/>
                  </a:moveTo>
                  <a:cubicBezTo>
                    <a:pt x="3839" y="1"/>
                    <a:pt x="3053" y="224"/>
                    <a:pt x="2340" y="684"/>
                  </a:cubicBezTo>
                  <a:cubicBezTo>
                    <a:pt x="644" y="1780"/>
                    <a:pt x="1" y="3801"/>
                    <a:pt x="903" y="5199"/>
                  </a:cubicBezTo>
                  <a:cubicBezTo>
                    <a:pt x="1425" y="6008"/>
                    <a:pt x="2352" y="6431"/>
                    <a:pt x="3368" y="6431"/>
                  </a:cubicBezTo>
                  <a:cubicBezTo>
                    <a:pt x="4107" y="6431"/>
                    <a:pt x="4894" y="6208"/>
                    <a:pt x="5608" y="5747"/>
                  </a:cubicBezTo>
                  <a:cubicBezTo>
                    <a:pt x="7304" y="4652"/>
                    <a:pt x="7947" y="2632"/>
                    <a:pt x="7045" y="1234"/>
                  </a:cubicBezTo>
                  <a:cubicBezTo>
                    <a:pt x="6521" y="424"/>
                    <a:pt x="5594" y="1"/>
                    <a:pt x="45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1"/>
            <p:cNvSpPr/>
            <p:nvPr/>
          </p:nvSpPr>
          <p:spPr>
            <a:xfrm>
              <a:off x="2989745" y="2068584"/>
              <a:ext cx="283968" cy="229855"/>
            </a:xfrm>
            <a:custGeom>
              <a:avLst/>
              <a:gdLst/>
              <a:ahLst/>
              <a:cxnLst/>
              <a:rect l="l" t="t" r="r" b="b"/>
              <a:pathLst>
                <a:path w="6187" h="5008" extrusionOk="0">
                  <a:moveTo>
                    <a:pt x="3573" y="1"/>
                  </a:moveTo>
                  <a:cubicBezTo>
                    <a:pt x="2995" y="1"/>
                    <a:pt x="2380" y="176"/>
                    <a:pt x="1821" y="536"/>
                  </a:cubicBezTo>
                  <a:cubicBezTo>
                    <a:pt x="501" y="1388"/>
                    <a:pt x="0" y="2963"/>
                    <a:pt x="703" y="4048"/>
                  </a:cubicBezTo>
                  <a:cubicBezTo>
                    <a:pt x="1112" y="4678"/>
                    <a:pt x="1830" y="5008"/>
                    <a:pt x="2621" y="5008"/>
                  </a:cubicBezTo>
                  <a:cubicBezTo>
                    <a:pt x="3195" y="5008"/>
                    <a:pt x="3807" y="4834"/>
                    <a:pt x="4366" y="4476"/>
                  </a:cubicBezTo>
                  <a:cubicBezTo>
                    <a:pt x="5696" y="3623"/>
                    <a:pt x="6187" y="2049"/>
                    <a:pt x="5483" y="960"/>
                  </a:cubicBezTo>
                  <a:cubicBezTo>
                    <a:pt x="5078" y="328"/>
                    <a:pt x="4361" y="1"/>
                    <a:pt x="3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1"/>
            <p:cNvSpPr/>
            <p:nvPr/>
          </p:nvSpPr>
          <p:spPr>
            <a:xfrm>
              <a:off x="2997823" y="2063811"/>
              <a:ext cx="267766" cy="239539"/>
            </a:xfrm>
            <a:custGeom>
              <a:avLst/>
              <a:gdLst/>
              <a:ahLst/>
              <a:cxnLst/>
              <a:rect l="l" t="t" r="r" b="b"/>
              <a:pathLst>
                <a:path w="5834" h="5219" extrusionOk="0">
                  <a:moveTo>
                    <a:pt x="3479" y="212"/>
                  </a:moveTo>
                  <a:cubicBezTo>
                    <a:pt x="4170" y="212"/>
                    <a:pt x="4821" y="552"/>
                    <a:pt x="5217" y="1122"/>
                  </a:cubicBezTo>
                  <a:cubicBezTo>
                    <a:pt x="5543" y="1648"/>
                    <a:pt x="5612" y="2294"/>
                    <a:pt x="5405" y="2878"/>
                  </a:cubicBezTo>
                  <a:cubicBezTo>
                    <a:pt x="5179" y="3546"/>
                    <a:pt x="4726" y="4117"/>
                    <a:pt x="4126" y="4489"/>
                  </a:cubicBezTo>
                  <a:cubicBezTo>
                    <a:pt x="3590" y="4835"/>
                    <a:pt x="2999" y="5003"/>
                    <a:pt x="2444" y="5003"/>
                  </a:cubicBezTo>
                  <a:cubicBezTo>
                    <a:pt x="1687" y="5003"/>
                    <a:pt x="998" y="4691"/>
                    <a:pt x="611" y="4093"/>
                  </a:cubicBezTo>
                  <a:cubicBezTo>
                    <a:pt x="286" y="3567"/>
                    <a:pt x="218" y="2921"/>
                    <a:pt x="423" y="2337"/>
                  </a:cubicBezTo>
                  <a:cubicBezTo>
                    <a:pt x="651" y="1670"/>
                    <a:pt x="1103" y="1102"/>
                    <a:pt x="1703" y="728"/>
                  </a:cubicBezTo>
                  <a:cubicBezTo>
                    <a:pt x="2204" y="399"/>
                    <a:pt x="2789" y="220"/>
                    <a:pt x="3387" y="214"/>
                  </a:cubicBezTo>
                  <a:cubicBezTo>
                    <a:pt x="3418" y="213"/>
                    <a:pt x="3448" y="212"/>
                    <a:pt x="3479" y="212"/>
                  </a:cubicBezTo>
                  <a:close/>
                  <a:moveTo>
                    <a:pt x="3385" y="1"/>
                  </a:moveTo>
                  <a:cubicBezTo>
                    <a:pt x="2790" y="1"/>
                    <a:pt x="2158" y="180"/>
                    <a:pt x="1586" y="549"/>
                  </a:cubicBezTo>
                  <a:cubicBezTo>
                    <a:pt x="946" y="948"/>
                    <a:pt x="465" y="1559"/>
                    <a:pt x="225" y="2275"/>
                  </a:cubicBezTo>
                  <a:cubicBezTo>
                    <a:pt x="0" y="2918"/>
                    <a:pt x="79" y="3628"/>
                    <a:pt x="438" y="4209"/>
                  </a:cubicBezTo>
                  <a:cubicBezTo>
                    <a:pt x="878" y="4843"/>
                    <a:pt x="1600" y="5218"/>
                    <a:pt x="2368" y="5218"/>
                  </a:cubicBezTo>
                  <a:cubicBezTo>
                    <a:pt x="2395" y="5218"/>
                    <a:pt x="2423" y="5218"/>
                    <a:pt x="2451" y="5217"/>
                  </a:cubicBezTo>
                  <a:cubicBezTo>
                    <a:pt x="3090" y="5210"/>
                    <a:pt x="3714" y="5019"/>
                    <a:pt x="4247" y="4669"/>
                  </a:cubicBezTo>
                  <a:cubicBezTo>
                    <a:pt x="4885" y="4267"/>
                    <a:pt x="5366" y="3658"/>
                    <a:pt x="5607" y="2943"/>
                  </a:cubicBezTo>
                  <a:cubicBezTo>
                    <a:pt x="5834" y="2299"/>
                    <a:pt x="5755" y="1587"/>
                    <a:pt x="5395" y="1008"/>
                  </a:cubicBezTo>
                  <a:cubicBezTo>
                    <a:pt x="4968" y="346"/>
                    <a:pt x="4212" y="1"/>
                    <a:pt x="338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1"/>
            <p:cNvSpPr/>
            <p:nvPr/>
          </p:nvSpPr>
          <p:spPr>
            <a:xfrm>
              <a:off x="3034633" y="2118704"/>
              <a:ext cx="203372" cy="165002"/>
            </a:xfrm>
            <a:custGeom>
              <a:avLst/>
              <a:gdLst/>
              <a:ahLst/>
              <a:cxnLst/>
              <a:rect l="l" t="t" r="r" b="b"/>
              <a:pathLst>
                <a:path w="4431" h="3595" extrusionOk="0">
                  <a:moveTo>
                    <a:pt x="2553" y="0"/>
                  </a:moveTo>
                  <a:cubicBezTo>
                    <a:pt x="2139" y="0"/>
                    <a:pt x="1698" y="126"/>
                    <a:pt x="1298" y="385"/>
                  </a:cubicBezTo>
                  <a:cubicBezTo>
                    <a:pt x="351" y="997"/>
                    <a:pt x="1" y="2126"/>
                    <a:pt x="496" y="2906"/>
                  </a:cubicBezTo>
                  <a:cubicBezTo>
                    <a:pt x="783" y="3358"/>
                    <a:pt x="1301" y="3595"/>
                    <a:pt x="1871" y="3595"/>
                  </a:cubicBezTo>
                  <a:cubicBezTo>
                    <a:pt x="2284" y="3595"/>
                    <a:pt x="2725" y="3470"/>
                    <a:pt x="3123" y="3213"/>
                  </a:cubicBezTo>
                  <a:cubicBezTo>
                    <a:pt x="4070" y="2601"/>
                    <a:pt x="4430" y="1473"/>
                    <a:pt x="3925" y="692"/>
                  </a:cubicBezTo>
                  <a:cubicBezTo>
                    <a:pt x="3635" y="236"/>
                    <a:pt x="3119" y="0"/>
                    <a:pt x="255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1"/>
            <p:cNvSpPr/>
            <p:nvPr/>
          </p:nvSpPr>
          <p:spPr>
            <a:xfrm>
              <a:off x="3028712" y="2113701"/>
              <a:ext cx="204519" cy="174548"/>
            </a:xfrm>
            <a:custGeom>
              <a:avLst/>
              <a:gdLst/>
              <a:ahLst/>
              <a:cxnLst/>
              <a:rect l="l" t="t" r="r" b="b"/>
              <a:pathLst>
                <a:path w="4456" h="3803" extrusionOk="0">
                  <a:moveTo>
                    <a:pt x="2674" y="213"/>
                  </a:moveTo>
                  <a:cubicBezTo>
                    <a:pt x="2749" y="213"/>
                    <a:pt x="2825" y="217"/>
                    <a:pt x="2898" y="225"/>
                  </a:cubicBezTo>
                  <a:cubicBezTo>
                    <a:pt x="3331" y="262"/>
                    <a:pt x="3722" y="493"/>
                    <a:pt x="3965" y="853"/>
                  </a:cubicBezTo>
                  <a:cubicBezTo>
                    <a:pt x="4193" y="1222"/>
                    <a:pt x="4242" y="1675"/>
                    <a:pt x="4096" y="2084"/>
                  </a:cubicBezTo>
                  <a:cubicBezTo>
                    <a:pt x="3937" y="2558"/>
                    <a:pt x="3618" y="2961"/>
                    <a:pt x="3194" y="3226"/>
                  </a:cubicBezTo>
                  <a:cubicBezTo>
                    <a:pt x="2814" y="3471"/>
                    <a:pt x="2395" y="3591"/>
                    <a:pt x="2002" y="3591"/>
                  </a:cubicBezTo>
                  <a:cubicBezTo>
                    <a:pt x="1469" y="3591"/>
                    <a:pt x="986" y="3372"/>
                    <a:pt x="715" y="2951"/>
                  </a:cubicBezTo>
                  <a:cubicBezTo>
                    <a:pt x="243" y="2220"/>
                    <a:pt x="588" y="1155"/>
                    <a:pt x="1485" y="577"/>
                  </a:cubicBezTo>
                  <a:cubicBezTo>
                    <a:pt x="1837" y="344"/>
                    <a:pt x="2251" y="217"/>
                    <a:pt x="2674" y="213"/>
                  </a:cubicBezTo>
                  <a:close/>
                  <a:moveTo>
                    <a:pt x="2687" y="0"/>
                  </a:moveTo>
                  <a:cubicBezTo>
                    <a:pt x="2220" y="0"/>
                    <a:pt x="1761" y="138"/>
                    <a:pt x="1368" y="399"/>
                  </a:cubicBezTo>
                  <a:cubicBezTo>
                    <a:pt x="375" y="1040"/>
                    <a:pt x="0" y="2236"/>
                    <a:pt x="535" y="3065"/>
                  </a:cubicBezTo>
                  <a:cubicBezTo>
                    <a:pt x="854" y="3528"/>
                    <a:pt x="1379" y="3802"/>
                    <a:pt x="1939" y="3802"/>
                  </a:cubicBezTo>
                  <a:cubicBezTo>
                    <a:pt x="1960" y="3802"/>
                    <a:pt x="1982" y="3802"/>
                    <a:pt x="2004" y="3801"/>
                  </a:cubicBezTo>
                  <a:cubicBezTo>
                    <a:pt x="2469" y="3795"/>
                    <a:pt x="2923" y="3655"/>
                    <a:pt x="3312" y="3399"/>
                  </a:cubicBezTo>
                  <a:cubicBezTo>
                    <a:pt x="3776" y="3107"/>
                    <a:pt x="4124" y="2663"/>
                    <a:pt x="4299" y="2145"/>
                  </a:cubicBezTo>
                  <a:cubicBezTo>
                    <a:pt x="4349" y="2007"/>
                    <a:pt x="4379" y="1864"/>
                    <a:pt x="4389" y="1718"/>
                  </a:cubicBezTo>
                  <a:cubicBezTo>
                    <a:pt x="4455" y="841"/>
                    <a:pt x="3797" y="77"/>
                    <a:pt x="2918" y="12"/>
                  </a:cubicBezTo>
                  <a:cubicBezTo>
                    <a:pt x="2841" y="4"/>
                    <a:pt x="2764" y="0"/>
                    <a:pt x="26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1"/>
            <p:cNvSpPr/>
            <p:nvPr/>
          </p:nvSpPr>
          <p:spPr>
            <a:xfrm>
              <a:off x="2400605" y="2690541"/>
              <a:ext cx="932500" cy="787555"/>
            </a:xfrm>
            <a:custGeom>
              <a:avLst/>
              <a:gdLst/>
              <a:ahLst/>
              <a:cxnLst/>
              <a:rect l="l" t="t" r="r" b="b"/>
              <a:pathLst>
                <a:path w="20317" h="17159" extrusionOk="0">
                  <a:moveTo>
                    <a:pt x="6518" y="1"/>
                  </a:moveTo>
                  <a:cubicBezTo>
                    <a:pt x="5053" y="1"/>
                    <a:pt x="3668" y="137"/>
                    <a:pt x="2847" y="502"/>
                  </a:cubicBezTo>
                  <a:cubicBezTo>
                    <a:pt x="606" y="1498"/>
                    <a:pt x="0" y="2208"/>
                    <a:pt x="1568" y="5010"/>
                  </a:cubicBezTo>
                  <a:cubicBezTo>
                    <a:pt x="3581" y="8612"/>
                    <a:pt x="14855" y="16116"/>
                    <a:pt x="16563" y="16636"/>
                  </a:cubicBezTo>
                  <a:lnTo>
                    <a:pt x="18270" y="17158"/>
                  </a:lnTo>
                  <a:lnTo>
                    <a:pt x="20317" y="10093"/>
                  </a:lnTo>
                  <a:cubicBezTo>
                    <a:pt x="20317" y="10093"/>
                    <a:pt x="16374" y="7010"/>
                    <a:pt x="14855" y="4440"/>
                  </a:cubicBezTo>
                  <a:cubicBezTo>
                    <a:pt x="13337" y="1871"/>
                    <a:pt x="13149" y="1261"/>
                    <a:pt x="12339" y="738"/>
                  </a:cubicBezTo>
                  <a:cubicBezTo>
                    <a:pt x="11826" y="407"/>
                    <a:pt x="9052" y="1"/>
                    <a:pt x="651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1"/>
            <p:cNvSpPr/>
            <p:nvPr/>
          </p:nvSpPr>
          <p:spPr>
            <a:xfrm>
              <a:off x="2421029" y="2685905"/>
              <a:ext cx="917353" cy="797469"/>
            </a:xfrm>
            <a:custGeom>
              <a:avLst/>
              <a:gdLst/>
              <a:ahLst/>
              <a:cxnLst/>
              <a:rect l="l" t="t" r="r" b="b"/>
              <a:pathLst>
                <a:path w="19987" h="17375" extrusionOk="0">
                  <a:moveTo>
                    <a:pt x="6077" y="221"/>
                  </a:moveTo>
                  <a:cubicBezTo>
                    <a:pt x="8569" y="221"/>
                    <a:pt x="11328" y="607"/>
                    <a:pt x="11835" y="935"/>
                  </a:cubicBezTo>
                  <a:cubicBezTo>
                    <a:pt x="12423" y="1317"/>
                    <a:pt x="12673" y="1754"/>
                    <a:pt x="13414" y="3050"/>
                  </a:cubicBezTo>
                  <a:cubicBezTo>
                    <a:pt x="13656" y="3470"/>
                    <a:pt x="13946" y="3978"/>
                    <a:pt x="14317" y="4603"/>
                  </a:cubicBezTo>
                  <a:cubicBezTo>
                    <a:pt x="15728" y="6986"/>
                    <a:pt x="19254" y="9843"/>
                    <a:pt x="19742" y="10236"/>
                  </a:cubicBezTo>
                  <a:lnTo>
                    <a:pt x="17752" y="17131"/>
                  </a:lnTo>
                  <a:lnTo>
                    <a:pt x="16147" y="16643"/>
                  </a:lnTo>
                  <a:cubicBezTo>
                    <a:pt x="14425" y="16114"/>
                    <a:pt x="3220" y="8640"/>
                    <a:pt x="1218" y="5066"/>
                  </a:cubicBezTo>
                  <a:cubicBezTo>
                    <a:pt x="464" y="3714"/>
                    <a:pt x="221" y="2896"/>
                    <a:pt x="432" y="2257"/>
                  </a:cubicBezTo>
                  <a:cubicBezTo>
                    <a:pt x="642" y="1620"/>
                    <a:pt x="1332" y="1206"/>
                    <a:pt x="2451" y="707"/>
                  </a:cubicBezTo>
                  <a:cubicBezTo>
                    <a:pt x="3237" y="352"/>
                    <a:pt x="4616" y="221"/>
                    <a:pt x="6077" y="221"/>
                  </a:cubicBezTo>
                  <a:close/>
                  <a:moveTo>
                    <a:pt x="6080" y="1"/>
                  </a:moveTo>
                  <a:cubicBezTo>
                    <a:pt x="4595" y="1"/>
                    <a:pt x="3192" y="140"/>
                    <a:pt x="2359" y="512"/>
                  </a:cubicBezTo>
                  <a:cubicBezTo>
                    <a:pt x="1189" y="1033"/>
                    <a:pt x="464" y="1477"/>
                    <a:pt x="227" y="2190"/>
                  </a:cubicBezTo>
                  <a:cubicBezTo>
                    <a:pt x="1" y="2873"/>
                    <a:pt x="242" y="3765"/>
                    <a:pt x="1031" y="5175"/>
                  </a:cubicBezTo>
                  <a:cubicBezTo>
                    <a:pt x="3048" y="8778"/>
                    <a:pt x="14346" y="16320"/>
                    <a:pt x="16088" y="16850"/>
                  </a:cubicBezTo>
                  <a:lnTo>
                    <a:pt x="17795" y="17372"/>
                  </a:lnTo>
                  <a:cubicBezTo>
                    <a:pt x="17800" y="17374"/>
                    <a:pt x="17806" y="17375"/>
                    <a:pt x="17811" y="17375"/>
                  </a:cubicBezTo>
                  <a:cubicBezTo>
                    <a:pt x="17817" y="17375"/>
                    <a:pt x="17822" y="17374"/>
                    <a:pt x="17828" y="17372"/>
                  </a:cubicBezTo>
                  <a:cubicBezTo>
                    <a:pt x="17847" y="17372"/>
                    <a:pt x="17866" y="17368"/>
                    <a:pt x="17883" y="17358"/>
                  </a:cubicBezTo>
                  <a:cubicBezTo>
                    <a:pt x="17906" y="17344"/>
                    <a:pt x="17926" y="17320"/>
                    <a:pt x="17933" y="17294"/>
                  </a:cubicBezTo>
                  <a:lnTo>
                    <a:pt x="19975" y="10223"/>
                  </a:lnTo>
                  <a:cubicBezTo>
                    <a:pt x="19986" y="10181"/>
                    <a:pt x="19972" y="10136"/>
                    <a:pt x="19939" y="10109"/>
                  </a:cubicBezTo>
                  <a:cubicBezTo>
                    <a:pt x="19897" y="10080"/>
                    <a:pt x="15999" y="7007"/>
                    <a:pt x="14507" y="4492"/>
                  </a:cubicBezTo>
                  <a:cubicBezTo>
                    <a:pt x="14138" y="3869"/>
                    <a:pt x="13846" y="3369"/>
                    <a:pt x="13606" y="2942"/>
                  </a:cubicBezTo>
                  <a:cubicBezTo>
                    <a:pt x="12846" y="1608"/>
                    <a:pt x="12595" y="1164"/>
                    <a:pt x="11957" y="754"/>
                  </a:cubicBezTo>
                  <a:cubicBezTo>
                    <a:pt x="11417" y="411"/>
                    <a:pt x="8630" y="1"/>
                    <a:pt x="60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1"/>
            <p:cNvSpPr/>
            <p:nvPr/>
          </p:nvSpPr>
          <p:spPr>
            <a:xfrm>
              <a:off x="2822678" y="2841681"/>
              <a:ext cx="265930" cy="171657"/>
            </a:xfrm>
            <a:custGeom>
              <a:avLst/>
              <a:gdLst/>
              <a:ahLst/>
              <a:cxnLst/>
              <a:rect l="l" t="t" r="r" b="b"/>
              <a:pathLst>
                <a:path w="5794" h="3740" extrusionOk="0">
                  <a:moveTo>
                    <a:pt x="4861" y="0"/>
                  </a:moveTo>
                  <a:cubicBezTo>
                    <a:pt x="2371" y="0"/>
                    <a:pt x="754" y="1692"/>
                    <a:pt x="159" y="2807"/>
                  </a:cubicBezTo>
                  <a:cubicBezTo>
                    <a:pt x="0" y="3115"/>
                    <a:pt x="116" y="3495"/>
                    <a:pt x="420" y="3662"/>
                  </a:cubicBezTo>
                  <a:cubicBezTo>
                    <a:pt x="514" y="3712"/>
                    <a:pt x="616" y="3739"/>
                    <a:pt x="724" y="3739"/>
                  </a:cubicBezTo>
                  <a:cubicBezTo>
                    <a:pt x="957" y="3739"/>
                    <a:pt x="1173" y="3610"/>
                    <a:pt x="1286" y="3404"/>
                  </a:cubicBezTo>
                  <a:cubicBezTo>
                    <a:pt x="1343" y="3299"/>
                    <a:pt x="2479" y="1275"/>
                    <a:pt x="4851" y="1275"/>
                  </a:cubicBezTo>
                  <a:cubicBezTo>
                    <a:pt x="5146" y="1275"/>
                    <a:pt x="5460" y="1306"/>
                    <a:pt x="5793" y="1376"/>
                  </a:cubicBezTo>
                  <a:cubicBezTo>
                    <a:pt x="5747" y="1300"/>
                    <a:pt x="5703" y="1226"/>
                    <a:pt x="5659" y="1162"/>
                  </a:cubicBezTo>
                  <a:cubicBezTo>
                    <a:pt x="5397" y="721"/>
                    <a:pt x="5176" y="338"/>
                    <a:pt x="4983" y="2"/>
                  </a:cubicBezTo>
                  <a:cubicBezTo>
                    <a:pt x="4942" y="1"/>
                    <a:pt x="4902" y="0"/>
                    <a:pt x="48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1"/>
            <p:cNvSpPr/>
            <p:nvPr/>
          </p:nvSpPr>
          <p:spPr>
            <a:xfrm>
              <a:off x="2922689" y="2941325"/>
              <a:ext cx="241283" cy="170142"/>
            </a:xfrm>
            <a:custGeom>
              <a:avLst/>
              <a:gdLst/>
              <a:ahLst/>
              <a:cxnLst/>
              <a:rect l="l" t="t" r="r" b="b"/>
              <a:pathLst>
                <a:path w="5257" h="3707" extrusionOk="0">
                  <a:moveTo>
                    <a:pt x="4180" y="0"/>
                  </a:moveTo>
                  <a:cubicBezTo>
                    <a:pt x="2483" y="249"/>
                    <a:pt x="998" y="1275"/>
                    <a:pt x="163" y="2773"/>
                  </a:cubicBezTo>
                  <a:cubicBezTo>
                    <a:pt x="1" y="3087"/>
                    <a:pt x="123" y="3472"/>
                    <a:pt x="437" y="3635"/>
                  </a:cubicBezTo>
                  <a:cubicBezTo>
                    <a:pt x="531" y="3683"/>
                    <a:pt x="632" y="3706"/>
                    <a:pt x="731" y="3706"/>
                  </a:cubicBezTo>
                  <a:cubicBezTo>
                    <a:pt x="956" y="3706"/>
                    <a:pt x="1174" y="3587"/>
                    <a:pt x="1290" y="3376"/>
                  </a:cubicBezTo>
                  <a:cubicBezTo>
                    <a:pt x="1347" y="3272"/>
                    <a:pt x="2485" y="1247"/>
                    <a:pt x="4871" y="1247"/>
                  </a:cubicBezTo>
                  <a:cubicBezTo>
                    <a:pt x="4996" y="1247"/>
                    <a:pt x="5125" y="1253"/>
                    <a:pt x="5257" y="1264"/>
                  </a:cubicBezTo>
                  <a:cubicBezTo>
                    <a:pt x="4876" y="846"/>
                    <a:pt x="4506" y="422"/>
                    <a:pt x="418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1"/>
            <p:cNvSpPr/>
            <p:nvPr/>
          </p:nvSpPr>
          <p:spPr>
            <a:xfrm>
              <a:off x="3143594" y="3028897"/>
              <a:ext cx="581659" cy="550586"/>
            </a:xfrm>
            <a:custGeom>
              <a:avLst/>
              <a:gdLst/>
              <a:ahLst/>
              <a:cxnLst/>
              <a:rect l="l" t="t" r="r" b="b"/>
              <a:pathLst>
                <a:path w="12673" h="11996" extrusionOk="0">
                  <a:moveTo>
                    <a:pt x="10638" y="0"/>
                  </a:moveTo>
                  <a:cubicBezTo>
                    <a:pt x="9537" y="0"/>
                    <a:pt x="7387" y="763"/>
                    <a:pt x="6700" y="836"/>
                  </a:cubicBezTo>
                  <a:cubicBezTo>
                    <a:pt x="5944" y="918"/>
                    <a:pt x="2244" y="1620"/>
                    <a:pt x="2324" y="1917"/>
                  </a:cubicBezTo>
                  <a:cubicBezTo>
                    <a:pt x="2406" y="2217"/>
                    <a:pt x="2783" y="2998"/>
                    <a:pt x="2649" y="3161"/>
                  </a:cubicBezTo>
                  <a:cubicBezTo>
                    <a:pt x="2515" y="3323"/>
                    <a:pt x="1272" y="3728"/>
                    <a:pt x="1029" y="4078"/>
                  </a:cubicBezTo>
                  <a:cubicBezTo>
                    <a:pt x="786" y="4428"/>
                    <a:pt x="244" y="6968"/>
                    <a:pt x="474" y="7307"/>
                  </a:cubicBezTo>
                  <a:cubicBezTo>
                    <a:pt x="704" y="7645"/>
                    <a:pt x="811" y="7889"/>
                    <a:pt x="730" y="8077"/>
                  </a:cubicBezTo>
                  <a:cubicBezTo>
                    <a:pt x="649" y="8265"/>
                    <a:pt x="0" y="9076"/>
                    <a:pt x="91" y="9538"/>
                  </a:cubicBezTo>
                  <a:cubicBezTo>
                    <a:pt x="180" y="9998"/>
                    <a:pt x="1001" y="11996"/>
                    <a:pt x="1001" y="11996"/>
                  </a:cubicBezTo>
                  <a:lnTo>
                    <a:pt x="3107" y="11619"/>
                  </a:lnTo>
                  <a:cubicBezTo>
                    <a:pt x="3107" y="11619"/>
                    <a:pt x="4270" y="11266"/>
                    <a:pt x="4918" y="8970"/>
                  </a:cubicBezTo>
                  <a:cubicBezTo>
                    <a:pt x="5567" y="6673"/>
                    <a:pt x="5405" y="6198"/>
                    <a:pt x="7052" y="5028"/>
                  </a:cubicBezTo>
                  <a:cubicBezTo>
                    <a:pt x="8697" y="3856"/>
                    <a:pt x="9538" y="3430"/>
                    <a:pt x="10314" y="2613"/>
                  </a:cubicBezTo>
                  <a:cubicBezTo>
                    <a:pt x="11090" y="1797"/>
                    <a:pt x="12672" y="1270"/>
                    <a:pt x="12672" y="1270"/>
                  </a:cubicBezTo>
                  <a:cubicBezTo>
                    <a:pt x="12672" y="1270"/>
                    <a:pt x="11889" y="215"/>
                    <a:pt x="10942" y="26"/>
                  </a:cubicBezTo>
                  <a:cubicBezTo>
                    <a:pt x="10854" y="9"/>
                    <a:pt x="10751" y="0"/>
                    <a:pt x="106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1"/>
            <p:cNvSpPr/>
            <p:nvPr/>
          </p:nvSpPr>
          <p:spPr>
            <a:xfrm>
              <a:off x="3139417" y="3024032"/>
              <a:ext cx="591573" cy="560271"/>
            </a:xfrm>
            <a:custGeom>
              <a:avLst/>
              <a:gdLst/>
              <a:ahLst/>
              <a:cxnLst/>
              <a:rect l="l" t="t" r="r" b="b"/>
              <a:pathLst>
                <a:path w="12889" h="12207" extrusionOk="0">
                  <a:moveTo>
                    <a:pt x="10730" y="207"/>
                  </a:moveTo>
                  <a:cubicBezTo>
                    <a:pt x="10836" y="207"/>
                    <a:pt x="10931" y="214"/>
                    <a:pt x="11012" y="231"/>
                  </a:cubicBezTo>
                  <a:cubicBezTo>
                    <a:pt x="11733" y="374"/>
                    <a:pt x="12357" y="1050"/>
                    <a:pt x="12586" y="1321"/>
                  </a:cubicBezTo>
                  <a:cubicBezTo>
                    <a:pt x="12178" y="1474"/>
                    <a:pt x="10997" y="1959"/>
                    <a:pt x="10336" y="2644"/>
                  </a:cubicBezTo>
                  <a:cubicBezTo>
                    <a:pt x="9803" y="3203"/>
                    <a:pt x="9258" y="3573"/>
                    <a:pt x="8407" y="4138"/>
                  </a:cubicBezTo>
                  <a:cubicBezTo>
                    <a:pt x="8027" y="4404"/>
                    <a:pt x="7594" y="4683"/>
                    <a:pt x="7082" y="5043"/>
                  </a:cubicBezTo>
                  <a:cubicBezTo>
                    <a:pt x="5689" y="6024"/>
                    <a:pt x="5552" y="6562"/>
                    <a:pt x="5186" y="7995"/>
                  </a:cubicBezTo>
                  <a:cubicBezTo>
                    <a:pt x="5107" y="8299"/>
                    <a:pt x="5019" y="8645"/>
                    <a:pt x="4906" y="9047"/>
                  </a:cubicBezTo>
                  <a:cubicBezTo>
                    <a:pt x="4284" y="11247"/>
                    <a:pt x="3179" y="11618"/>
                    <a:pt x="3179" y="11618"/>
                  </a:cubicBezTo>
                  <a:lnTo>
                    <a:pt x="1157" y="11980"/>
                  </a:lnTo>
                  <a:cubicBezTo>
                    <a:pt x="1002" y="11608"/>
                    <a:pt x="347" y="10014"/>
                    <a:pt x="277" y="9624"/>
                  </a:cubicBezTo>
                  <a:cubicBezTo>
                    <a:pt x="224" y="9319"/>
                    <a:pt x="575" y="8776"/>
                    <a:pt x="766" y="8481"/>
                  </a:cubicBezTo>
                  <a:cubicBezTo>
                    <a:pt x="822" y="8399"/>
                    <a:pt x="874" y="8314"/>
                    <a:pt x="919" y="8225"/>
                  </a:cubicBezTo>
                  <a:cubicBezTo>
                    <a:pt x="1023" y="7982"/>
                    <a:pt x="889" y="7701"/>
                    <a:pt x="652" y="7352"/>
                  </a:cubicBezTo>
                  <a:cubicBezTo>
                    <a:pt x="469" y="7080"/>
                    <a:pt x="969" y="4587"/>
                    <a:pt x="1206" y="4246"/>
                  </a:cubicBezTo>
                  <a:cubicBezTo>
                    <a:pt x="1337" y="4056"/>
                    <a:pt x="1860" y="3822"/>
                    <a:pt x="2240" y="3649"/>
                  </a:cubicBezTo>
                  <a:cubicBezTo>
                    <a:pt x="2449" y="3576"/>
                    <a:pt x="2646" y="3471"/>
                    <a:pt x="2822" y="3335"/>
                  </a:cubicBezTo>
                  <a:cubicBezTo>
                    <a:pt x="2950" y="3191"/>
                    <a:pt x="2832" y="2841"/>
                    <a:pt x="2640" y="2337"/>
                  </a:cubicBezTo>
                  <a:cubicBezTo>
                    <a:pt x="2595" y="2220"/>
                    <a:pt x="2552" y="2110"/>
                    <a:pt x="2528" y="2028"/>
                  </a:cubicBezTo>
                  <a:cubicBezTo>
                    <a:pt x="2838" y="1766"/>
                    <a:pt x="5957" y="1139"/>
                    <a:pt x="6802" y="1042"/>
                  </a:cubicBezTo>
                  <a:cubicBezTo>
                    <a:pt x="7241" y="966"/>
                    <a:pt x="7673" y="863"/>
                    <a:pt x="8098" y="735"/>
                  </a:cubicBezTo>
                  <a:cubicBezTo>
                    <a:pt x="8991" y="497"/>
                    <a:pt x="10070" y="207"/>
                    <a:pt x="10730" y="207"/>
                  </a:cubicBezTo>
                  <a:close/>
                  <a:moveTo>
                    <a:pt x="10736" y="0"/>
                  </a:moveTo>
                  <a:cubicBezTo>
                    <a:pt x="10036" y="0"/>
                    <a:pt x="8949" y="296"/>
                    <a:pt x="8048" y="537"/>
                  </a:cubicBezTo>
                  <a:cubicBezTo>
                    <a:pt x="7634" y="662"/>
                    <a:pt x="7213" y="761"/>
                    <a:pt x="6785" y="837"/>
                  </a:cubicBezTo>
                  <a:cubicBezTo>
                    <a:pt x="6288" y="889"/>
                    <a:pt x="2607" y="1532"/>
                    <a:pt x="2341" y="1924"/>
                  </a:cubicBezTo>
                  <a:cubicBezTo>
                    <a:pt x="2314" y="1961"/>
                    <a:pt x="2305" y="2007"/>
                    <a:pt x="2315" y="2052"/>
                  </a:cubicBezTo>
                  <a:cubicBezTo>
                    <a:pt x="2341" y="2141"/>
                    <a:pt x="2388" y="2267"/>
                    <a:pt x="2444" y="2412"/>
                  </a:cubicBezTo>
                  <a:cubicBezTo>
                    <a:pt x="2527" y="2638"/>
                    <a:pt x="2706" y="3107"/>
                    <a:pt x="2656" y="3200"/>
                  </a:cubicBezTo>
                  <a:cubicBezTo>
                    <a:pt x="2496" y="3299"/>
                    <a:pt x="2327" y="3384"/>
                    <a:pt x="2152" y="3454"/>
                  </a:cubicBezTo>
                  <a:cubicBezTo>
                    <a:pt x="1704" y="3657"/>
                    <a:pt x="1196" y="3886"/>
                    <a:pt x="1029" y="4124"/>
                  </a:cubicBezTo>
                  <a:cubicBezTo>
                    <a:pt x="801" y="4455"/>
                    <a:pt x="203" y="7069"/>
                    <a:pt x="475" y="7473"/>
                  </a:cubicBezTo>
                  <a:cubicBezTo>
                    <a:pt x="706" y="7809"/>
                    <a:pt x="780" y="8010"/>
                    <a:pt x="722" y="8141"/>
                  </a:cubicBezTo>
                  <a:cubicBezTo>
                    <a:pt x="682" y="8219"/>
                    <a:pt x="636" y="8295"/>
                    <a:pt x="587" y="8366"/>
                  </a:cubicBezTo>
                  <a:cubicBezTo>
                    <a:pt x="353" y="8728"/>
                    <a:pt x="0" y="9274"/>
                    <a:pt x="69" y="9660"/>
                  </a:cubicBezTo>
                  <a:cubicBezTo>
                    <a:pt x="140" y="10128"/>
                    <a:pt x="959" y="12060"/>
                    <a:pt x="993" y="12142"/>
                  </a:cubicBezTo>
                  <a:cubicBezTo>
                    <a:pt x="1009" y="12181"/>
                    <a:pt x="1046" y="12206"/>
                    <a:pt x="1088" y="12206"/>
                  </a:cubicBezTo>
                  <a:cubicBezTo>
                    <a:pt x="1089" y="12206"/>
                    <a:pt x="1090" y="12206"/>
                    <a:pt x="1092" y="12206"/>
                  </a:cubicBezTo>
                  <a:lnTo>
                    <a:pt x="1115" y="12203"/>
                  </a:lnTo>
                  <a:lnTo>
                    <a:pt x="3234" y="11820"/>
                  </a:lnTo>
                  <a:cubicBezTo>
                    <a:pt x="3283" y="11806"/>
                    <a:pt x="4458" y="11426"/>
                    <a:pt x="5116" y="9100"/>
                  </a:cubicBezTo>
                  <a:cubicBezTo>
                    <a:pt x="5228" y="8697"/>
                    <a:pt x="5319" y="8348"/>
                    <a:pt x="5398" y="8045"/>
                  </a:cubicBezTo>
                  <a:cubicBezTo>
                    <a:pt x="5759" y="6626"/>
                    <a:pt x="5881" y="6148"/>
                    <a:pt x="7210" y="5214"/>
                  </a:cubicBezTo>
                  <a:cubicBezTo>
                    <a:pt x="7719" y="4854"/>
                    <a:pt x="8151" y="4566"/>
                    <a:pt x="8530" y="4312"/>
                  </a:cubicBezTo>
                  <a:cubicBezTo>
                    <a:pt x="9382" y="3740"/>
                    <a:pt x="9946" y="3363"/>
                    <a:pt x="10494" y="2796"/>
                  </a:cubicBezTo>
                  <a:cubicBezTo>
                    <a:pt x="11249" y="2013"/>
                    <a:pt x="12786" y="1471"/>
                    <a:pt x="12801" y="1471"/>
                  </a:cubicBezTo>
                  <a:cubicBezTo>
                    <a:pt x="12814" y="1468"/>
                    <a:pt x="12824" y="1462"/>
                    <a:pt x="12835" y="1455"/>
                  </a:cubicBezTo>
                  <a:cubicBezTo>
                    <a:pt x="12879" y="1419"/>
                    <a:pt x="12888" y="1353"/>
                    <a:pt x="12853" y="1307"/>
                  </a:cubicBezTo>
                  <a:cubicBezTo>
                    <a:pt x="12820" y="1267"/>
                    <a:pt x="12034" y="222"/>
                    <a:pt x="11058" y="28"/>
                  </a:cubicBezTo>
                  <a:cubicBezTo>
                    <a:pt x="10964" y="9"/>
                    <a:pt x="10856" y="0"/>
                    <a:pt x="1073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1"/>
            <p:cNvSpPr/>
            <p:nvPr/>
          </p:nvSpPr>
          <p:spPr>
            <a:xfrm>
              <a:off x="3192153" y="2941968"/>
              <a:ext cx="206906" cy="196579"/>
            </a:xfrm>
            <a:custGeom>
              <a:avLst/>
              <a:gdLst/>
              <a:ahLst/>
              <a:cxnLst/>
              <a:rect l="l" t="t" r="r" b="b"/>
              <a:pathLst>
                <a:path w="4508" h="4283" extrusionOk="0">
                  <a:moveTo>
                    <a:pt x="3354" y="0"/>
                  </a:moveTo>
                  <a:cubicBezTo>
                    <a:pt x="3075" y="0"/>
                    <a:pt x="2749" y="128"/>
                    <a:pt x="2401" y="461"/>
                  </a:cubicBezTo>
                  <a:cubicBezTo>
                    <a:pt x="2040" y="805"/>
                    <a:pt x="1" y="2808"/>
                    <a:pt x="1" y="3515"/>
                  </a:cubicBezTo>
                  <a:cubicBezTo>
                    <a:pt x="1" y="4005"/>
                    <a:pt x="413" y="4282"/>
                    <a:pt x="864" y="4282"/>
                  </a:cubicBezTo>
                  <a:cubicBezTo>
                    <a:pt x="1065" y="4282"/>
                    <a:pt x="1274" y="4227"/>
                    <a:pt x="1457" y="4111"/>
                  </a:cubicBezTo>
                  <a:cubicBezTo>
                    <a:pt x="2049" y="3732"/>
                    <a:pt x="4022" y="1433"/>
                    <a:pt x="4022" y="1433"/>
                  </a:cubicBezTo>
                  <a:cubicBezTo>
                    <a:pt x="4022" y="1433"/>
                    <a:pt x="4508" y="814"/>
                    <a:pt x="3994" y="277"/>
                  </a:cubicBezTo>
                  <a:cubicBezTo>
                    <a:pt x="3838" y="114"/>
                    <a:pt x="3617" y="0"/>
                    <a:pt x="3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1"/>
            <p:cNvSpPr/>
            <p:nvPr/>
          </p:nvSpPr>
          <p:spPr>
            <a:xfrm>
              <a:off x="3187013" y="2937056"/>
              <a:ext cx="205300" cy="206309"/>
            </a:xfrm>
            <a:custGeom>
              <a:avLst/>
              <a:gdLst/>
              <a:ahLst/>
              <a:cxnLst/>
              <a:rect l="l" t="t" r="r" b="b"/>
              <a:pathLst>
                <a:path w="4473" h="4495" extrusionOk="0">
                  <a:moveTo>
                    <a:pt x="3470" y="215"/>
                  </a:moveTo>
                  <a:cubicBezTo>
                    <a:pt x="3685" y="215"/>
                    <a:pt x="3890" y="304"/>
                    <a:pt x="4036" y="462"/>
                  </a:cubicBezTo>
                  <a:cubicBezTo>
                    <a:pt x="4472" y="914"/>
                    <a:pt x="4088" y="1439"/>
                    <a:pt x="4058" y="1476"/>
                  </a:cubicBezTo>
                  <a:cubicBezTo>
                    <a:pt x="3987" y="1560"/>
                    <a:pt x="2085" y="3772"/>
                    <a:pt x="1518" y="4133"/>
                  </a:cubicBezTo>
                  <a:cubicBezTo>
                    <a:pt x="1359" y="4234"/>
                    <a:pt x="1177" y="4285"/>
                    <a:pt x="994" y="4285"/>
                  </a:cubicBezTo>
                  <a:cubicBezTo>
                    <a:pt x="844" y="4285"/>
                    <a:pt x="695" y="4251"/>
                    <a:pt x="556" y="4182"/>
                  </a:cubicBezTo>
                  <a:cubicBezTo>
                    <a:pt x="349" y="4075"/>
                    <a:pt x="221" y="3860"/>
                    <a:pt x="226" y="3626"/>
                  </a:cubicBezTo>
                  <a:cubicBezTo>
                    <a:pt x="226" y="3062"/>
                    <a:pt x="1774" y="1429"/>
                    <a:pt x="2593" y="641"/>
                  </a:cubicBezTo>
                  <a:cubicBezTo>
                    <a:pt x="2815" y="400"/>
                    <a:pt x="3119" y="248"/>
                    <a:pt x="3445" y="215"/>
                  </a:cubicBezTo>
                  <a:lnTo>
                    <a:pt x="3464" y="215"/>
                  </a:lnTo>
                  <a:cubicBezTo>
                    <a:pt x="3466" y="215"/>
                    <a:pt x="3468" y="215"/>
                    <a:pt x="3470" y="215"/>
                  </a:cubicBezTo>
                  <a:close/>
                  <a:moveTo>
                    <a:pt x="3469" y="0"/>
                  </a:moveTo>
                  <a:cubicBezTo>
                    <a:pt x="3459" y="0"/>
                    <a:pt x="3449" y="1"/>
                    <a:pt x="3439" y="1"/>
                  </a:cubicBezTo>
                  <a:cubicBezTo>
                    <a:pt x="3056" y="34"/>
                    <a:pt x="2699" y="208"/>
                    <a:pt x="2438" y="492"/>
                  </a:cubicBezTo>
                  <a:cubicBezTo>
                    <a:pt x="2033" y="882"/>
                    <a:pt x="5" y="2866"/>
                    <a:pt x="5" y="3622"/>
                  </a:cubicBezTo>
                  <a:cubicBezTo>
                    <a:pt x="1" y="3933"/>
                    <a:pt x="172" y="4221"/>
                    <a:pt x="448" y="4365"/>
                  </a:cubicBezTo>
                  <a:cubicBezTo>
                    <a:pt x="607" y="4450"/>
                    <a:pt x="786" y="4495"/>
                    <a:pt x="967" y="4495"/>
                  </a:cubicBezTo>
                  <a:cubicBezTo>
                    <a:pt x="970" y="4495"/>
                    <a:pt x="973" y="4495"/>
                    <a:pt x="976" y="4495"/>
                  </a:cubicBezTo>
                  <a:cubicBezTo>
                    <a:pt x="1207" y="4495"/>
                    <a:pt x="1433" y="4428"/>
                    <a:pt x="1628" y="4302"/>
                  </a:cubicBezTo>
                  <a:cubicBezTo>
                    <a:pt x="2228" y="3921"/>
                    <a:pt x="4136" y="1701"/>
                    <a:pt x="4218" y="1607"/>
                  </a:cubicBezTo>
                  <a:cubicBezTo>
                    <a:pt x="4372" y="1423"/>
                    <a:pt x="4454" y="1188"/>
                    <a:pt x="4447" y="946"/>
                  </a:cubicBezTo>
                  <a:cubicBezTo>
                    <a:pt x="4429" y="417"/>
                    <a:pt x="3995" y="0"/>
                    <a:pt x="34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1"/>
            <p:cNvSpPr/>
            <p:nvPr/>
          </p:nvSpPr>
          <p:spPr>
            <a:xfrm>
              <a:off x="3219095" y="2972948"/>
              <a:ext cx="252620" cy="237657"/>
            </a:xfrm>
            <a:custGeom>
              <a:avLst/>
              <a:gdLst/>
              <a:ahLst/>
              <a:cxnLst/>
              <a:rect l="l" t="t" r="r" b="b"/>
              <a:pathLst>
                <a:path w="5504" h="5178" extrusionOk="0">
                  <a:moveTo>
                    <a:pt x="2618" y="0"/>
                  </a:moveTo>
                  <a:cubicBezTo>
                    <a:pt x="2564" y="0"/>
                    <a:pt x="2519" y="12"/>
                    <a:pt x="2484" y="35"/>
                  </a:cubicBezTo>
                  <a:lnTo>
                    <a:pt x="2484" y="33"/>
                  </a:lnTo>
                  <a:cubicBezTo>
                    <a:pt x="2484" y="33"/>
                    <a:pt x="0" y="2410"/>
                    <a:pt x="271" y="2897"/>
                  </a:cubicBezTo>
                  <a:cubicBezTo>
                    <a:pt x="541" y="3382"/>
                    <a:pt x="2807" y="5000"/>
                    <a:pt x="3401" y="5163"/>
                  </a:cubicBezTo>
                  <a:cubicBezTo>
                    <a:pt x="3438" y="5173"/>
                    <a:pt x="3478" y="5178"/>
                    <a:pt x="3522" y="5178"/>
                  </a:cubicBezTo>
                  <a:cubicBezTo>
                    <a:pt x="4178" y="5178"/>
                    <a:pt x="5503" y="4063"/>
                    <a:pt x="5453" y="2949"/>
                  </a:cubicBezTo>
                  <a:cubicBezTo>
                    <a:pt x="5403" y="1847"/>
                    <a:pt x="3311" y="0"/>
                    <a:pt x="2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1"/>
            <p:cNvSpPr/>
            <p:nvPr/>
          </p:nvSpPr>
          <p:spPr>
            <a:xfrm>
              <a:off x="3213541" y="2968221"/>
              <a:ext cx="262488" cy="247296"/>
            </a:xfrm>
            <a:custGeom>
              <a:avLst/>
              <a:gdLst/>
              <a:ahLst/>
              <a:cxnLst/>
              <a:rect l="l" t="t" r="r" b="b"/>
              <a:pathLst>
                <a:path w="5719" h="5388" extrusionOk="0">
                  <a:moveTo>
                    <a:pt x="2744" y="210"/>
                  </a:moveTo>
                  <a:cubicBezTo>
                    <a:pt x="2822" y="210"/>
                    <a:pt x="2948" y="243"/>
                    <a:pt x="3127" y="336"/>
                  </a:cubicBezTo>
                  <a:cubicBezTo>
                    <a:pt x="4009" y="780"/>
                    <a:pt x="5435" y="2203"/>
                    <a:pt x="5474" y="3056"/>
                  </a:cubicBezTo>
                  <a:cubicBezTo>
                    <a:pt x="5504" y="3731"/>
                    <a:pt x="5005" y="4378"/>
                    <a:pt x="4524" y="4762"/>
                  </a:cubicBezTo>
                  <a:cubicBezTo>
                    <a:pt x="4203" y="5019"/>
                    <a:pt x="3873" y="5175"/>
                    <a:pt x="3652" y="5175"/>
                  </a:cubicBezTo>
                  <a:cubicBezTo>
                    <a:pt x="3617" y="5175"/>
                    <a:pt x="3585" y="5171"/>
                    <a:pt x="3556" y="5163"/>
                  </a:cubicBezTo>
                  <a:cubicBezTo>
                    <a:pt x="2970" y="5004"/>
                    <a:pt x="735" y="3387"/>
                    <a:pt x="489" y="2946"/>
                  </a:cubicBezTo>
                  <a:cubicBezTo>
                    <a:pt x="349" y="2691"/>
                    <a:pt x="1513" y="1335"/>
                    <a:pt x="2676" y="223"/>
                  </a:cubicBezTo>
                  <a:cubicBezTo>
                    <a:pt x="2692" y="215"/>
                    <a:pt x="2714" y="210"/>
                    <a:pt x="2744" y="210"/>
                  </a:cubicBezTo>
                  <a:close/>
                  <a:moveTo>
                    <a:pt x="2739" y="0"/>
                  </a:moveTo>
                  <a:cubicBezTo>
                    <a:pt x="2664" y="0"/>
                    <a:pt x="2601" y="17"/>
                    <a:pt x="2550" y="51"/>
                  </a:cubicBezTo>
                  <a:lnTo>
                    <a:pt x="2535" y="65"/>
                  </a:lnTo>
                  <a:cubicBezTo>
                    <a:pt x="1938" y="629"/>
                    <a:pt x="1" y="2513"/>
                    <a:pt x="301" y="3050"/>
                  </a:cubicBezTo>
                  <a:cubicBezTo>
                    <a:pt x="602" y="3588"/>
                    <a:pt x="2909" y="5206"/>
                    <a:pt x="3501" y="5368"/>
                  </a:cubicBezTo>
                  <a:cubicBezTo>
                    <a:pt x="3547" y="5382"/>
                    <a:pt x="3596" y="5388"/>
                    <a:pt x="3646" y="5388"/>
                  </a:cubicBezTo>
                  <a:cubicBezTo>
                    <a:pt x="4022" y="5345"/>
                    <a:pt x="4375" y="5187"/>
                    <a:pt x="4657" y="4934"/>
                  </a:cubicBezTo>
                  <a:cubicBezTo>
                    <a:pt x="5175" y="4517"/>
                    <a:pt x="5718" y="3805"/>
                    <a:pt x="5684" y="3052"/>
                  </a:cubicBezTo>
                  <a:cubicBezTo>
                    <a:pt x="5639" y="2084"/>
                    <a:pt x="4162" y="623"/>
                    <a:pt x="3226" y="150"/>
                  </a:cubicBezTo>
                  <a:cubicBezTo>
                    <a:pt x="3030" y="50"/>
                    <a:pt x="2868" y="0"/>
                    <a:pt x="27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1"/>
            <p:cNvSpPr/>
            <p:nvPr/>
          </p:nvSpPr>
          <p:spPr>
            <a:xfrm>
              <a:off x="3512197" y="3054003"/>
              <a:ext cx="257669" cy="103866"/>
            </a:xfrm>
            <a:custGeom>
              <a:avLst/>
              <a:gdLst/>
              <a:ahLst/>
              <a:cxnLst/>
              <a:rect l="l" t="t" r="r" b="b"/>
              <a:pathLst>
                <a:path w="5614" h="2263" extrusionOk="0">
                  <a:moveTo>
                    <a:pt x="1436" y="1"/>
                  </a:moveTo>
                  <a:cubicBezTo>
                    <a:pt x="1047" y="1"/>
                    <a:pt x="731" y="41"/>
                    <a:pt x="577" y="149"/>
                  </a:cubicBezTo>
                  <a:cubicBezTo>
                    <a:pt x="0" y="550"/>
                    <a:pt x="271" y="1410"/>
                    <a:pt x="922" y="1684"/>
                  </a:cubicBezTo>
                  <a:cubicBezTo>
                    <a:pt x="1573" y="1957"/>
                    <a:pt x="4588" y="2262"/>
                    <a:pt x="4588" y="2262"/>
                  </a:cubicBezTo>
                  <a:cubicBezTo>
                    <a:pt x="4588" y="2262"/>
                    <a:pt x="4597" y="2263"/>
                    <a:pt x="4614" y="2263"/>
                  </a:cubicBezTo>
                  <a:cubicBezTo>
                    <a:pt x="4752" y="2263"/>
                    <a:pt x="5391" y="2227"/>
                    <a:pt x="5521" y="1580"/>
                  </a:cubicBezTo>
                  <a:cubicBezTo>
                    <a:pt x="5614" y="1123"/>
                    <a:pt x="5378" y="560"/>
                    <a:pt x="4455" y="374"/>
                  </a:cubicBezTo>
                  <a:cubicBezTo>
                    <a:pt x="4098" y="303"/>
                    <a:pt x="2496" y="1"/>
                    <a:pt x="14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3517842" y="3049230"/>
              <a:ext cx="255098" cy="113550"/>
            </a:xfrm>
            <a:custGeom>
              <a:avLst/>
              <a:gdLst/>
              <a:ahLst/>
              <a:cxnLst/>
              <a:rect l="l" t="t" r="r" b="b"/>
              <a:pathLst>
                <a:path w="5558" h="2474" extrusionOk="0">
                  <a:moveTo>
                    <a:pt x="1296" y="211"/>
                  </a:moveTo>
                  <a:cubicBezTo>
                    <a:pt x="2177" y="211"/>
                    <a:pt x="3519" y="425"/>
                    <a:pt x="4305" y="584"/>
                  </a:cubicBezTo>
                  <a:cubicBezTo>
                    <a:pt x="4636" y="626"/>
                    <a:pt x="4940" y="788"/>
                    <a:pt x="5157" y="1043"/>
                  </a:cubicBezTo>
                  <a:cubicBezTo>
                    <a:pt x="5288" y="1221"/>
                    <a:pt x="5336" y="1446"/>
                    <a:pt x="5293" y="1662"/>
                  </a:cubicBezTo>
                  <a:cubicBezTo>
                    <a:pt x="5176" y="2243"/>
                    <a:pt x="4592" y="2259"/>
                    <a:pt x="4483" y="2259"/>
                  </a:cubicBezTo>
                  <a:cubicBezTo>
                    <a:pt x="4477" y="2259"/>
                    <a:pt x="4472" y="2259"/>
                    <a:pt x="4469" y="2259"/>
                  </a:cubicBezTo>
                  <a:lnTo>
                    <a:pt x="4469" y="2260"/>
                  </a:lnTo>
                  <a:lnTo>
                    <a:pt x="4469" y="2260"/>
                  </a:lnTo>
                  <a:cubicBezTo>
                    <a:pt x="4340" y="2246"/>
                    <a:pt x="1459" y="1956"/>
                    <a:pt x="833" y="1690"/>
                  </a:cubicBezTo>
                  <a:cubicBezTo>
                    <a:pt x="515" y="1558"/>
                    <a:pt x="291" y="1267"/>
                    <a:pt x="242" y="926"/>
                  </a:cubicBezTo>
                  <a:cubicBezTo>
                    <a:pt x="211" y="697"/>
                    <a:pt x="315" y="469"/>
                    <a:pt x="509" y="341"/>
                  </a:cubicBezTo>
                  <a:cubicBezTo>
                    <a:pt x="643" y="248"/>
                    <a:pt x="930" y="211"/>
                    <a:pt x="1296" y="211"/>
                  </a:cubicBezTo>
                  <a:close/>
                  <a:moveTo>
                    <a:pt x="1333" y="1"/>
                  </a:moveTo>
                  <a:cubicBezTo>
                    <a:pt x="915" y="1"/>
                    <a:pt x="570" y="46"/>
                    <a:pt x="395" y="166"/>
                  </a:cubicBezTo>
                  <a:cubicBezTo>
                    <a:pt x="139" y="340"/>
                    <a:pt x="1" y="642"/>
                    <a:pt x="40" y="950"/>
                  </a:cubicBezTo>
                  <a:cubicBezTo>
                    <a:pt x="96" y="1367"/>
                    <a:pt x="370" y="1724"/>
                    <a:pt x="759" y="1887"/>
                  </a:cubicBezTo>
                  <a:cubicBezTo>
                    <a:pt x="1415" y="2162"/>
                    <a:pt x="4328" y="2460"/>
                    <a:pt x="4451" y="2473"/>
                  </a:cubicBezTo>
                  <a:lnTo>
                    <a:pt x="4505" y="2473"/>
                  </a:lnTo>
                  <a:lnTo>
                    <a:pt x="4505" y="2472"/>
                  </a:lnTo>
                  <a:cubicBezTo>
                    <a:pt x="4520" y="2473"/>
                    <a:pt x="4536" y="2473"/>
                    <a:pt x="4551" y="2473"/>
                  </a:cubicBezTo>
                  <a:cubicBezTo>
                    <a:pt x="5007" y="2473"/>
                    <a:pt x="5403" y="2156"/>
                    <a:pt x="5501" y="1707"/>
                  </a:cubicBezTo>
                  <a:cubicBezTo>
                    <a:pt x="5558" y="1433"/>
                    <a:pt x="5497" y="1147"/>
                    <a:pt x="5331" y="920"/>
                  </a:cubicBezTo>
                  <a:cubicBezTo>
                    <a:pt x="5086" y="624"/>
                    <a:pt x="4737" y="431"/>
                    <a:pt x="4356" y="378"/>
                  </a:cubicBezTo>
                  <a:cubicBezTo>
                    <a:pt x="3962" y="296"/>
                    <a:pt x="2406" y="1"/>
                    <a:pt x="133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3546574" y="3086407"/>
              <a:ext cx="203601" cy="220813"/>
            </a:xfrm>
            <a:custGeom>
              <a:avLst/>
              <a:gdLst/>
              <a:ahLst/>
              <a:cxnLst/>
              <a:rect l="l" t="t" r="r" b="b"/>
              <a:pathLst>
                <a:path w="4436" h="4811" extrusionOk="0">
                  <a:moveTo>
                    <a:pt x="1025" y="0"/>
                  </a:moveTo>
                  <a:cubicBezTo>
                    <a:pt x="636" y="0"/>
                    <a:pt x="347" y="49"/>
                    <a:pt x="282" y="183"/>
                  </a:cubicBezTo>
                  <a:cubicBezTo>
                    <a:pt x="39" y="682"/>
                    <a:pt x="0" y="3466"/>
                    <a:pt x="207" y="4047"/>
                  </a:cubicBezTo>
                  <a:cubicBezTo>
                    <a:pt x="345" y="4433"/>
                    <a:pt x="1201" y="4811"/>
                    <a:pt x="2036" y="4811"/>
                  </a:cubicBezTo>
                  <a:cubicBezTo>
                    <a:pt x="2459" y="4811"/>
                    <a:pt x="2876" y="4714"/>
                    <a:pt x="3193" y="4473"/>
                  </a:cubicBezTo>
                  <a:cubicBezTo>
                    <a:pt x="4135" y="3757"/>
                    <a:pt x="4436" y="579"/>
                    <a:pt x="3894" y="367"/>
                  </a:cubicBezTo>
                  <a:cubicBezTo>
                    <a:pt x="3894" y="367"/>
                    <a:pt x="2088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3541663" y="3081129"/>
              <a:ext cx="206217" cy="230956"/>
            </a:xfrm>
            <a:custGeom>
              <a:avLst/>
              <a:gdLst/>
              <a:ahLst/>
              <a:cxnLst/>
              <a:rect l="l" t="t" r="r" b="b"/>
              <a:pathLst>
                <a:path w="4493" h="5032" extrusionOk="0">
                  <a:moveTo>
                    <a:pt x="1093" y="219"/>
                  </a:moveTo>
                  <a:cubicBezTo>
                    <a:pt x="2059" y="257"/>
                    <a:pt x="3021" y="379"/>
                    <a:pt x="3967" y="583"/>
                  </a:cubicBezTo>
                  <a:cubicBezTo>
                    <a:pt x="4025" y="614"/>
                    <a:pt x="4098" y="741"/>
                    <a:pt x="4135" y="1023"/>
                  </a:cubicBezTo>
                  <a:cubicBezTo>
                    <a:pt x="4272" y="1996"/>
                    <a:pt x="3916" y="3981"/>
                    <a:pt x="3237" y="4499"/>
                  </a:cubicBezTo>
                  <a:cubicBezTo>
                    <a:pt x="2933" y="4731"/>
                    <a:pt x="2536" y="4818"/>
                    <a:pt x="2143" y="4818"/>
                  </a:cubicBezTo>
                  <a:cubicBezTo>
                    <a:pt x="1845" y="4818"/>
                    <a:pt x="1549" y="4768"/>
                    <a:pt x="1295" y="4694"/>
                  </a:cubicBezTo>
                  <a:cubicBezTo>
                    <a:pt x="841" y="4552"/>
                    <a:pt x="487" y="4339"/>
                    <a:pt x="414" y="4126"/>
                  </a:cubicBezTo>
                  <a:cubicBezTo>
                    <a:pt x="211" y="3555"/>
                    <a:pt x="270" y="797"/>
                    <a:pt x="482" y="345"/>
                  </a:cubicBezTo>
                  <a:cubicBezTo>
                    <a:pt x="527" y="257"/>
                    <a:pt x="753" y="219"/>
                    <a:pt x="1093" y="219"/>
                  </a:cubicBezTo>
                  <a:close/>
                  <a:moveTo>
                    <a:pt x="1193" y="0"/>
                  </a:moveTo>
                  <a:cubicBezTo>
                    <a:pt x="734" y="0"/>
                    <a:pt x="383" y="66"/>
                    <a:pt x="293" y="249"/>
                  </a:cubicBezTo>
                  <a:cubicBezTo>
                    <a:pt x="22" y="802"/>
                    <a:pt x="0" y="3619"/>
                    <a:pt x="214" y="4198"/>
                  </a:cubicBezTo>
                  <a:cubicBezTo>
                    <a:pt x="310" y="4472"/>
                    <a:pt x="701" y="4738"/>
                    <a:pt x="1236" y="4898"/>
                  </a:cubicBezTo>
                  <a:cubicBezTo>
                    <a:pt x="1529" y="4984"/>
                    <a:pt x="1834" y="5029"/>
                    <a:pt x="2141" y="5030"/>
                  </a:cubicBezTo>
                  <a:cubicBezTo>
                    <a:pt x="2164" y="5031"/>
                    <a:pt x="2187" y="5031"/>
                    <a:pt x="2210" y="5031"/>
                  </a:cubicBezTo>
                  <a:cubicBezTo>
                    <a:pt x="2624" y="5031"/>
                    <a:pt x="3028" y="4904"/>
                    <a:pt x="3365" y="4662"/>
                  </a:cubicBezTo>
                  <a:cubicBezTo>
                    <a:pt x="4133" y="4074"/>
                    <a:pt x="4492" y="2030"/>
                    <a:pt x="4346" y="989"/>
                  </a:cubicBezTo>
                  <a:cubicBezTo>
                    <a:pt x="4297" y="645"/>
                    <a:pt x="4196" y="438"/>
                    <a:pt x="4040" y="377"/>
                  </a:cubicBezTo>
                  <a:lnTo>
                    <a:pt x="4023" y="377"/>
                  </a:lnTo>
                  <a:cubicBezTo>
                    <a:pt x="3481" y="267"/>
                    <a:pt x="2118" y="0"/>
                    <a:pt x="119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3081035" y="3153784"/>
              <a:ext cx="157796" cy="231186"/>
            </a:xfrm>
            <a:custGeom>
              <a:avLst/>
              <a:gdLst/>
              <a:ahLst/>
              <a:cxnLst/>
              <a:rect l="l" t="t" r="r" b="b"/>
              <a:pathLst>
                <a:path w="3438" h="5037" extrusionOk="0">
                  <a:moveTo>
                    <a:pt x="2394" y="0"/>
                  </a:moveTo>
                  <a:cubicBezTo>
                    <a:pt x="2035" y="0"/>
                    <a:pt x="1639" y="223"/>
                    <a:pt x="1357" y="846"/>
                  </a:cubicBezTo>
                  <a:cubicBezTo>
                    <a:pt x="1144" y="1297"/>
                    <a:pt x="1" y="3922"/>
                    <a:pt x="263" y="4573"/>
                  </a:cubicBezTo>
                  <a:cubicBezTo>
                    <a:pt x="391" y="4890"/>
                    <a:pt x="671" y="5037"/>
                    <a:pt x="972" y="5037"/>
                  </a:cubicBezTo>
                  <a:cubicBezTo>
                    <a:pt x="1287" y="5037"/>
                    <a:pt x="1626" y="4876"/>
                    <a:pt x="1837" y="4583"/>
                  </a:cubicBezTo>
                  <a:cubicBezTo>
                    <a:pt x="2249" y="4012"/>
                    <a:pt x="3223" y="1148"/>
                    <a:pt x="3223" y="1148"/>
                  </a:cubicBezTo>
                  <a:cubicBezTo>
                    <a:pt x="3223" y="1148"/>
                    <a:pt x="3437" y="390"/>
                    <a:pt x="2769" y="82"/>
                  </a:cubicBezTo>
                  <a:cubicBezTo>
                    <a:pt x="2654" y="30"/>
                    <a:pt x="2526" y="0"/>
                    <a:pt x="2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3075574" y="3149287"/>
              <a:ext cx="161605" cy="240824"/>
            </a:xfrm>
            <a:custGeom>
              <a:avLst/>
              <a:gdLst/>
              <a:ahLst/>
              <a:cxnLst/>
              <a:rect l="l" t="t" r="r" b="b"/>
              <a:pathLst>
                <a:path w="3521" h="5247" extrusionOk="0">
                  <a:moveTo>
                    <a:pt x="2515" y="203"/>
                  </a:moveTo>
                  <a:cubicBezTo>
                    <a:pt x="2626" y="203"/>
                    <a:pt x="2737" y="225"/>
                    <a:pt x="2838" y="270"/>
                  </a:cubicBezTo>
                  <a:cubicBezTo>
                    <a:pt x="3410" y="530"/>
                    <a:pt x="3251" y="1157"/>
                    <a:pt x="3236" y="1206"/>
                  </a:cubicBezTo>
                  <a:cubicBezTo>
                    <a:pt x="3202" y="1312"/>
                    <a:pt x="2256" y="4072"/>
                    <a:pt x="1865" y="4617"/>
                  </a:cubicBezTo>
                  <a:cubicBezTo>
                    <a:pt x="1680" y="4874"/>
                    <a:pt x="1383" y="5024"/>
                    <a:pt x="1070" y="5024"/>
                  </a:cubicBezTo>
                  <a:cubicBezTo>
                    <a:pt x="1043" y="5024"/>
                    <a:pt x="1016" y="5023"/>
                    <a:pt x="989" y="5021"/>
                  </a:cubicBezTo>
                  <a:cubicBezTo>
                    <a:pt x="758" y="4998"/>
                    <a:pt x="559" y="4848"/>
                    <a:pt x="476" y="4631"/>
                  </a:cubicBezTo>
                  <a:cubicBezTo>
                    <a:pt x="269" y="4112"/>
                    <a:pt x="1101" y="2021"/>
                    <a:pt x="1570" y="984"/>
                  </a:cubicBezTo>
                  <a:cubicBezTo>
                    <a:pt x="1687" y="673"/>
                    <a:pt x="1915" y="418"/>
                    <a:pt x="2210" y="265"/>
                  </a:cubicBezTo>
                  <a:cubicBezTo>
                    <a:pt x="2302" y="225"/>
                    <a:pt x="2403" y="204"/>
                    <a:pt x="2503" y="204"/>
                  </a:cubicBezTo>
                  <a:cubicBezTo>
                    <a:pt x="2507" y="204"/>
                    <a:pt x="2510" y="204"/>
                    <a:pt x="2514" y="204"/>
                  </a:cubicBezTo>
                  <a:lnTo>
                    <a:pt x="2515" y="203"/>
                  </a:lnTo>
                  <a:close/>
                  <a:moveTo>
                    <a:pt x="2517" y="0"/>
                  </a:moveTo>
                  <a:cubicBezTo>
                    <a:pt x="2386" y="0"/>
                    <a:pt x="2254" y="26"/>
                    <a:pt x="2127" y="82"/>
                  </a:cubicBezTo>
                  <a:cubicBezTo>
                    <a:pt x="1783" y="253"/>
                    <a:pt x="1516" y="549"/>
                    <a:pt x="1381" y="910"/>
                  </a:cubicBezTo>
                  <a:cubicBezTo>
                    <a:pt x="1147" y="1423"/>
                    <a:pt x="1" y="4019"/>
                    <a:pt x="282" y="4723"/>
                  </a:cubicBezTo>
                  <a:cubicBezTo>
                    <a:pt x="394" y="5012"/>
                    <a:pt x="659" y="5213"/>
                    <a:pt x="967" y="5244"/>
                  </a:cubicBezTo>
                  <a:cubicBezTo>
                    <a:pt x="987" y="5246"/>
                    <a:pt x="1007" y="5246"/>
                    <a:pt x="1027" y="5246"/>
                  </a:cubicBezTo>
                  <a:cubicBezTo>
                    <a:pt x="1047" y="5246"/>
                    <a:pt x="1067" y="5246"/>
                    <a:pt x="1087" y="5244"/>
                  </a:cubicBezTo>
                  <a:cubicBezTo>
                    <a:pt x="1466" y="5238"/>
                    <a:pt x="1819" y="5055"/>
                    <a:pt x="2040" y="4750"/>
                  </a:cubicBezTo>
                  <a:cubicBezTo>
                    <a:pt x="2457" y="4172"/>
                    <a:pt x="3404" y="1403"/>
                    <a:pt x="3444" y="1285"/>
                  </a:cubicBezTo>
                  <a:cubicBezTo>
                    <a:pt x="3520" y="1056"/>
                    <a:pt x="3508" y="807"/>
                    <a:pt x="3413" y="587"/>
                  </a:cubicBezTo>
                  <a:cubicBezTo>
                    <a:pt x="3253" y="219"/>
                    <a:pt x="2894" y="0"/>
                    <a:pt x="25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3111190" y="3187014"/>
              <a:ext cx="276946" cy="207870"/>
            </a:xfrm>
            <a:custGeom>
              <a:avLst/>
              <a:gdLst/>
              <a:ahLst/>
              <a:cxnLst/>
              <a:rect l="l" t="t" r="r" b="b"/>
              <a:pathLst>
                <a:path w="6034" h="4529" extrusionOk="0">
                  <a:moveTo>
                    <a:pt x="1717" y="0"/>
                  </a:moveTo>
                  <a:cubicBezTo>
                    <a:pt x="1574" y="0"/>
                    <a:pt x="1472" y="32"/>
                    <a:pt x="1424" y="103"/>
                  </a:cubicBezTo>
                  <a:cubicBezTo>
                    <a:pt x="1424" y="103"/>
                    <a:pt x="0" y="3231"/>
                    <a:pt x="432" y="3581"/>
                  </a:cubicBezTo>
                  <a:cubicBezTo>
                    <a:pt x="841" y="3913"/>
                    <a:pt x="3305" y="4528"/>
                    <a:pt x="4074" y="4528"/>
                  </a:cubicBezTo>
                  <a:cubicBezTo>
                    <a:pt x="4114" y="4528"/>
                    <a:pt x="4149" y="4527"/>
                    <a:pt x="4180" y="4523"/>
                  </a:cubicBezTo>
                  <a:cubicBezTo>
                    <a:pt x="4792" y="4452"/>
                    <a:pt x="6033" y="2604"/>
                    <a:pt x="5264" y="1706"/>
                  </a:cubicBezTo>
                  <a:cubicBezTo>
                    <a:pt x="4716" y="1067"/>
                    <a:pt x="2545" y="0"/>
                    <a:pt x="1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3107013" y="3182149"/>
              <a:ext cx="265242" cy="217554"/>
            </a:xfrm>
            <a:custGeom>
              <a:avLst/>
              <a:gdLst/>
              <a:ahLst/>
              <a:cxnLst/>
              <a:rect l="l" t="t" r="r" b="b"/>
              <a:pathLst>
                <a:path w="5779" h="4740" extrusionOk="0">
                  <a:moveTo>
                    <a:pt x="1805" y="211"/>
                  </a:moveTo>
                  <a:cubicBezTo>
                    <a:pt x="2576" y="211"/>
                    <a:pt x="4729" y="1249"/>
                    <a:pt x="5267" y="1878"/>
                  </a:cubicBezTo>
                  <a:cubicBezTo>
                    <a:pt x="5627" y="2304"/>
                    <a:pt x="5463" y="2923"/>
                    <a:pt x="5331" y="3255"/>
                  </a:cubicBezTo>
                  <a:cubicBezTo>
                    <a:pt x="5075" y="3930"/>
                    <a:pt x="4545" y="4488"/>
                    <a:pt x="4265" y="4521"/>
                  </a:cubicBezTo>
                  <a:cubicBezTo>
                    <a:pt x="4233" y="4524"/>
                    <a:pt x="4197" y="4526"/>
                    <a:pt x="4155" y="4526"/>
                  </a:cubicBezTo>
                  <a:cubicBezTo>
                    <a:pt x="3389" y="4526"/>
                    <a:pt x="964" y="3904"/>
                    <a:pt x="595" y="3600"/>
                  </a:cubicBezTo>
                  <a:cubicBezTo>
                    <a:pt x="368" y="3417"/>
                    <a:pt x="944" y="1726"/>
                    <a:pt x="1611" y="261"/>
                  </a:cubicBezTo>
                  <a:lnTo>
                    <a:pt x="1611" y="261"/>
                  </a:lnTo>
                  <a:lnTo>
                    <a:pt x="1604" y="264"/>
                  </a:lnTo>
                  <a:cubicBezTo>
                    <a:pt x="1645" y="229"/>
                    <a:pt x="1697" y="211"/>
                    <a:pt x="1751" y="211"/>
                  </a:cubicBezTo>
                  <a:cubicBezTo>
                    <a:pt x="1755" y="211"/>
                    <a:pt x="1759" y="211"/>
                    <a:pt x="1763" y="212"/>
                  </a:cubicBezTo>
                  <a:cubicBezTo>
                    <a:pt x="1777" y="211"/>
                    <a:pt x="1791" y="211"/>
                    <a:pt x="1805" y="211"/>
                  </a:cubicBezTo>
                  <a:close/>
                  <a:moveTo>
                    <a:pt x="1797" y="1"/>
                  </a:moveTo>
                  <a:cubicBezTo>
                    <a:pt x="1780" y="1"/>
                    <a:pt x="1763" y="1"/>
                    <a:pt x="1747" y="2"/>
                  </a:cubicBezTo>
                  <a:cubicBezTo>
                    <a:pt x="1739" y="1"/>
                    <a:pt x="1732" y="1"/>
                    <a:pt x="1724" y="1"/>
                  </a:cubicBezTo>
                  <a:cubicBezTo>
                    <a:pt x="1604" y="1"/>
                    <a:pt x="1490" y="55"/>
                    <a:pt x="1413" y="149"/>
                  </a:cubicBezTo>
                  <a:lnTo>
                    <a:pt x="1413" y="164"/>
                  </a:lnTo>
                  <a:cubicBezTo>
                    <a:pt x="1072" y="916"/>
                    <a:pt x="0" y="3402"/>
                    <a:pt x="452" y="3770"/>
                  </a:cubicBezTo>
                  <a:cubicBezTo>
                    <a:pt x="904" y="4136"/>
                    <a:pt x="3400" y="4740"/>
                    <a:pt x="4171" y="4740"/>
                  </a:cubicBezTo>
                  <a:lnTo>
                    <a:pt x="4272" y="4735"/>
                  </a:lnTo>
                  <a:cubicBezTo>
                    <a:pt x="4670" y="4689"/>
                    <a:pt x="5241" y="4049"/>
                    <a:pt x="5523" y="3337"/>
                  </a:cubicBezTo>
                  <a:cubicBezTo>
                    <a:pt x="5779" y="2686"/>
                    <a:pt x="5745" y="2120"/>
                    <a:pt x="5423" y="1744"/>
                  </a:cubicBezTo>
                  <a:cubicBezTo>
                    <a:pt x="4880" y="1101"/>
                    <a:pt x="2701" y="1"/>
                    <a:pt x="179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3127713" y="3507333"/>
              <a:ext cx="100837" cy="160320"/>
            </a:xfrm>
            <a:custGeom>
              <a:avLst/>
              <a:gdLst/>
              <a:ahLst/>
              <a:cxnLst/>
              <a:rect l="l" t="t" r="r" b="b"/>
              <a:pathLst>
                <a:path w="2197" h="3493" extrusionOk="0">
                  <a:moveTo>
                    <a:pt x="722" y="1"/>
                  </a:moveTo>
                  <a:cubicBezTo>
                    <a:pt x="668" y="1"/>
                    <a:pt x="612" y="8"/>
                    <a:pt x="557" y="23"/>
                  </a:cubicBezTo>
                  <a:cubicBezTo>
                    <a:pt x="257" y="122"/>
                    <a:pt x="1" y="451"/>
                    <a:pt x="197" y="1055"/>
                  </a:cubicBezTo>
                  <a:cubicBezTo>
                    <a:pt x="300" y="1380"/>
                    <a:pt x="922" y="3231"/>
                    <a:pt x="1353" y="3441"/>
                  </a:cubicBezTo>
                  <a:cubicBezTo>
                    <a:pt x="1427" y="3477"/>
                    <a:pt x="1501" y="3493"/>
                    <a:pt x="1573" y="3493"/>
                  </a:cubicBezTo>
                  <a:cubicBezTo>
                    <a:pt x="1916" y="3493"/>
                    <a:pt x="2196" y="3117"/>
                    <a:pt x="2151" y="2724"/>
                  </a:cubicBezTo>
                  <a:cubicBezTo>
                    <a:pt x="2096" y="2248"/>
                    <a:pt x="1277" y="352"/>
                    <a:pt x="1277" y="352"/>
                  </a:cubicBezTo>
                  <a:cubicBezTo>
                    <a:pt x="1173" y="133"/>
                    <a:pt x="954" y="1"/>
                    <a:pt x="7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1"/>
            <p:cNvSpPr/>
            <p:nvPr/>
          </p:nvSpPr>
          <p:spPr>
            <a:xfrm>
              <a:off x="3122389" y="3502284"/>
              <a:ext cx="110705" cy="170234"/>
            </a:xfrm>
            <a:custGeom>
              <a:avLst/>
              <a:gdLst/>
              <a:ahLst/>
              <a:cxnLst/>
              <a:rect l="l" t="t" r="r" b="b"/>
              <a:pathLst>
                <a:path w="2412" h="3709" extrusionOk="0">
                  <a:moveTo>
                    <a:pt x="861" y="211"/>
                  </a:moveTo>
                  <a:cubicBezTo>
                    <a:pt x="1047" y="224"/>
                    <a:pt x="1212" y="333"/>
                    <a:pt x="1296" y="498"/>
                  </a:cubicBezTo>
                  <a:cubicBezTo>
                    <a:pt x="1333" y="591"/>
                    <a:pt x="2113" y="2397"/>
                    <a:pt x="2164" y="2845"/>
                  </a:cubicBezTo>
                  <a:cubicBezTo>
                    <a:pt x="2191" y="3065"/>
                    <a:pt x="2098" y="3284"/>
                    <a:pt x="1921" y="3418"/>
                  </a:cubicBezTo>
                  <a:cubicBezTo>
                    <a:pt x="1854" y="3470"/>
                    <a:pt x="1773" y="3496"/>
                    <a:pt x="1692" y="3496"/>
                  </a:cubicBezTo>
                  <a:cubicBezTo>
                    <a:pt x="1633" y="3496"/>
                    <a:pt x="1573" y="3482"/>
                    <a:pt x="1518" y="3454"/>
                  </a:cubicBezTo>
                  <a:cubicBezTo>
                    <a:pt x="1211" y="3305"/>
                    <a:pt x="691" y="1987"/>
                    <a:pt x="416" y="1134"/>
                  </a:cubicBezTo>
                  <a:cubicBezTo>
                    <a:pt x="243" y="599"/>
                    <a:pt x="455" y="320"/>
                    <a:pt x="709" y="236"/>
                  </a:cubicBezTo>
                  <a:cubicBezTo>
                    <a:pt x="758" y="220"/>
                    <a:pt x="810" y="212"/>
                    <a:pt x="861" y="211"/>
                  </a:cubicBezTo>
                  <a:close/>
                  <a:moveTo>
                    <a:pt x="851" y="1"/>
                  </a:moveTo>
                  <a:cubicBezTo>
                    <a:pt x="781" y="1"/>
                    <a:pt x="710" y="12"/>
                    <a:pt x="639" y="34"/>
                  </a:cubicBezTo>
                  <a:cubicBezTo>
                    <a:pt x="307" y="133"/>
                    <a:pt x="0" y="515"/>
                    <a:pt x="213" y="1201"/>
                  </a:cubicBezTo>
                  <a:cubicBezTo>
                    <a:pt x="332" y="1567"/>
                    <a:pt x="949" y="3414"/>
                    <a:pt x="1424" y="3646"/>
                  </a:cubicBezTo>
                  <a:cubicBezTo>
                    <a:pt x="1507" y="3688"/>
                    <a:pt x="1598" y="3708"/>
                    <a:pt x="1690" y="3708"/>
                  </a:cubicBezTo>
                  <a:cubicBezTo>
                    <a:pt x="1818" y="3707"/>
                    <a:pt x="1942" y="3665"/>
                    <a:pt x="2045" y="3589"/>
                  </a:cubicBezTo>
                  <a:cubicBezTo>
                    <a:pt x="2286" y="3409"/>
                    <a:pt x="2411" y="3114"/>
                    <a:pt x="2375" y="2816"/>
                  </a:cubicBezTo>
                  <a:cubicBezTo>
                    <a:pt x="2320" y="2336"/>
                    <a:pt x="1527" y="494"/>
                    <a:pt x="1492" y="415"/>
                  </a:cubicBezTo>
                  <a:cubicBezTo>
                    <a:pt x="1377" y="157"/>
                    <a:pt x="1122" y="1"/>
                    <a:pt x="8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1"/>
            <p:cNvSpPr/>
            <p:nvPr/>
          </p:nvSpPr>
          <p:spPr>
            <a:xfrm>
              <a:off x="3150708" y="3496134"/>
              <a:ext cx="171978" cy="145633"/>
            </a:xfrm>
            <a:custGeom>
              <a:avLst/>
              <a:gdLst/>
              <a:ahLst/>
              <a:cxnLst/>
              <a:rect l="l" t="t" r="r" b="b"/>
              <a:pathLst>
                <a:path w="3747" h="3173" extrusionOk="0">
                  <a:moveTo>
                    <a:pt x="2583" y="0"/>
                  </a:moveTo>
                  <a:cubicBezTo>
                    <a:pt x="1809" y="0"/>
                    <a:pt x="0" y="591"/>
                    <a:pt x="50" y="963"/>
                  </a:cubicBezTo>
                  <a:cubicBezTo>
                    <a:pt x="50" y="963"/>
                    <a:pt x="760" y="3172"/>
                    <a:pt x="1140" y="3172"/>
                  </a:cubicBezTo>
                  <a:cubicBezTo>
                    <a:pt x="1141" y="3172"/>
                    <a:pt x="1143" y="3172"/>
                    <a:pt x="1145" y="3172"/>
                  </a:cubicBezTo>
                  <a:cubicBezTo>
                    <a:pt x="1522" y="3151"/>
                    <a:pt x="3192" y="2245"/>
                    <a:pt x="3469" y="1928"/>
                  </a:cubicBezTo>
                  <a:cubicBezTo>
                    <a:pt x="3746" y="1609"/>
                    <a:pt x="3526" y="114"/>
                    <a:pt x="2722" y="8"/>
                  </a:cubicBezTo>
                  <a:cubicBezTo>
                    <a:pt x="2681" y="3"/>
                    <a:pt x="2634" y="0"/>
                    <a:pt x="2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3148092" y="3491269"/>
              <a:ext cx="174365" cy="155271"/>
            </a:xfrm>
            <a:custGeom>
              <a:avLst/>
              <a:gdLst/>
              <a:ahLst/>
              <a:cxnLst/>
              <a:rect l="l" t="t" r="r" b="b"/>
              <a:pathLst>
                <a:path w="3799" h="3383" extrusionOk="0">
                  <a:moveTo>
                    <a:pt x="2624" y="215"/>
                  </a:moveTo>
                  <a:cubicBezTo>
                    <a:pt x="2675" y="215"/>
                    <a:pt x="2721" y="217"/>
                    <a:pt x="2762" y="223"/>
                  </a:cubicBezTo>
                  <a:cubicBezTo>
                    <a:pt x="3124" y="268"/>
                    <a:pt x="3319" y="649"/>
                    <a:pt x="3402" y="862"/>
                  </a:cubicBezTo>
                  <a:cubicBezTo>
                    <a:pt x="3572" y="1320"/>
                    <a:pt x="3566" y="1824"/>
                    <a:pt x="3444" y="1961"/>
                  </a:cubicBezTo>
                  <a:cubicBezTo>
                    <a:pt x="3173" y="2270"/>
                    <a:pt x="1535" y="3150"/>
                    <a:pt x="1197" y="3170"/>
                  </a:cubicBezTo>
                  <a:cubicBezTo>
                    <a:pt x="1029" y="3140"/>
                    <a:pt x="580" y="2172"/>
                    <a:pt x="215" y="1043"/>
                  </a:cubicBezTo>
                  <a:lnTo>
                    <a:pt x="215" y="1043"/>
                  </a:lnTo>
                  <a:cubicBezTo>
                    <a:pt x="225" y="1018"/>
                    <a:pt x="240" y="996"/>
                    <a:pt x="259" y="978"/>
                  </a:cubicBezTo>
                  <a:cubicBezTo>
                    <a:pt x="581" y="655"/>
                    <a:pt x="1972" y="215"/>
                    <a:pt x="2624" y="215"/>
                  </a:cubicBezTo>
                  <a:close/>
                  <a:moveTo>
                    <a:pt x="2653" y="0"/>
                  </a:moveTo>
                  <a:cubicBezTo>
                    <a:pt x="1975" y="0"/>
                    <a:pt x="511" y="430"/>
                    <a:pt x="116" y="826"/>
                  </a:cubicBezTo>
                  <a:cubicBezTo>
                    <a:pt x="40" y="889"/>
                    <a:pt x="0" y="982"/>
                    <a:pt x="8" y="1079"/>
                  </a:cubicBezTo>
                  <a:cubicBezTo>
                    <a:pt x="6" y="1087"/>
                    <a:pt x="6" y="1093"/>
                    <a:pt x="8" y="1099"/>
                  </a:cubicBezTo>
                  <a:cubicBezTo>
                    <a:pt x="227" y="1788"/>
                    <a:pt x="783" y="3383"/>
                    <a:pt x="1199" y="3383"/>
                  </a:cubicBezTo>
                  <a:lnTo>
                    <a:pt x="1209" y="3381"/>
                  </a:lnTo>
                  <a:cubicBezTo>
                    <a:pt x="1632" y="3359"/>
                    <a:pt x="3330" y="2419"/>
                    <a:pt x="3606" y="2101"/>
                  </a:cubicBezTo>
                  <a:cubicBezTo>
                    <a:pt x="3799" y="1883"/>
                    <a:pt x="3799" y="1295"/>
                    <a:pt x="3606" y="787"/>
                  </a:cubicBezTo>
                  <a:cubicBezTo>
                    <a:pt x="3438" y="329"/>
                    <a:pt x="3146" y="55"/>
                    <a:pt x="2798" y="9"/>
                  </a:cubicBezTo>
                  <a:cubicBezTo>
                    <a:pt x="2755" y="3"/>
                    <a:pt x="2707" y="0"/>
                    <a:pt x="26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3064696" y="3370099"/>
              <a:ext cx="83992" cy="200021"/>
            </a:xfrm>
            <a:custGeom>
              <a:avLst/>
              <a:gdLst/>
              <a:ahLst/>
              <a:cxnLst/>
              <a:rect l="l" t="t" r="r" b="b"/>
              <a:pathLst>
                <a:path w="1830" h="4358" extrusionOk="0">
                  <a:moveTo>
                    <a:pt x="1120" y="1"/>
                  </a:moveTo>
                  <a:cubicBezTo>
                    <a:pt x="764" y="1"/>
                    <a:pt x="378" y="249"/>
                    <a:pt x="296" y="954"/>
                  </a:cubicBezTo>
                  <a:cubicBezTo>
                    <a:pt x="248" y="1359"/>
                    <a:pt x="1" y="3694"/>
                    <a:pt x="367" y="4138"/>
                  </a:cubicBezTo>
                  <a:cubicBezTo>
                    <a:pt x="494" y="4290"/>
                    <a:pt x="658" y="4358"/>
                    <a:pt x="827" y="4358"/>
                  </a:cubicBezTo>
                  <a:cubicBezTo>
                    <a:pt x="1148" y="4358"/>
                    <a:pt x="1483" y="4114"/>
                    <a:pt x="1600" y="3753"/>
                  </a:cubicBezTo>
                  <a:cubicBezTo>
                    <a:pt x="1780" y="3204"/>
                    <a:pt x="1829" y="723"/>
                    <a:pt x="1829" y="723"/>
                  </a:cubicBezTo>
                  <a:lnTo>
                    <a:pt x="1828" y="723"/>
                  </a:lnTo>
                  <a:cubicBezTo>
                    <a:pt x="1828" y="723"/>
                    <a:pt x="1811" y="85"/>
                    <a:pt x="1208" y="6"/>
                  </a:cubicBezTo>
                  <a:cubicBezTo>
                    <a:pt x="1179" y="2"/>
                    <a:pt x="1150" y="1"/>
                    <a:pt x="1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3059464" y="3365142"/>
              <a:ext cx="94044" cy="209843"/>
            </a:xfrm>
            <a:custGeom>
              <a:avLst/>
              <a:gdLst/>
              <a:ahLst/>
              <a:cxnLst/>
              <a:rect l="l" t="t" r="r" b="b"/>
              <a:pathLst>
                <a:path w="2049" h="4572" extrusionOk="0">
                  <a:moveTo>
                    <a:pt x="1309" y="214"/>
                  </a:moveTo>
                  <a:cubicBezTo>
                    <a:pt x="1610" y="261"/>
                    <a:pt x="1833" y="520"/>
                    <a:pt x="1836" y="825"/>
                  </a:cubicBezTo>
                  <a:cubicBezTo>
                    <a:pt x="1826" y="924"/>
                    <a:pt x="1782" y="3303"/>
                    <a:pt x="1611" y="3824"/>
                  </a:cubicBezTo>
                  <a:cubicBezTo>
                    <a:pt x="1528" y="4085"/>
                    <a:pt x="1310" y="4283"/>
                    <a:pt x="1042" y="4344"/>
                  </a:cubicBezTo>
                  <a:cubicBezTo>
                    <a:pt x="1008" y="4351"/>
                    <a:pt x="974" y="4355"/>
                    <a:pt x="940" y="4355"/>
                  </a:cubicBezTo>
                  <a:cubicBezTo>
                    <a:pt x="795" y="4355"/>
                    <a:pt x="656" y="4290"/>
                    <a:pt x="563" y="4173"/>
                  </a:cubicBezTo>
                  <a:cubicBezTo>
                    <a:pt x="277" y="3826"/>
                    <a:pt x="407" y="1990"/>
                    <a:pt x="515" y="1067"/>
                  </a:cubicBezTo>
                  <a:cubicBezTo>
                    <a:pt x="593" y="426"/>
                    <a:pt x="920" y="214"/>
                    <a:pt x="1231" y="214"/>
                  </a:cubicBezTo>
                  <a:close/>
                  <a:moveTo>
                    <a:pt x="1231" y="0"/>
                  </a:moveTo>
                  <a:cubicBezTo>
                    <a:pt x="838" y="0"/>
                    <a:pt x="394" y="264"/>
                    <a:pt x="302" y="1047"/>
                  </a:cubicBezTo>
                  <a:cubicBezTo>
                    <a:pt x="249" y="1507"/>
                    <a:pt x="0" y="3827"/>
                    <a:pt x="398" y="4313"/>
                  </a:cubicBezTo>
                  <a:cubicBezTo>
                    <a:pt x="529" y="4475"/>
                    <a:pt x="727" y="4572"/>
                    <a:pt x="935" y="4572"/>
                  </a:cubicBezTo>
                  <a:cubicBezTo>
                    <a:pt x="936" y="4572"/>
                    <a:pt x="938" y="4572"/>
                    <a:pt x="940" y="4572"/>
                  </a:cubicBezTo>
                  <a:cubicBezTo>
                    <a:pt x="989" y="4569"/>
                    <a:pt x="1036" y="4561"/>
                    <a:pt x="1083" y="4551"/>
                  </a:cubicBezTo>
                  <a:cubicBezTo>
                    <a:pt x="1427" y="4475"/>
                    <a:pt x="1705" y="4223"/>
                    <a:pt x="1814" y="3888"/>
                  </a:cubicBezTo>
                  <a:cubicBezTo>
                    <a:pt x="1998" y="3328"/>
                    <a:pt x="2049" y="928"/>
                    <a:pt x="2049" y="825"/>
                  </a:cubicBezTo>
                  <a:cubicBezTo>
                    <a:pt x="2049" y="412"/>
                    <a:pt x="1744" y="62"/>
                    <a:pt x="1334" y="7"/>
                  </a:cubicBezTo>
                  <a:cubicBezTo>
                    <a:pt x="1300" y="3"/>
                    <a:pt x="1266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3088471" y="3394609"/>
              <a:ext cx="209338" cy="149396"/>
            </a:xfrm>
            <a:custGeom>
              <a:avLst/>
              <a:gdLst/>
              <a:ahLst/>
              <a:cxnLst/>
              <a:rect l="l" t="t" r="r" b="b"/>
              <a:pathLst>
                <a:path w="4561" h="3255" extrusionOk="0">
                  <a:moveTo>
                    <a:pt x="1162" y="0"/>
                  </a:moveTo>
                  <a:cubicBezTo>
                    <a:pt x="715" y="0"/>
                    <a:pt x="380" y="65"/>
                    <a:pt x="333" y="222"/>
                  </a:cubicBezTo>
                  <a:cubicBezTo>
                    <a:pt x="333" y="222"/>
                    <a:pt x="1" y="3020"/>
                    <a:pt x="424" y="3187"/>
                  </a:cubicBezTo>
                  <a:cubicBezTo>
                    <a:pt x="545" y="3234"/>
                    <a:pt x="819" y="3254"/>
                    <a:pt x="1159" y="3254"/>
                  </a:cubicBezTo>
                  <a:cubicBezTo>
                    <a:pt x="2005" y="3254"/>
                    <a:pt x="3260" y="3129"/>
                    <a:pt x="3588" y="2987"/>
                  </a:cubicBezTo>
                  <a:cubicBezTo>
                    <a:pt x="4048" y="2789"/>
                    <a:pt x="4560" y="1034"/>
                    <a:pt x="3732" y="518"/>
                  </a:cubicBezTo>
                  <a:cubicBezTo>
                    <a:pt x="3284" y="238"/>
                    <a:pt x="2017" y="0"/>
                    <a:pt x="1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3085350" y="3389422"/>
              <a:ext cx="200893" cy="159677"/>
            </a:xfrm>
            <a:custGeom>
              <a:avLst/>
              <a:gdLst/>
              <a:ahLst/>
              <a:cxnLst/>
              <a:rect l="l" t="t" r="r" b="b"/>
              <a:pathLst>
                <a:path w="4377" h="3479" extrusionOk="0">
                  <a:moveTo>
                    <a:pt x="1227" y="219"/>
                  </a:moveTo>
                  <a:cubicBezTo>
                    <a:pt x="2049" y="219"/>
                    <a:pt x="3300" y="444"/>
                    <a:pt x="3745" y="721"/>
                  </a:cubicBezTo>
                  <a:cubicBezTo>
                    <a:pt x="4129" y="958"/>
                    <a:pt x="4149" y="1476"/>
                    <a:pt x="4129" y="1762"/>
                  </a:cubicBezTo>
                  <a:cubicBezTo>
                    <a:pt x="4089" y="2348"/>
                    <a:pt x="3827" y="2911"/>
                    <a:pt x="3613" y="3005"/>
                  </a:cubicBezTo>
                  <a:cubicBezTo>
                    <a:pt x="3290" y="3146"/>
                    <a:pt x="2045" y="3262"/>
                    <a:pt x="1224" y="3262"/>
                  </a:cubicBezTo>
                  <a:cubicBezTo>
                    <a:pt x="899" y="3262"/>
                    <a:pt x="640" y="3244"/>
                    <a:pt x="532" y="3201"/>
                  </a:cubicBezTo>
                  <a:cubicBezTo>
                    <a:pt x="344" y="3133"/>
                    <a:pt x="331" y="1827"/>
                    <a:pt x="507" y="360"/>
                  </a:cubicBezTo>
                  <a:cubicBezTo>
                    <a:pt x="514" y="341"/>
                    <a:pt x="547" y="317"/>
                    <a:pt x="611" y="293"/>
                  </a:cubicBezTo>
                  <a:cubicBezTo>
                    <a:pt x="746" y="242"/>
                    <a:pt x="964" y="219"/>
                    <a:pt x="1227" y="219"/>
                  </a:cubicBezTo>
                  <a:close/>
                  <a:moveTo>
                    <a:pt x="1234" y="1"/>
                  </a:moveTo>
                  <a:cubicBezTo>
                    <a:pt x="943" y="1"/>
                    <a:pt x="694" y="28"/>
                    <a:pt x="529" y="90"/>
                  </a:cubicBezTo>
                  <a:cubicBezTo>
                    <a:pt x="422" y="119"/>
                    <a:pt x="334" y="198"/>
                    <a:pt x="295" y="302"/>
                  </a:cubicBezTo>
                  <a:lnTo>
                    <a:pt x="295" y="322"/>
                  </a:lnTo>
                  <a:cubicBezTo>
                    <a:pt x="193" y="1188"/>
                    <a:pt x="0" y="3222"/>
                    <a:pt x="453" y="3399"/>
                  </a:cubicBezTo>
                  <a:cubicBezTo>
                    <a:pt x="670" y="3452"/>
                    <a:pt x="893" y="3479"/>
                    <a:pt x="1116" y="3479"/>
                  </a:cubicBezTo>
                  <a:cubicBezTo>
                    <a:pt x="1163" y="3479"/>
                    <a:pt x="1210" y="3478"/>
                    <a:pt x="1257" y="3475"/>
                  </a:cubicBezTo>
                  <a:cubicBezTo>
                    <a:pt x="2128" y="3475"/>
                    <a:pt x="3395" y="3337"/>
                    <a:pt x="3699" y="3194"/>
                  </a:cubicBezTo>
                  <a:cubicBezTo>
                    <a:pt x="4001" y="3051"/>
                    <a:pt x="4295" y="2412"/>
                    <a:pt x="4338" y="1772"/>
                  </a:cubicBezTo>
                  <a:cubicBezTo>
                    <a:pt x="4376" y="1194"/>
                    <a:pt x="4204" y="749"/>
                    <a:pt x="3854" y="535"/>
                  </a:cubicBezTo>
                  <a:cubicBezTo>
                    <a:pt x="3403" y="254"/>
                    <a:pt x="2124" y="1"/>
                    <a:pt x="12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3889153" y="2589934"/>
              <a:ext cx="654866" cy="1041093"/>
            </a:xfrm>
            <a:custGeom>
              <a:avLst/>
              <a:gdLst/>
              <a:ahLst/>
              <a:cxnLst/>
              <a:rect l="l" t="t" r="r" b="b"/>
              <a:pathLst>
                <a:path w="14268" h="22683" extrusionOk="0">
                  <a:moveTo>
                    <a:pt x="6385" y="0"/>
                  </a:moveTo>
                  <a:lnTo>
                    <a:pt x="3825" y="1111"/>
                  </a:lnTo>
                  <a:cubicBezTo>
                    <a:pt x="3825" y="1111"/>
                    <a:pt x="268" y="4004"/>
                    <a:pt x="103" y="4838"/>
                  </a:cubicBezTo>
                  <a:cubicBezTo>
                    <a:pt x="0" y="5342"/>
                    <a:pt x="2177" y="10138"/>
                    <a:pt x="3900" y="13823"/>
                  </a:cubicBezTo>
                  <a:lnTo>
                    <a:pt x="5768" y="17976"/>
                  </a:lnTo>
                  <a:cubicBezTo>
                    <a:pt x="6483" y="19562"/>
                    <a:pt x="7638" y="20911"/>
                    <a:pt x="9098" y="21859"/>
                  </a:cubicBezTo>
                  <a:lnTo>
                    <a:pt x="10365" y="22683"/>
                  </a:lnTo>
                  <a:lnTo>
                    <a:pt x="6011" y="12515"/>
                  </a:lnTo>
                  <a:lnTo>
                    <a:pt x="7930" y="10004"/>
                  </a:lnTo>
                  <a:lnTo>
                    <a:pt x="12099" y="10505"/>
                  </a:lnTo>
                  <a:lnTo>
                    <a:pt x="12987" y="12699"/>
                  </a:lnTo>
                  <a:cubicBezTo>
                    <a:pt x="13033" y="12698"/>
                    <a:pt x="13079" y="12698"/>
                    <a:pt x="13125" y="12698"/>
                  </a:cubicBezTo>
                  <a:cubicBezTo>
                    <a:pt x="13507" y="12698"/>
                    <a:pt x="13890" y="12731"/>
                    <a:pt x="14267" y="12798"/>
                  </a:cubicBezTo>
                  <a:cubicBezTo>
                    <a:pt x="13614" y="10685"/>
                    <a:pt x="11717" y="4410"/>
                    <a:pt x="11717" y="2391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3885114" y="2584977"/>
              <a:ext cx="664642" cy="1050915"/>
            </a:xfrm>
            <a:custGeom>
              <a:avLst/>
              <a:gdLst/>
              <a:ahLst/>
              <a:cxnLst/>
              <a:rect l="l" t="t" r="r" b="b"/>
              <a:pathLst>
                <a:path w="14481" h="22897" extrusionOk="0">
                  <a:moveTo>
                    <a:pt x="6459" y="238"/>
                  </a:moveTo>
                  <a:lnTo>
                    <a:pt x="11691" y="2584"/>
                  </a:lnTo>
                  <a:cubicBezTo>
                    <a:pt x="11729" y="4603"/>
                    <a:pt x="13414" y="10257"/>
                    <a:pt x="14199" y="12791"/>
                  </a:cubicBezTo>
                  <a:cubicBezTo>
                    <a:pt x="13882" y="12742"/>
                    <a:pt x="13564" y="12717"/>
                    <a:pt x="13244" y="12717"/>
                  </a:cubicBezTo>
                  <a:cubicBezTo>
                    <a:pt x="13211" y="12717"/>
                    <a:pt x="13177" y="12717"/>
                    <a:pt x="13143" y="12718"/>
                  </a:cubicBezTo>
                  <a:lnTo>
                    <a:pt x="12290" y="10586"/>
                  </a:lnTo>
                  <a:cubicBezTo>
                    <a:pt x="12277" y="10549"/>
                    <a:pt x="12244" y="10523"/>
                    <a:pt x="12205" y="10519"/>
                  </a:cubicBezTo>
                  <a:lnTo>
                    <a:pt x="8036" y="10020"/>
                  </a:lnTo>
                  <a:cubicBezTo>
                    <a:pt x="8031" y="10019"/>
                    <a:pt x="8026" y="10019"/>
                    <a:pt x="8021" y="10019"/>
                  </a:cubicBezTo>
                  <a:cubicBezTo>
                    <a:pt x="7989" y="10019"/>
                    <a:pt x="7959" y="10034"/>
                    <a:pt x="7939" y="10060"/>
                  </a:cubicBezTo>
                  <a:lnTo>
                    <a:pt x="6020" y="12569"/>
                  </a:lnTo>
                  <a:cubicBezTo>
                    <a:pt x="5998" y="12599"/>
                    <a:pt x="5992" y="12639"/>
                    <a:pt x="6005" y="12675"/>
                  </a:cubicBezTo>
                  <a:lnTo>
                    <a:pt x="10216" y="22521"/>
                  </a:lnTo>
                  <a:lnTo>
                    <a:pt x="10216" y="22521"/>
                  </a:lnTo>
                  <a:lnTo>
                    <a:pt x="9245" y="21881"/>
                  </a:lnTo>
                  <a:cubicBezTo>
                    <a:pt x="7802" y="20944"/>
                    <a:pt x="6659" y="19612"/>
                    <a:pt x="5955" y="18042"/>
                  </a:cubicBezTo>
                  <a:lnTo>
                    <a:pt x="4082" y="13884"/>
                  </a:lnTo>
                  <a:cubicBezTo>
                    <a:pt x="559" y="6350"/>
                    <a:pt x="258" y="5136"/>
                    <a:pt x="292" y="4964"/>
                  </a:cubicBezTo>
                  <a:cubicBezTo>
                    <a:pt x="423" y="4313"/>
                    <a:pt x="2977" y="2117"/>
                    <a:pt x="3967" y="1313"/>
                  </a:cubicBezTo>
                  <a:lnTo>
                    <a:pt x="6459" y="238"/>
                  </a:lnTo>
                  <a:close/>
                  <a:moveTo>
                    <a:pt x="6473" y="1"/>
                  </a:moveTo>
                  <a:cubicBezTo>
                    <a:pt x="6458" y="1"/>
                    <a:pt x="6444" y="4"/>
                    <a:pt x="6430" y="10"/>
                  </a:cubicBezTo>
                  <a:lnTo>
                    <a:pt x="3872" y="1124"/>
                  </a:lnTo>
                  <a:cubicBezTo>
                    <a:pt x="3861" y="1127"/>
                    <a:pt x="3852" y="1131"/>
                    <a:pt x="3845" y="1138"/>
                  </a:cubicBezTo>
                  <a:cubicBezTo>
                    <a:pt x="3479" y="1436"/>
                    <a:pt x="254" y="4070"/>
                    <a:pt x="85" y="4923"/>
                  </a:cubicBezTo>
                  <a:cubicBezTo>
                    <a:pt x="0" y="5348"/>
                    <a:pt x="1279" y="8393"/>
                    <a:pt x="3889" y="13975"/>
                  </a:cubicBezTo>
                  <a:lnTo>
                    <a:pt x="5761" y="18126"/>
                  </a:lnTo>
                  <a:cubicBezTo>
                    <a:pt x="6480" y="19732"/>
                    <a:pt x="7651" y="21098"/>
                    <a:pt x="9128" y="22057"/>
                  </a:cubicBezTo>
                  <a:lnTo>
                    <a:pt x="10392" y="22880"/>
                  </a:lnTo>
                  <a:cubicBezTo>
                    <a:pt x="10411" y="22890"/>
                    <a:pt x="10430" y="22896"/>
                    <a:pt x="10453" y="22896"/>
                  </a:cubicBezTo>
                  <a:cubicBezTo>
                    <a:pt x="10456" y="22897"/>
                    <a:pt x="10460" y="22897"/>
                    <a:pt x="10463" y="22897"/>
                  </a:cubicBezTo>
                  <a:cubicBezTo>
                    <a:pt x="10487" y="22897"/>
                    <a:pt x="10510" y="22888"/>
                    <a:pt x="10529" y="22872"/>
                  </a:cubicBezTo>
                  <a:cubicBezTo>
                    <a:pt x="10564" y="22843"/>
                    <a:pt x="10576" y="22792"/>
                    <a:pt x="10558" y="22749"/>
                  </a:cubicBezTo>
                  <a:lnTo>
                    <a:pt x="6236" y="12639"/>
                  </a:lnTo>
                  <a:lnTo>
                    <a:pt x="8082" y="10227"/>
                  </a:lnTo>
                  <a:lnTo>
                    <a:pt x="12135" y="10714"/>
                  </a:lnTo>
                  <a:lnTo>
                    <a:pt x="12987" y="12846"/>
                  </a:lnTo>
                  <a:cubicBezTo>
                    <a:pt x="13005" y="12886"/>
                    <a:pt x="13045" y="12911"/>
                    <a:pt x="13090" y="12911"/>
                  </a:cubicBezTo>
                  <a:cubicBezTo>
                    <a:pt x="13130" y="12911"/>
                    <a:pt x="13171" y="12910"/>
                    <a:pt x="13211" y="12910"/>
                  </a:cubicBezTo>
                  <a:cubicBezTo>
                    <a:pt x="13593" y="12910"/>
                    <a:pt x="13974" y="12942"/>
                    <a:pt x="14351" y="13008"/>
                  </a:cubicBezTo>
                  <a:cubicBezTo>
                    <a:pt x="14356" y="13009"/>
                    <a:pt x="14362" y="13010"/>
                    <a:pt x="14368" y="13010"/>
                  </a:cubicBezTo>
                  <a:cubicBezTo>
                    <a:pt x="14398" y="13010"/>
                    <a:pt x="14428" y="12997"/>
                    <a:pt x="14449" y="12974"/>
                  </a:cubicBezTo>
                  <a:cubicBezTo>
                    <a:pt x="14473" y="12946"/>
                    <a:pt x="14480" y="12907"/>
                    <a:pt x="14470" y="12871"/>
                  </a:cubicBezTo>
                  <a:cubicBezTo>
                    <a:pt x="13862" y="10951"/>
                    <a:pt x="11910" y="4518"/>
                    <a:pt x="11910" y="2496"/>
                  </a:cubicBezTo>
                  <a:cubicBezTo>
                    <a:pt x="11910" y="2455"/>
                    <a:pt x="11885" y="2416"/>
                    <a:pt x="11846" y="2398"/>
                  </a:cubicBezTo>
                  <a:lnTo>
                    <a:pt x="6516" y="10"/>
                  </a:lnTo>
                  <a:cubicBezTo>
                    <a:pt x="6502" y="4"/>
                    <a:pt x="6487" y="1"/>
                    <a:pt x="64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4154027" y="2608017"/>
              <a:ext cx="104738" cy="445940"/>
            </a:xfrm>
            <a:custGeom>
              <a:avLst/>
              <a:gdLst/>
              <a:ahLst/>
              <a:cxnLst/>
              <a:rect l="l" t="t" r="r" b="b"/>
              <a:pathLst>
                <a:path w="2282" h="9716" extrusionOk="0">
                  <a:moveTo>
                    <a:pt x="274" y="1"/>
                  </a:moveTo>
                  <a:cubicBezTo>
                    <a:pt x="218" y="1"/>
                    <a:pt x="170" y="43"/>
                    <a:pt x="164" y="100"/>
                  </a:cubicBezTo>
                  <a:cubicBezTo>
                    <a:pt x="0" y="3528"/>
                    <a:pt x="2039" y="9585"/>
                    <a:pt x="2060" y="9645"/>
                  </a:cubicBezTo>
                  <a:cubicBezTo>
                    <a:pt x="2074" y="9688"/>
                    <a:pt x="2115" y="9716"/>
                    <a:pt x="2159" y="9716"/>
                  </a:cubicBezTo>
                  <a:lnTo>
                    <a:pt x="2194" y="9712"/>
                  </a:lnTo>
                  <a:lnTo>
                    <a:pt x="2197" y="9712"/>
                  </a:lnTo>
                  <a:cubicBezTo>
                    <a:pt x="2252" y="9692"/>
                    <a:pt x="2281" y="9631"/>
                    <a:pt x="2262" y="9576"/>
                  </a:cubicBezTo>
                  <a:cubicBezTo>
                    <a:pt x="2241" y="9516"/>
                    <a:pt x="213" y="3498"/>
                    <a:pt x="377" y="111"/>
                  </a:cubicBezTo>
                  <a:lnTo>
                    <a:pt x="377" y="109"/>
                  </a:lnTo>
                  <a:cubicBezTo>
                    <a:pt x="380" y="51"/>
                    <a:pt x="334" y="2"/>
                    <a:pt x="277" y="1"/>
                  </a:cubicBezTo>
                  <a:cubicBezTo>
                    <a:pt x="276" y="1"/>
                    <a:pt x="275" y="1"/>
                    <a:pt x="2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3941889" y="2766501"/>
              <a:ext cx="516209" cy="195753"/>
            </a:xfrm>
            <a:custGeom>
              <a:avLst/>
              <a:gdLst/>
              <a:ahLst/>
              <a:cxnLst/>
              <a:rect l="l" t="t" r="r" b="b"/>
              <a:pathLst>
                <a:path w="11247" h="4265" extrusionOk="0">
                  <a:moveTo>
                    <a:pt x="5237" y="0"/>
                  </a:moveTo>
                  <a:cubicBezTo>
                    <a:pt x="5214" y="0"/>
                    <a:pt x="5191" y="7"/>
                    <a:pt x="5172" y="21"/>
                  </a:cubicBezTo>
                  <a:lnTo>
                    <a:pt x="54" y="4073"/>
                  </a:lnTo>
                  <a:cubicBezTo>
                    <a:pt x="8" y="4110"/>
                    <a:pt x="1" y="4177"/>
                    <a:pt x="36" y="4223"/>
                  </a:cubicBezTo>
                  <a:cubicBezTo>
                    <a:pt x="56" y="4248"/>
                    <a:pt x="87" y="4263"/>
                    <a:pt x="120" y="4263"/>
                  </a:cubicBezTo>
                  <a:cubicBezTo>
                    <a:pt x="124" y="4264"/>
                    <a:pt x="128" y="4264"/>
                    <a:pt x="132" y="4264"/>
                  </a:cubicBezTo>
                  <a:cubicBezTo>
                    <a:pt x="151" y="4264"/>
                    <a:pt x="170" y="4258"/>
                    <a:pt x="185" y="4245"/>
                  </a:cubicBezTo>
                  <a:lnTo>
                    <a:pt x="5252" y="227"/>
                  </a:lnTo>
                  <a:lnTo>
                    <a:pt x="11092" y="2319"/>
                  </a:lnTo>
                  <a:cubicBezTo>
                    <a:pt x="11103" y="2322"/>
                    <a:pt x="11114" y="2324"/>
                    <a:pt x="11125" y="2324"/>
                  </a:cubicBezTo>
                  <a:cubicBezTo>
                    <a:pt x="11167" y="2324"/>
                    <a:pt x="11208" y="2298"/>
                    <a:pt x="11224" y="2256"/>
                  </a:cubicBezTo>
                  <a:cubicBezTo>
                    <a:pt x="11247" y="2201"/>
                    <a:pt x="11218" y="2140"/>
                    <a:pt x="11165" y="2118"/>
                  </a:cubicBezTo>
                  <a:lnTo>
                    <a:pt x="5275" y="6"/>
                  </a:lnTo>
                  <a:cubicBezTo>
                    <a:pt x="5262" y="2"/>
                    <a:pt x="5249" y="0"/>
                    <a:pt x="52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4015922" y="2926867"/>
              <a:ext cx="485458" cy="198598"/>
            </a:xfrm>
            <a:custGeom>
              <a:avLst/>
              <a:gdLst/>
              <a:ahLst/>
              <a:cxnLst/>
              <a:rect l="l" t="t" r="r" b="b"/>
              <a:pathLst>
                <a:path w="10577" h="4327" extrusionOk="0">
                  <a:moveTo>
                    <a:pt x="4450" y="1"/>
                  </a:moveTo>
                  <a:cubicBezTo>
                    <a:pt x="4424" y="1"/>
                    <a:pt x="4398" y="10"/>
                    <a:pt x="4378" y="29"/>
                  </a:cubicBezTo>
                  <a:lnTo>
                    <a:pt x="42" y="4143"/>
                  </a:lnTo>
                  <a:lnTo>
                    <a:pt x="40" y="4145"/>
                  </a:lnTo>
                  <a:cubicBezTo>
                    <a:pt x="0" y="4186"/>
                    <a:pt x="2" y="4252"/>
                    <a:pt x="42" y="4292"/>
                  </a:cubicBezTo>
                  <a:cubicBezTo>
                    <a:pt x="61" y="4314"/>
                    <a:pt x="90" y="4326"/>
                    <a:pt x="119" y="4326"/>
                  </a:cubicBezTo>
                  <a:cubicBezTo>
                    <a:pt x="121" y="4327"/>
                    <a:pt x="123" y="4327"/>
                    <a:pt x="125" y="4327"/>
                  </a:cubicBezTo>
                  <a:cubicBezTo>
                    <a:pt x="148" y="4327"/>
                    <a:pt x="171" y="4318"/>
                    <a:pt x="189" y="4303"/>
                  </a:cubicBezTo>
                  <a:lnTo>
                    <a:pt x="4482" y="232"/>
                  </a:lnTo>
                  <a:lnTo>
                    <a:pt x="10427" y="1773"/>
                  </a:lnTo>
                  <a:cubicBezTo>
                    <a:pt x="10436" y="1775"/>
                    <a:pt x="10446" y="1776"/>
                    <a:pt x="10454" y="1776"/>
                  </a:cubicBezTo>
                  <a:cubicBezTo>
                    <a:pt x="10504" y="1776"/>
                    <a:pt x="10549" y="1743"/>
                    <a:pt x="10561" y="1694"/>
                  </a:cubicBezTo>
                  <a:cubicBezTo>
                    <a:pt x="10576" y="1634"/>
                    <a:pt x="10540" y="1575"/>
                    <a:pt x="10481" y="1560"/>
                  </a:cubicBezTo>
                  <a:lnTo>
                    <a:pt x="4477" y="4"/>
                  </a:lnTo>
                  <a:cubicBezTo>
                    <a:pt x="4468" y="2"/>
                    <a:pt x="4459" y="1"/>
                    <a:pt x="44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3911642" y="2212427"/>
              <a:ext cx="500007" cy="500007"/>
            </a:xfrm>
            <a:custGeom>
              <a:avLst/>
              <a:gdLst/>
              <a:ahLst/>
              <a:cxnLst/>
              <a:rect l="l" t="t" r="r" b="b"/>
              <a:pathLst>
                <a:path w="10894" h="10894" extrusionOk="0">
                  <a:moveTo>
                    <a:pt x="5447" y="0"/>
                  </a:moveTo>
                  <a:cubicBezTo>
                    <a:pt x="2439" y="0"/>
                    <a:pt x="0" y="2439"/>
                    <a:pt x="0" y="5447"/>
                  </a:cubicBezTo>
                  <a:cubicBezTo>
                    <a:pt x="0" y="8454"/>
                    <a:pt x="2439" y="10893"/>
                    <a:pt x="5447" y="10893"/>
                  </a:cubicBezTo>
                  <a:cubicBezTo>
                    <a:pt x="8456" y="10893"/>
                    <a:pt x="10893" y="8454"/>
                    <a:pt x="10893" y="5447"/>
                  </a:cubicBezTo>
                  <a:cubicBezTo>
                    <a:pt x="10893" y="2439"/>
                    <a:pt x="8456" y="0"/>
                    <a:pt x="54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3907099" y="2208296"/>
              <a:ext cx="509049" cy="508957"/>
            </a:xfrm>
            <a:custGeom>
              <a:avLst/>
              <a:gdLst/>
              <a:ahLst/>
              <a:cxnLst/>
              <a:rect l="l" t="t" r="r" b="b"/>
              <a:pathLst>
                <a:path w="11091" h="11089" extrusionOk="0">
                  <a:moveTo>
                    <a:pt x="5546" y="196"/>
                  </a:moveTo>
                  <a:cubicBezTo>
                    <a:pt x="8486" y="206"/>
                    <a:pt x="10869" y="2587"/>
                    <a:pt x="10877" y="5528"/>
                  </a:cubicBezTo>
                  <a:cubicBezTo>
                    <a:pt x="10877" y="8473"/>
                    <a:pt x="8491" y="10860"/>
                    <a:pt x="5546" y="10860"/>
                  </a:cubicBezTo>
                  <a:cubicBezTo>
                    <a:pt x="2602" y="10860"/>
                    <a:pt x="215" y="8473"/>
                    <a:pt x="215" y="5528"/>
                  </a:cubicBezTo>
                  <a:cubicBezTo>
                    <a:pt x="215" y="2584"/>
                    <a:pt x="2602" y="196"/>
                    <a:pt x="5546" y="196"/>
                  </a:cubicBezTo>
                  <a:close/>
                  <a:moveTo>
                    <a:pt x="5546" y="1"/>
                  </a:moveTo>
                  <a:cubicBezTo>
                    <a:pt x="2484" y="1"/>
                    <a:pt x="1" y="2483"/>
                    <a:pt x="1" y="5546"/>
                  </a:cubicBezTo>
                  <a:cubicBezTo>
                    <a:pt x="1" y="8607"/>
                    <a:pt x="2484" y="11089"/>
                    <a:pt x="5546" y="11089"/>
                  </a:cubicBezTo>
                  <a:cubicBezTo>
                    <a:pt x="8605" y="11082"/>
                    <a:pt x="11083" y="8604"/>
                    <a:pt x="11090" y="5546"/>
                  </a:cubicBezTo>
                  <a:cubicBezTo>
                    <a:pt x="11090" y="2483"/>
                    <a:pt x="8608" y="1"/>
                    <a:pt x="55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4017390" y="2331072"/>
              <a:ext cx="288466" cy="262763"/>
            </a:xfrm>
            <a:custGeom>
              <a:avLst/>
              <a:gdLst/>
              <a:ahLst/>
              <a:cxnLst/>
              <a:rect l="l" t="t" r="r" b="b"/>
              <a:pathLst>
                <a:path w="6285" h="5725" extrusionOk="0">
                  <a:moveTo>
                    <a:pt x="3143" y="1"/>
                  </a:moveTo>
                  <a:cubicBezTo>
                    <a:pt x="2411" y="1"/>
                    <a:pt x="1678" y="280"/>
                    <a:pt x="1119" y="838"/>
                  </a:cubicBezTo>
                  <a:cubicBezTo>
                    <a:pt x="1" y="1956"/>
                    <a:pt x="1" y="3769"/>
                    <a:pt x="1119" y="4887"/>
                  </a:cubicBezTo>
                  <a:cubicBezTo>
                    <a:pt x="1678" y="5445"/>
                    <a:pt x="2411" y="5724"/>
                    <a:pt x="3143" y="5724"/>
                  </a:cubicBezTo>
                  <a:cubicBezTo>
                    <a:pt x="3876" y="5724"/>
                    <a:pt x="4608" y="5445"/>
                    <a:pt x="5166" y="4887"/>
                  </a:cubicBezTo>
                  <a:cubicBezTo>
                    <a:pt x="6284" y="3769"/>
                    <a:pt x="6284" y="1956"/>
                    <a:pt x="5166" y="838"/>
                  </a:cubicBezTo>
                  <a:cubicBezTo>
                    <a:pt x="4608" y="280"/>
                    <a:pt x="3876" y="1"/>
                    <a:pt x="314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4025285" y="2326069"/>
              <a:ext cx="272723" cy="272723"/>
            </a:xfrm>
            <a:custGeom>
              <a:avLst/>
              <a:gdLst/>
              <a:ahLst/>
              <a:cxnLst/>
              <a:rect l="l" t="t" r="r" b="b"/>
              <a:pathLst>
                <a:path w="5942" h="5942" extrusionOk="0">
                  <a:moveTo>
                    <a:pt x="2971" y="215"/>
                  </a:moveTo>
                  <a:lnTo>
                    <a:pt x="2971" y="216"/>
                  </a:lnTo>
                  <a:lnTo>
                    <a:pt x="2971" y="227"/>
                  </a:lnTo>
                  <a:cubicBezTo>
                    <a:pt x="4488" y="227"/>
                    <a:pt x="5721" y="1454"/>
                    <a:pt x="5728" y="2971"/>
                  </a:cubicBezTo>
                  <a:lnTo>
                    <a:pt x="5728" y="2972"/>
                  </a:lnTo>
                  <a:cubicBezTo>
                    <a:pt x="5728" y="4495"/>
                    <a:pt x="4494" y="5730"/>
                    <a:pt x="2971" y="5730"/>
                  </a:cubicBezTo>
                  <a:cubicBezTo>
                    <a:pt x="1447" y="5730"/>
                    <a:pt x="213" y="4495"/>
                    <a:pt x="213" y="2972"/>
                  </a:cubicBezTo>
                  <a:cubicBezTo>
                    <a:pt x="213" y="1451"/>
                    <a:pt x="1447" y="215"/>
                    <a:pt x="2971" y="215"/>
                  </a:cubicBezTo>
                  <a:close/>
                  <a:moveTo>
                    <a:pt x="2971" y="0"/>
                  </a:moveTo>
                  <a:cubicBezTo>
                    <a:pt x="1330" y="0"/>
                    <a:pt x="0" y="1330"/>
                    <a:pt x="0" y="2971"/>
                  </a:cubicBezTo>
                  <a:cubicBezTo>
                    <a:pt x="0" y="4612"/>
                    <a:pt x="1330" y="5941"/>
                    <a:pt x="2971" y="5941"/>
                  </a:cubicBezTo>
                  <a:cubicBezTo>
                    <a:pt x="4611" y="5940"/>
                    <a:pt x="5941" y="4610"/>
                    <a:pt x="5941" y="2971"/>
                  </a:cubicBezTo>
                  <a:cubicBezTo>
                    <a:pt x="5941" y="1330"/>
                    <a:pt x="4611" y="0"/>
                    <a:pt x="29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4360795" y="2413963"/>
              <a:ext cx="52599" cy="96936"/>
            </a:xfrm>
            <a:custGeom>
              <a:avLst/>
              <a:gdLst/>
              <a:ahLst/>
              <a:cxnLst/>
              <a:rect l="l" t="t" r="r" b="b"/>
              <a:pathLst>
                <a:path w="1146" h="2112" extrusionOk="0">
                  <a:moveTo>
                    <a:pt x="1" y="0"/>
                  </a:moveTo>
                  <a:lnTo>
                    <a:pt x="1" y="2111"/>
                  </a:lnTo>
                  <a:lnTo>
                    <a:pt x="1009" y="2111"/>
                  </a:lnTo>
                  <a:cubicBezTo>
                    <a:pt x="1146" y="1415"/>
                    <a:pt x="1146" y="697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4355884" y="2409006"/>
              <a:ext cx="62466" cy="106758"/>
            </a:xfrm>
            <a:custGeom>
              <a:avLst/>
              <a:gdLst/>
              <a:ahLst/>
              <a:cxnLst/>
              <a:rect l="l" t="t" r="r" b="b"/>
              <a:pathLst>
                <a:path w="1361" h="2326" extrusionOk="0">
                  <a:moveTo>
                    <a:pt x="1022" y="214"/>
                  </a:moveTo>
                  <a:cubicBezTo>
                    <a:pt x="1137" y="842"/>
                    <a:pt x="1137" y="1485"/>
                    <a:pt x="1022" y="2112"/>
                  </a:cubicBezTo>
                  <a:lnTo>
                    <a:pt x="211" y="2112"/>
                  </a:lnTo>
                  <a:lnTo>
                    <a:pt x="211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8"/>
                  </a:cubicBezTo>
                  <a:lnTo>
                    <a:pt x="1" y="2219"/>
                  </a:lnTo>
                  <a:cubicBezTo>
                    <a:pt x="1" y="2277"/>
                    <a:pt x="48" y="2325"/>
                    <a:pt x="108" y="2325"/>
                  </a:cubicBezTo>
                  <a:lnTo>
                    <a:pt x="1111" y="2325"/>
                  </a:lnTo>
                  <a:cubicBezTo>
                    <a:pt x="1114" y="2325"/>
                    <a:pt x="1117" y="2325"/>
                    <a:pt x="1120" y="2325"/>
                  </a:cubicBezTo>
                  <a:cubicBezTo>
                    <a:pt x="1170" y="2325"/>
                    <a:pt x="1212" y="2290"/>
                    <a:pt x="1220" y="2240"/>
                  </a:cubicBezTo>
                  <a:cubicBezTo>
                    <a:pt x="1360" y="1529"/>
                    <a:pt x="1360" y="797"/>
                    <a:pt x="1220" y="87"/>
                  </a:cubicBezTo>
                  <a:cubicBezTo>
                    <a:pt x="1211" y="37"/>
                    <a:pt x="1166" y="1"/>
                    <a:pt x="111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3910036" y="2413963"/>
              <a:ext cx="50074" cy="96936"/>
            </a:xfrm>
            <a:custGeom>
              <a:avLst/>
              <a:gdLst/>
              <a:ahLst/>
              <a:cxnLst/>
              <a:rect l="l" t="t" r="r" b="b"/>
              <a:pathLst>
                <a:path w="1091" h="2112" extrusionOk="0">
                  <a:moveTo>
                    <a:pt x="139" y="0"/>
                  </a:moveTo>
                  <a:cubicBezTo>
                    <a:pt x="1" y="697"/>
                    <a:pt x="1" y="1415"/>
                    <a:pt x="139" y="2111"/>
                  </a:cubicBezTo>
                  <a:lnTo>
                    <a:pt x="1091" y="2111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3905125" y="2409006"/>
              <a:ext cx="59896" cy="106758"/>
            </a:xfrm>
            <a:custGeom>
              <a:avLst/>
              <a:gdLst/>
              <a:ahLst/>
              <a:cxnLst/>
              <a:rect l="l" t="t" r="r" b="b"/>
              <a:pathLst>
                <a:path w="1305" h="2326" extrusionOk="0">
                  <a:moveTo>
                    <a:pt x="1092" y="214"/>
                  </a:moveTo>
                  <a:lnTo>
                    <a:pt x="1092" y="2112"/>
                  </a:lnTo>
                  <a:lnTo>
                    <a:pt x="333" y="2112"/>
                  </a:lnTo>
                  <a:cubicBezTo>
                    <a:pt x="218" y="1485"/>
                    <a:pt x="218" y="842"/>
                    <a:pt x="333" y="214"/>
                  </a:cubicBezTo>
                  <a:close/>
                  <a:moveTo>
                    <a:pt x="246" y="1"/>
                  </a:moveTo>
                  <a:cubicBezTo>
                    <a:pt x="196" y="1"/>
                    <a:pt x="153" y="37"/>
                    <a:pt x="142" y="87"/>
                  </a:cubicBezTo>
                  <a:cubicBezTo>
                    <a:pt x="1" y="797"/>
                    <a:pt x="1" y="1530"/>
                    <a:pt x="142" y="2240"/>
                  </a:cubicBezTo>
                  <a:cubicBezTo>
                    <a:pt x="152" y="2290"/>
                    <a:pt x="194" y="2325"/>
                    <a:pt x="243" y="2325"/>
                  </a:cubicBezTo>
                  <a:cubicBezTo>
                    <a:pt x="244" y="2325"/>
                    <a:pt x="245" y="2325"/>
                    <a:pt x="246" y="2325"/>
                  </a:cubicBezTo>
                  <a:lnTo>
                    <a:pt x="1198" y="2325"/>
                  </a:lnTo>
                  <a:cubicBezTo>
                    <a:pt x="1257" y="2325"/>
                    <a:pt x="1305" y="2277"/>
                    <a:pt x="1305" y="2219"/>
                  </a:cubicBezTo>
                  <a:lnTo>
                    <a:pt x="1305" y="108"/>
                  </a:lnTo>
                  <a:cubicBezTo>
                    <a:pt x="1305" y="49"/>
                    <a:pt x="1257" y="1"/>
                    <a:pt x="119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5442049" y="1783147"/>
              <a:ext cx="182029" cy="411471"/>
            </a:xfrm>
            <a:custGeom>
              <a:avLst/>
              <a:gdLst/>
              <a:ahLst/>
              <a:cxnLst/>
              <a:rect l="l" t="t" r="r" b="b"/>
              <a:pathLst>
                <a:path w="3966" h="8965" extrusionOk="0">
                  <a:moveTo>
                    <a:pt x="2825" y="0"/>
                  </a:moveTo>
                  <a:cubicBezTo>
                    <a:pt x="2795" y="0"/>
                    <a:pt x="2764" y="3"/>
                    <a:pt x="2733" y="10"/>
                  </a:cubicBezTo>
                  <a:cubicBezTo>
                    <a:pt x="2502" y="62"/>
                    <a:pt x="2358" y="290"/>
                    <a:pt x="2408" y="521"/>
                  </a:cubicBezTo>
                  <a:cubicBezTo>
                    <a:pt x="2408" y="551"/>
                    <a:pt x="3083" y="3607"/>
                    <a:pt x="2621" y="5555"/>
                  </a:cubicBezTo>
                  <a:cubicBezTo>
                    <a:pt x="2195" y="7371"/>
                    <a:pt x="293" y="8140"/>
                    <a:pt x="276" y="8140"/>
                  </a:cubicBezTo>
                  <a:cubicBezTo>
                    <a:pt x="109" y="8202"/>
                    <a:pt x="1" y="8362"/>
                    <a:pt x="1" y="8539"/>
                  </a:cubicBezTo>
                  <a:cubicBezTo>
                    <a:pt x="1" y="8774"/>
                    <a:pt x="191" y="8965"/>
                    <a:pt x="427" y="8965"/>
                  </a:cubicBezTo>
                  <a:lnTo>
                    <a:pt x="428" y="8965"/>
                  </a:lnTo>
                  <a:cubicBezTo>
                    <a:pt x="480" y="8965"/>
                    <a:pt x="532" y="8954"/>
                    <a:pt x="581" y="8935"/>
                  </a:cubicBezTo>
                  <a:cubicBezTo>
                    <a:pt x="683" y="8899"/>
                    <a:pt x="2921" y="8012"/>
                    <a:pt x="3455" y="5751"/>
                  </a:cubicBezTo>
                  <a:cubicBezTo>
                    <a:pt x="3966" y="3612"/>
                    <a:pt x="3272" y="467"/>
                    <a:pt x="3242" y="335"/>
                  </a:cubicBezTo>
                  <a:cubicBezTo>
                    <a:pt x="3198" y="135"/>
                    <a:pt x="3021" y="0"/>
                    <a:pt x="28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1"/>
            <p:cNvSpPr/>
            <p:nvPr/>
          </p:nvSpPr>
          <p:spPr>
            <a:xfrm>
              <a:off x="5454854" y="1723343"/>
              <a:ext cx="256016" cy="396325"/>
            </a:xfrm>
            <a:custGeom>
              <a:avLst/>
              <a:gdLst/>
              <a:ahLst/>
              <a:cxnLst/>
              <a:rect l="l" t="t" r="r" b="b"/>
              <a:pathLst>
                <a:path w="5578" h="8635" extrusionOk="0">
                  <a:moveTo>
                    <a:pt x="3315" y="1"/>
                  </a:moveTo>
                  <a:cubicBezTo>
                    <a:pt x="3251" y="1"/>
                    <a:pt x="3186" y="15"/>
                    <a:pt x="3124" y="46"/>
                  </a:cubicBezTo>
                  <a:cubicBezTo>
                    <a:pt x="2914" y="150"/>
                    <a:pt x="2828" y="408"/>
                    <a:pt x="2933" y="618"/>
                  </a:cubicBezTo>
                  <a:cubicBezTo>
                    <a:pt x="3407" y="1571"/>
                    <a:pt x="4474" y="4331"/>
                    <a:pt x="3752" y="5737"/>
                  </a:cubicBezTo>
                  <a:cubicBezTo>
                    <a:pt x="3295" y="6626"/>
                    <a:pt x="2564" y="6800"/>
                    <a:pt x="1790" y="6986"/>
                  </a:cubicBezTo>
                  <a:cubicBezTo>
                    <a:pt x="1114" y="7150"/>
                    <a:pt x="402" y="7321"/>
                    <a:pt x="48" y="8027"/>
                  </a:cubicBezTo>
                  <a:cubicBezTo>
                    <a:pt x="22" y="8079"/>
                    <a:pt x="9" y="8137"/>
                    <a:pt x="8" y="8195"/>
                  </a:cubicBezTo>
                  <a:cubicBezTo>
                    <a:pt x="0" y="8430"/>
                    <a:pt x="186" y="8627"/>
                    <a:pt x="422" y="8634"/>
                  </a:cubicBezTo>
                  <a:cubicBezTo>
                    <a:pt x="425" y="8634"/>
                    <a:pt x="429" y="8634"/>
                    <a:pt x="433" y="8634"/>
                  </a:cubicBezTo>
                  <a:cubicBezTo>
                    <a:pt x="592" y="8634"/>
                    <a:pt x="739" y="8544"/>
                    <a:pt x="812" y="8402"/>
                  </a:cubicBezTo>
                  <a:cubicBezTo>
                    <a:pt x="980" y="8067"/>
                    <a:pt x="1349" y="7963"/>
                    <a:pt x="1988" y="7809"/>
                  </a:cubicBezTo>
                  <a:cubicBezTo>
                    <a:pt x="2829" y="7613"/>
                    <a:pt x="3870" y="7357"/>
                    <a:pt x="4509" y="6121"/>
                  </a:cubicBezTo>
                  <a:cubicBezTo>
                    <a:pt x="5578" y="4048"/>
                    <a:pt x="3773" y="391"/>
                    <a:pt x="3697" y="237"/>
                  </a:cubicBezTo>
                  <a:cubicBezTo>
                    <a:pt x="3622" y="87"/>
                    <a:pt x="3472" y="1"/>
                    <a:pt x="33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1"/>
            <p:cNvSpPr/>
            <p:nvPr/>
          </p:nvSpPr>
          <p:spPr>
            <a:xfrm>
              <a:off x="5212515" y="2304268"/>
              <a:ext cx="320365" cy="300583"/>
            </a:xfrm>
            <a:custGeom>
              <a:avLst/>
              <a:gdLst/>
              <a:ahLst/>
              <a:cxnLst/>
              <a:rect l="l" t="t" r="r" b="b"/>
              <a:pathLst>
                <a:path w="6980" h="6549" extrusionOk="0">
                  <a:moveTo>
                    <a:pt x="3041" y="1"/>
                  </a:moveTo>
                  <a:cubicBezTo>
                    <a:pt x="2506" y="1"/>
                    <a:pt x="1985" y="149"/>
                    <a:pt x="1535" y="462"/>
                  </a:cubicBezTo>
                  <a:cubicBezTo>
                    <a:pt x="204" y="1388"/>
                    <a:pt x="0" y="3397"/>
                    <a:pt x="1080" y="4950"/>
                  </a:cubicBezTo>
                  <a:cubicBezTo>
                    <a:pt x="1795" y="5978"/>
                    <a:pt x="2893" y="6548"/>
                    <a:pt x="3939" y="6548"/>
                  </a:cubicBezTo>
                  <a:cubicBezTo>
                    <a:pt x="4474" y="6548"/>
                    <a:pt x="4995" y="6400"/>
                    <a:pt x="5444" y="6087"/>
                  </a:cubicBezTo>
                  <a:cubicBezTo>
                    <a:pt x="6775" y="5161"/>
                    <a:pt x="6979" y="3152"/>
                    <a:pt x="5900" y="1599"/>
                  </a:cubicBezTo>
                  <a:cubicBezTo>
                    <a:pt x="5185" y="571"/>
                    <a:pt x="4087" y="1"/>
                    <a:pt x="30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5287007" y="1624847"/>
              <a:ext cx="211496" cy="962975"/>
            </a:xfrm>
            <a:custGeom>
              <a:avLst/>
              <a:gdLst/>
              <a:ahLst/>
              <a:cxnLst/>
              <a:rect l="l" t="t" r="r" b="b"/>
              <a:pathLst>
                <a:path w="4608" h="20981" extrusionOk="0">
                  <a:moveTo>
                    <a:pt x="2547" y="1"/>
                  </a:moveTo>
                  <a:cubicBezTo>
                    <a:pt x="1456" y="1"/>
                    <a:pt x="555" y="869"/>
                    <a:pt x="523" y="1969"/>
                  </a:cubicBezTo>
                  <a:lnTo>
                    <a:pt x="33" y="18896"/>
                  </a:lnTo>
                  <a:cubicBezTo>
                    <a:pt x="0" y="20015"/>
                    <a:pt x="880" y="20948"/>
                    <a:pt x="1998" y="20981"/>
                  </a:cubicBezTo>
                  <a:lnTo>
                    <a:pt x="2065" y="20981"/>
                  </a:lnTo>
                  <a:lnTo>
                    <a:pt x="2065" y="20979"/>
                  </a:lnTo>
                  <a:cubicBezTo>
                    <a:pt x="3158" y="20976"/>
                    <a:pt x="4053" y="20107"/>
                    <a:pt x="4084" y="19014"/>
                  </a:cubicBezTo>
                  <a:lnTo>
                    <a:pt x="4576" y="2086"/>
                  </a:lnTo>
                  <a:cubicBezTo>
                    <a:pt x="4607" y="967"/>
                    <a:pt x="3727" y="33"/>
                    <a:pt x="2607" y="2"/>
                  </a:cubicBezTo>
                  <a:cubicBezTo>
                    <a:pt x="2587" y="1"/>
                    <a:pt x="2567" y="1"/>
                    <a:pt x="25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5214214" y="1200984"/>
              <a:ext cx="481006" cy="657895"/>
            </a:xfrm>
            <a:custGeom>
              <a:avLst/>
              <a:gdLst/>
              <a:ahLst/>
              <a:cxnLst/>
              <a:rect l="l" t="t" r="r" b="b"/>
              <a:pathLst>
                <a:path w="10480" h="14334" extrusionOk="0">
                  <a:moveTo>
                    <a:pt x="1" y="1"/>
                  </a:moveTo>
                  <a:lnTo>
                    <a:pt x="71" y="11287"/>
                  </a:lnTo>
                  <a:cubicBezTo>
                    <a:pt x="26" y="12897"/>
                    <a:pt x="2052" y="14260"/>
                    <a:pt x="4594" y="14330"/>
                  </a:cubicBezTo>
                  <a:cubicBezTo>
                    <a:pt x="4662" y="14332"/>
                    <a:pt x="4730" y="14333"/>
                    <a:pt x="4797" y="14333"/>
                  </a:cubicBezTo>
                  <a:cubicBezTo>
                    <a:pt x="7246" y="14333"/>
                    <a:pt x="9233" y="13108"/>
                    <a:pt x="9286" y="11540"/>
                  </a:cubicBezTo>
                  <a:lnTo>
                    <a:pt x="10480" y="2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5209302" y="1196164"/>
              <a:ext cx="490507" cy="667625"/>
            </a:xfrm>
            <a:custGeom>
              <a:avLst/>
              <a:gdLst/>
              <a:ahLst/>
              <a:cxnLst/>
              <a:rect l="l" t="t" r="r" b="b"/>
              <a:pathLst>
                <a:path w="10687" h="14546" extrusionOk="0">
                  <a:moveTo>
                    <a:pt x="209" y="218"/>
                  </a:moveTo>
                  <a:lnTo>
                    <a:pt x="10454" y="499"/>
                  </a:lnTo>
                  <a:lnTo>
                    <a:pt x="9273" y="11645"/>
                  </a:lnTo>
                  <a:cubicBezTo>
                    <a:pt x="9231" y="13153"/>
                    <a:pt x="7286" y="14334"/>
                    <a:pt x="4895" y="14334"/>
                  </a:cubicBezTo>
                  <a:cubicBezTo>
                    <a:pt x="4830" y="14334"/>
                    <a:pt x="4764" y="14333"/>
                    <a:pt x="4698" y="14331"/>
                  </a:cubicBezTo>
                  <a:cubicBezTo>
                    <a:pt x="2219" y="14263"/>
                    <a:pt x="237" y="12947"/>
                    <a:pt x="280" y="11394"/>
                  </a:cubicBezTo>
                  <a:lnTo>
                    <a:pt x="209" y="218"/>
                  </a:lnTo>
                  <a:close/>
                  <a:moveTo>
                    <a:pt x="104" y="0"/>
                  </a:moveTo>
                  <a:cubicBezTo>
                    <a:pt x="77" y="0"/>
                    <a:pt x="51" y="10"/>
                    <a:pt x="32" y="30"/>
                  </a:cubicBezTo>
                  <a:cubicBezTo>
                    <a:pt x="11" y="49"/>
                    <a:pt x="0" y="78"/>
                    <a:pt x="0" y="106"/>
                  </a:cubicBezTo>
                  <a:lnTo>
                    <a:pt x="63" y="11394"/>
                  </a:lnTo>
                  <a:cubicBezTo>
                    <a:pt x="15" y="13054"/>
                    <a:pt x="2092" y="14473"/>
                    <a:pt x="4688" y="14546"/>
                  </a:cubicBezTo>
                  <a:lnTo>
                    <a:pt x="4900" y="14546"/>
                  </a:lnTo>
                  <a:cubicBezTo>
                    <a:pt x="7406" y="14546"/>
                    <a:pt x="9449" y="13273"/>
                    <a:pt x="9489" y="11656"/>
                  </a:cubicBezTo>
                  <a:lnTo>
                    <a:pt x="10684" y="405"/>
                  </a:lnTo>
                  <a:cubicBezTo>
                    <a:pt x="10686" y="375"/>
                    <a:pt x="10678" y="347"/>
                    <a:pt x="10658" y="323"/>
                  </a:cubicBezTo>
                  <a:cubicBezTo>
                    <a:pt x="10639" y="302"/>
                    <a:pt x="10611" y="289"/>
                    <a:pt x="10579" y="288"/>
                  </a:cubicBezTo>
                  <a:lnTo>
                    <a:pt x="109" y="0"/>
                  </a:lnTo>
                  <a:cubicBezTo>
                    <a:pt x="107" y="0"/>
                    <a:pt x="106" y="0"/>
                    <a:pt x="1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5137748" y="824991"/>
              <a:ext cx="659180" cy="901243"/>
            </a:xfrm>
            <a:custGeom>
              <a:avLst/>
              <a:gdLst/>
              <a:ahLst/>
              <a:cxnLst/>
              <a:rect l="l" t="t" r="r" b="b"/>
              <a:pathLst>
                <a:path w="14362" h="19636" extrusionOk="0">
                  <a:moveTo>
                    <a:pt x="1" y="1"/>
                  </a:moveTo>
                  <a:lnTo>
                    <a:pt x="148" y="15480"/>
                  </a:lnTo>
                  <a:cubicBezTo>
                    <a:pt x="94" y="17688"/>
                    <a:pt x="2877" y="19548"/>
                    <a:pt x="6364" y="19632"/>
                  </a:cubicBezTo>
                  <a:cubicBezTo>
                    <a:pt x="6447" y="19634"/>
                    <a:pt x="6529" y="19635"/>
                    <a:pt x="6611" y="19635"/>
                  </a:cubicBezTo>
                  <a:cubicBezTo>
                    <a:pt x="9986" y="19635"/>
                    <a:pt x="12723" y="17943"/>
                    <a:pt x="12774" y="15794"/>
                  </a:cubicBezTo>
                  <a:lnTo>
                    <a:pt x="14361" y="3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5132837" y="820080"/>
              <a:ext cx="669048" cy="911019"/>
            </a:xfrm>
            <a:custGeom>
              <a:avLst/>
              <a:gdLst/>
              <a:ahLst/>
              <a:cxnLst/>
              <a:rect l="l" t="t" r="r" b="b"/>
              <a:pathLst>
                <a:path w="14577" h="19849" extrusionOk="0">
                  <a:moveTo>
                    <a:pt x="215" y="215"/>
                  </a:moveTo>
                  <a:lnTo>
                    <a:pt x="14351" y="563"/>
                  </a:lnTo>
                  <a:lnTo>
                    <a:pt x="12775" y="15895"/>
                  </a:lnTo>
                  <a:cubicBezTo>
                    <a:pt x="12723" y="17988"/>
                    <a:pt x="10036" y="19640"/>
                    <a:pt x="6730" y="19640"/>
                  </a:cubicBezTo>
                  <a:cubicBezTo>
                    <a:pt x="6645" y="19640"/>
                    <a:pt x="6560" y="19639"/>
                    <a:pt x="6474" y="19637"/>
                  </a:cubicBezTo>
                  <a:cubicBezTo>
                    <a:pt x="3051" y="19550"/>
                    <a:pt x="309" y="17735"/>
                    <a:pt x="362" y="15585"/>
                  </a:cubicBezTo>
                  <a:lnTo>
                    <a:pt x="215" y="217"/>
                  </a:lnTo>
                  <a:lnTo>
                    <a:pt x="215" y="215"/>
                  </a:lnTo>
                  <a:close/>
                  <a:moveTo>
                    <a:pt x="109" y="1"/>
                  </a:moveTo>
                  <a:cubicBezTo>
                    <a:pt x="81" y="1"/>
                    <a:pt x="54" y="11"/>
                    <a:pt x="33" y="30"/>
                  </a:cubicBezTo>
                  <a:cubicBezTo>
                    <a:pt x="12" y="51"/>
                    <a:pt x="0" y="80"/>
                    <a:pt x="0" y="109"/>
                  </a:cubicBezTo>
                  <a:lnTo>
                    <a:pt x="148" y="15584"/>
                  </a:lnTo>
                  <a:cubicBezTo>
                    <a:pt x="93" y="17850"/>
                    <a:pt x="2926" y="19763"/>
                    <a:pt x="6470" y="19848"/>
                  </a:cubicBezTo>
                  <a:lnTo>
                    <a:pt x="6714" y="19848"/>
                  </a:lnTo>
                  <a:cubicBezTo>
                    <a:pt x="10143" y="19848"/>
                    <a:pt x="12935" y="18111"/>
                    <a:pt x="12985" y="15902"/>
                  </a:cubicBezTo>
                  <a:lnTo>
                    <a:pt x="14574" y="468"/>
                  </a:lnTo>
                  <a:cubicBezTo>
                    <a:pt x="14577" y="438"/>
                    <a:pt x="14568" y="409"/>
                    <a:pt x="14549" y="386"/>
                  </a:cubicBezTo>
                  <a:cubicBezTo>
                    <a:pt x="14529" y="364"/>
                    <a:pt x="14501" y="351"/>
                    <a:pt x="14470" y="351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5134949" y="624006"/>
              <a:ext cx="663265" cy="417989"/>
            </a:xfrm>
            <a:custGeom>
              <a:avLst/>
              <a:gdLst/>
              <a:ahLst/>
              <a:cxnLst/>
              <a:rect l="l" t="t" r="r" b="b"/>
              <a:pathLst>
                <a:path w="14451" h="9107" extrusionOk="0">
                  <a:moveTo>
                    <a:pt x="7070" y="0"/>
                  </a:moveTo>
                  <a:cubicBezTo>
                    <a:pt x="3233" y="0"/>
                    <a:pt x="121" y="1926"/>
                    <a:pt x="62" y="4378"/>
                  </a:cubicBezTo>
                  <a:cubicBezTo>
                    <a:pt x="0" y="6892"/>
                    <a:pt x="3166" y="9006"/>
                    <a:pt x="7131" y="9103"/>
                  </a:cubicBezTo>
                  <a:cubicBezTo>
                    <a:pt x="7223" y="9105"/>
                    <a:pt x="7314" y="9106"/>
                    <a:pt x="7406" y="9106"/>
                  </a:cubicBezTo>
                  <a:cubicBezTo>
                    <a:pt x="9211" y="9106"/>
                    <a:pt x="10939" y="8675"/>
                    <a:pt x="12241" y="7894"/>
                  </a:cubicBezTo>
                  <a:cubicBezTo>
                    <a:pt x="13608" y="7073"/>
                    <a:pt x="14392" y="5934"/>
                    <a:pt x="14422" y="4727"/>
                  </a:cubicBezTo>
                  <a:cubicBezTo>
                    <a:pt x="14451" y="3521"/>
                    <a:pt x="13722" y="2346"/>
                    <a:pt x="12397" y="1460"/>
                  </a:cubicBezTo>
                  <a:cubicBezTo>
                    <a:pt x="11071" y="574"/>
                    <a:pt x="9256" y="50"/>
                    <a:pt x="7351" y="4"/>
                  </a:cubicBezTo>
                  <a:cubicBezTo>
                    <a:pt x="7257" y="2"/>
                    <a:pt x="7163" y="0"/>
                    <a:pt x="7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5131414" y="619279"/>
              <a:ext cx="671848" cy="427673"/>
            </a:xfrm>
            <a:custGeom>
              <a:avLst/>
              <a:gdLst/>
              <a:ahLst/>
              <a:cxnLst/>
              <a:rect l="l" t="t" r="r" b="b"/>
              <a:pathLst>
                <a:path w="14638" h="9318" extrusionOk="0">
                  <a:moveTo>
                    <a:pt x="7147" y="211"/>
                  </a:moveTo>
                  <a:lnTo>
                    <a:pt x="7424" y="221"/>
                  </a:lnTo>
                  <a:cubicBezTo>
                    <a:pt x="9321" y="266"/>
                    <a:pt x="11109" y="789"/>
                    <a:pt x="12412" y="1658"/>
                  </a:cubicBezTo>
                  <a:cubicBezTo>
                    <a:pt x="13715" y="2529"/>
                    <a:pt x="14419" y="3656"/>
                    <a:pt x="14389" y="4834"/>
                  </a:cubicBezTo>
                  <a:cubicBezTo>
                    <a:pt x="14330" y="7218"/>
                    <a:pt x="11265" y="9102"/>
                    <a:pt x="7489" y="9102"/>
                  </a:cubicBezTo>
                  <a:cubicBezTo>
                    <a:pt x="7395" y="9102"/>
                    <a:pt x="7301" y="9101"/>
                    <a:pt x="7206" y="9099"/>
                  </a:cubicBezTo>
                  <a:cubicBezTo>
                    <a:pt x="5308" y="9052"/>
                    <a:pt x="3521" y="8534"/>
                    <a:pt x="2219" y="7662"/>
                  </a:cubicBezTo>
                  <a:cubicBezTo>
                    <a:pt x="916" y="6789"/>
                    <a:pt x="208" y="5662"/>
                    <a:pt x="241" y="4484"/>
                  </a:cubicBezTo>
                  <a:cubicBezTo>
                    <a:pt x="273" y="3307"/>
                    <a:pt x="1030" y="2215"/>
                    <a:pt x="2373" y="1410"/>
                  </a:cubicBezTo>
                  <a:cubicBezTo>
                    <a:pt x="3669" y="637"/>
                    <a:pt x="5353" y="211"/>
                    <a:pt x="7147" y="211"/>
                  </a:cubicBezTo>
                  <a:close/>
                  <a:moveTo>
                    <a:pt x="7106" y="1"/>
                  </a:moveTo>
                  <a:cubicBezTo>
                    <a:pt x="5293" y="1"/>
                    <a:pt x="3595" y="433"/>
                    <a:pt x="2265" y="1229"/>
                  </a:cubicBezTo>
                  <a:cubicBezTo>
                    <a:pt x="855" y="2075"/>
                    <a:pt x="64" y="3232"/>
                    <a:pt x="33" y="4484"/>
                  </a:cubicBezTo>
                  <a:cubicBezTo>
                    <a:pt x="0" y="5737"/>
                    <a:pt x="750" y="6940"/>
                    <a:pt x="2102" y="7843"/>
                  </a:cubicBezTo>
                  <a:cubicBezTo>
                    <a:pt x="3454" y="8747"/>
                    <a:pt x="5268" y="9270"/>
                    <a:pt x="7206" y="9317"/>
                  </a:cubicBezTo>
                  <a:lnTo>
                    <a:pt x="7485" y="9317"/>
                  </a:lnTo>
                  <a:cubicBezTo>
                    <a:pt x="11377" y="9316"/>
                    <a:pt x="14545" y="7345"/>
                    <a:pt x="14606" y="4839"/>
                  </a:cubicBezTo>
                  <a:cubicBezTo>
                    <a:pt x="14638" y="3585"/>
                    <a:pt x="13886" y="2383"/>
                    <a:pt x="12534" y="1480"/>
                  </a:cubicBezTo>
                  <a:cubicBezTo>
                    <a:pt x="11180" y="576"/>
                    <a:pt x="9367" y="61"/>
                    <a:pt x="7433" y="6"/>
                  </a:cubicBezTo>
                  <a:cubicBezTo>
                    <a:pt x="7323" y="2"/>
                    <a:pt x="7214" y="1"/>
                    <a:pt x="7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5198930" y="663662"/>
              <a:ext cx="536083" cy="338999"/>
            </a:xfrm>
            <a:custGeom>
              <a:avLst/>
              <a:gdLst/>
              <a:ahLst/>
              <a:cxnLst/>
              <a:rect l="l" t="t" r="r" b="b"/>
              <a:pathLst>
                <a:path w="11680" h="7386" extrusionOk="0">
                  <a:moveTo>
                    <a:pt x="5637" y="0"/>
                  </a:moveTo>
                  <a:cubicBezTo>
                    <a:pt x="4656" y="2"/>
                    <a:pt x="3682" y="176"/>
                    <a:pt x="2762" y="516"/>
                  </a:cubicBezTo>
                  <a:cubicBezTo>
                    <a:pt x="1383" y="1044"/>
                    <a:pt x="384" y="1924"/>
                    <a:pt x="103" y="2990"/>
                  </a:cubicBezTo>
                  <a:cubicBezTo>
                    <a:pt x="54" y="3173"/>
                    <a:pt x="27" y="3362"/>
                    <a:pt x="22" y="3552"/>
                  </a:cubicBezTo>
                  <a:cubicBezTo>
                    <a:pt x="0" y="4411"/>
                    <a:pt x="447" y="5219"/>
                    <a:pt x="1211" y="5859"/>
                  </a:cubicBezTo>
                  <a:cubicBezTo>
                    <a:pt x="1843" y="6376"/>
                    <a:pt x="2573" y="6762"/>
                    <a:pt x="3358" y="6995"/>
                  </a:cubicBezTo>
                  <a:cubicBezTo>
                    <a:pt x="4136" y="7238"/>
                    <a:pt x="4943" y="7369"/>
                    <a:pt x="5759" y="7386"/>
                  </a:cubicBezTo>
                  <a:lnTo>
                    <a:pt x="6100" y="7386"/>
                  </a:lnTo>
                  <a:cubicBezTo>
                    <a:pt x="6647" y="7381"/>
                    <a:pt x="7193" y="7325"/>
                    <a:pt x="7729" y="7216"/>
                  </a:cubicBezTo>
                  <a:cubicBezTo>
                    <a:pt x="8310" y="7103"/>
                    <a:pt x="8876" y="6920"/>
                    <a:pt x="9412" y="6668"/>
                  </a:cubicBezTo>
                  <a:cubicBezTo>
                    <a:pt x="10006" y="6397"/>
                    <a:pt x="10539" y="6008"/>
                    <a:pt x="10977" y="5524"/>
                  </a:cubicBezTo>
                  <a:cubicBezTo>
                    <a:pt x="11402" y="5060"/>
                    <a:pt x="11651" y="4460"/>
                    <a:pt x="11676" y="3831"/>
                  </a:cubicBezTo>
                  <a:cubicBezTo>
                    <a:pt x="11679" y="3709"/>
                    <a:pt x="11672" y="3589"/>
                    <a:pt x="11655" y="3468"/>
                  </a:cubicBezTo>
                  <a:cubicBezTo>
                    <a:pt x="11554" y="2672"/>
                    <a:pt x="11051" y="1936"/>
                    <a:pt x="10275" y="1354"/>
                  </a:cubicBezTo>
                  <a:cubicBezTo>
                    <a:pt x="9508" y="799"/>
                    <a:pt x="8633" y="410"/>
                    <a:pt x="7705" y="215"/>
                  </a:cubicBezTo>
                  <a:cubicBezTo>
                    <a:pt x="7125" y="85"/>
                    <a:pt x="6532" y="14"/>
                    <a:pt x="5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1"/>
            <p:cNvSpPr/>
            <p:nvPr/>
          </p:nvSpPr>
          <p:spPr>
            <a:xfrm>
              <a:off x="5194340" y="658613"/>
              <a:ext cx="545767" cy="348821"/>
            </a:xfrm>
            <a:custGeom>
              <a:avLst/>
              <a:gdLst/>
              <a:ahLst/>
              <a:cxnLst/>
              <a:rect l="l" t="t" r="r" b="b"/>
              <a:pathLst>
                <a:path w="11891" h="7600" extrusionOk="0">
                  <a:moveTo>
                    <a:pt x="5822" y="213"/>
                  </a:moveTo>
                  <a:lnTo>
                    <a:pt x="6035" y="227"/>
                  </a:lnTo>
                  <a:cubicBezTo>
                    <a:pt x="6623" y="240"/>
                    <a:pt x="7208" y="311"/>
                    <a:pt x="7781" y="439"/>
                  </a:cubicBezTo>
                  <a:cubicBezTo>
                    <a:pt x="8694" y="632"/>
                    <a:pt x="9555" y="1013"/>
                    <a:pt x="10311" y="1559"/>
                  </a:cubicBezTo>
                  <a:cubicBezTo>
                    <a:pt x="11091" y="2146"/>
                    <a:pt x="11554" y="2852"/>
                    <a:pt x="11648" y="3603"/>
                  </a:cubicBezTo>
                  <a:cubicBezTo>
                    <a:pt x="11665" y="3718"/>
                    <a:pt x="11672" y="3833"/>
                    <a:pt x="11669" y="3947"/>
                  </a:cubicBezTo>
                  <a:cubicBezTo>
                    <a:pt x="11644" y="4550"/>
                    <a:pt x="11406" y="5125"/>
                    <a:pt x="10996" y="5567"/>
                  </a:cubicBezTo>
                  <a:cubicBezTo>
                    <a:pt x="10567" y="6042"/>
                    <a:pt x="10046" y="6424"/>
                    <a:pt x="9464" y="6686"/>
                  </a:cubicBezTo>
                  <a:cubicBezTo>
                    <a:pt x="8937" y="6934"/>
                    <a:pt x="8379" y="7116"/>
                    <a:pt x="7805" y="7225"/>
                  </a:cubicBezTo>
                  <a:cubicBezTo>
                    <a:pt x="7275" y="7333"/>
                    <a:pt x="6736" y="7390"/>
                    <a:pt x="6196" y="7393"/>
                  </a:cubicBezTo>
                  <a:lnTo>
                    <a:pt x="5861" y="7393"/>
                  </a:lnTo>
                  <a:cubicBezTo>
                    <a:pt x="5055" y="7376"/>
                    <a:pt x="4257" y="7247"/>
                    <a:pt x="3489" y="7007"/>
                  </a:cubicBezTo>
                  <a:cubicBezTo>
                    <a:pt x="2719" y="6779"/>
                    <a:pt x="2001" y="6400"/>
                    <a:pt x="1378" y="5892"/>
                  </a:cubicBezTo>
                  <a:cubicBezTo>
                    <a:pt x="606" y="5240"/>
                    <a:pt x="207" y="4472"/>
                    <a:pt x="228" y="3668"/>
                  </a:cubicBezTo>
                  <a:cubicBezTo>
                    <a:pt x="233" y="3487"/>
                    <a:pt x="258" y="3307"/>
                    <a:pt x="306" y="3133"/>
                  </a:cubicBezTo>
                  <a:cubicBezTo>
                    <a:pt x="572" y="2134"/>
                    <a:pt x="1516" y="1258"/>
                    <a:pt x="2898" y="730"/>
                  </a:cubicBezTo>
                  <a:cubicBezTo>
                    <a:pt x="3808" y="392"/>
                    <a:pt x="4769" y="218"/>
                    <a:pt x="5739" y="213"/>
                  </a:cubicBezTo>
                  <a:close/>
                  <a:moveTo>
                    <a:pt x="5742" y="0"/>
                  </a:moveTo>
                  <a:cubicBezTo>
                    <a:pt x="4747" y="2"/>
                    <a:pt x="3763" y="177"/>
                    <a:pt x="2831" y="520"/>
                  </a:cubicBezTo>
                  <a:cubicBezTo>
                    <a:pt x="1385" y="1075"/>
                    <a:pt x="389" y="2003"/>
                    <a:pt x="105" y="3069"/>
                  </a:cubicBezTo>
                  <a:cubicBezTo>
                    <a:pt x="54" y="3260"/>
                    <a:pt x="26" y="3458"/>
                    <a:pt x="21" y="3656"/>
                  </a:cubicBezTo>
                  <a:cubicBezTo>
                    <a:pt x="0" y="4512"/>
                    <a:pt x="435" y="5360"/>
                    <a:pt x="1245" y="6045"/>
                  </a:cubicBezTo>
                  <a:cubicBezTo>
                    <a:pt x="1888" y="6571"/>
                    <a:pt x="2630" y="6966"/>
                    <a:pt x="3425" y="7205"/>
                  </a:cubicBezTo>
                  <a:cubicBezTo>
                    <a:pt x="4213" y="7451"/>
                    <a:pt x="5031" y="7583"/>
                    <a:pt x="5856" y="7600"/>
                  </a:cubicBezTo>
                  <a:lnTo>
                    <a:pt x="6054" y="7600"/>
                  </a:lnTo>
                  <a:lnTo>
                    <a:pt x="6208" y="7589"/>
                  </a:lnTo>
                  <a:cubicBezTo>
                    <a:pt x="6762" y="7586"/>
                    <a:pt x="7314" y="7528"/>
                    <a:pt x="7856" y="7417"/>
                  </a:cubicBezTo>
                  <a:cubicBezTo>
                    <a:pt x="8446" y="7303"/>
                    <a:pt x="9019" y="7117"/>
                    <a:pt x="9562" y="6860"/>
                  </a:cubicBezTo>
                  <a:cubicBezTo>
                    <a:pt x="10171" y="6586"/>
                    <a:pt x="10715" y="6188"/>
                    <a:pt x="11161" y="5692"/>
                  </a:cubicBezTo>
                  <a:cubicBezTo>
                    <a:pt x="11602" y="5210"/>
                    <a:pt x="11860" y="4588"/>
                    <a:pt x="11889" y="3934"/>
                  </a:cubicBezTo>
                  <a:cubicBezTo>
                    <a:pt x="11891" y="3809"/>
                    <a:pt x="11884" y="3684"/>
                    <a:pt x="11866" y="3559"/>
                  </a:cubicBezTo>
                  <a:cubicBezTo>
                    <a:pt x="11766" y="2749"/>
                    <a:pt x="11273" y="1992"/>
                    <a:pt x="10445" y="1372"/>
                  </a:cubicBezTo>
                  <a:cubicBezTo>
                    <a:pt x="9665" y="807"/>
                    <a:pt x="8776" y="413"/>
                    <a:pt x="7835" y="213"/>
                  </a:cubicBezTo>
                  <a:cubicBezTo>
                    <a:pt x="7247" y="84"/>
                    <a:pt x="6648" y="12"/>
                    <a:pt x="60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1"/>
            <p:cNvSpPr/>
            <p:nvPr/>
          </p:nvSpPr>
          <p:spPr>
            <a:xfrm>
              <a:off x="5613659" y="1146641"/>
              <a:ext cx="118002" cy="542738"/>
            </a:xfrm>
            <a:custGeom>
              <a:avLst/>
              <a:gdLst/>
              <a:ahLst/>
              <a:cxnLst/>
              <a:rect l="l" t="t" r="r" b="b"/>
              <a:pathLst>
                <a:path w="2571" h="11825" extrusionOk="0">
                  <a:moveTo>
                    <a:pt x="1784" y="1"/>
                  </a:moveTo>
                  <a:cubicBezTo>
                    <a:pt x="1405" y="1"/>
                    <a:pt x="1081" y="289"/>
                    <a:pt x="1043" y="674"/>
                  </a:cubicBezTo>
                  <a:cubicBezTo>
                    <a:pt x="1043" y="676"/>
                    <a:pt x="1043" y="676"/>
                    <a:pt x="1043" y="677"/>
                  </a:cubicBezTo>
                  <a:lnTo>
                    <a:pt x="0" y="11825"/>
                  </a:lnTo>
                  <a:cubicBezTo>
                    <a:pt x="606" y="11542"/>
                    <a:pt x="1153" y="11144"/>
                    <a:pt x="1608" y="10655"/>
                  </a:cubicBezTo>
                  <a:lnTo>
                    <a:pt x="2532" y="817"/>
                  </a:lnTo>
                  <a:cubicBezTo>
                    <a:pt x="2570" y="408"/>
                    <a:pt x="2271" y="44"/>
                    <a:pt x="1862" y="4"/>
                  </a:cubicBezTo>
                  <a:lnTo>
                    <a:pt x="1856" y="4"/>
                  </a:lnTo>
                  <a:cubicBezTo>
                    <a:pt x="1832" y="2"/>
                    <a:pt x="1808" y="1"/>
                    <a:pt x="17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1"/>
            <p:cNvSpPr/>
            <p:nvPr/>
          </p:nvSpPr>
          <p:spPr>
            <a:xfrm>
              <a:off x="5200215" y="1139297"/>
              <a:ext cx="75960" cy="551183"/>
            </a:xfrm>
            <a:custGeom>
              <a:avLst/>
              <a:gdLst/>
              <a:ahLst/>
              <a:cxnLst/>
              <a:rect l="l" t="t" r="r" b="b"/>
              <a:pathLst>
                <a:path w="1655" h="12009" extrusionOk="0">
                  <a:moveTo>
                    <a:pt x="904" y="0"/>
                  </a:moveTo>
                  <a:cubicBezTo>
                    <a:pt x="496" y="0"/>
                    <a:pt x="164" y="328"/>
                    <a:pt x="158" y="736"/>
                  </a:cubicBezTo>
                  <a:lnTo>
                    <a:pt x="0" y="11068"/>
                  </a:lnTo>
                  <a:cubicBezTo>
                    <a:pt x="444" y="11452"/>
                    <a:pt x="941" y="11768"/>
                    <a:pt x="1476" y="12009"/>
                  </a:cubicBezTo>
                  <a:lnTo>
                    <a:pt x="1649" y="757"/>
                  </a:lnTo>
                  <a:cubicBezTo>
                    <a:pt x="1655" y="346"/>
                    <a:pt x="1327" y="6"/>
                    <a:pt x="91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1"/>
            <p:cNvSpPr/>
            <p:nvPr/>
          </p:nvSpPr>
          <p:spPr>
            <a:xfrm>
              <a:off x="5406432" y="1183542"/>
              <a:ext cx="91703" cy="543013"/>
            </a:xfrm>
            <a:custGeom>
              <a:avLst/>
              <a:gdLst/>
              <a:ahLst/>
              <a:cxnLst/>
              <a:rect l="l" t="t" r="r" b="b"/>
              <a:pathLst>
                <a:path w="1998" h="11831" extrusionOk="0">
                  <a:moveTo>
                    <a:pt x="1231" y="0"/>
                  </a:moveTo>
                  <a:cubicBezTo>
                    <a:pt x="834" y="0"/>
                    <a:pt x="505" y="314"/>
                    <a:pt x="486" y="714"/>
                  </a:cubicBezTo>
                  <a:lnTo>
                    <a:pt x="1" y="11803"/>
                  </a:lnTo>
                  <a:cubicBezTo>
                    <a:pt x="166" y="11803"/>
                    <a:pt x="336" y="11825"/>
                    <a:pt x="509" y="11829"/>
                  </a:cubicBezTo>
                  <a:cubicBezTo>
                    <a:pt x="564" y="11830"/>
                    <a:pt x="619" y="11831"/>
                    <a:pt x="675" y="11831"/>
                  </a:cubicBezTo>
                  <a:cubicBezTo>
                    <a:pt x="949" y="11831"/>
                    <a:pt x="1224" y="11819"/>
                    <a:pt x="1497" y="11795"/>
                  </a:cubicBezTo>
                  <a:lnTo>
                    <a:pt x="1980" y="780"/>
                  </a:lnTo>
                  <a:cubicBezTo>
                    <a:pt x="1998" y="368"/>
                    <a:pt x="1679" y="19"/>
                    <a:pt x="1267" y="1"/>
                  </a:cubicBezTo>
                  <a:cubicBezTo>
                    <a:pt x="1255" y="1"/>
                    <a:pt x="1243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1"/>
            <p:cNvSpPr/>
            <p:nvPr/>
          </p:nvSpPr>
          <p:spPr>
            <a:xfrm>
              <a:off x="5320466" y="658613"/>
              <a:ext cx="150681" cy="221501"/>
            </a:xfrm>
            <a:custGeom>
              <a:avLst/>
              <a:gdLst/>
              <a:ahLst/>
              <a:cxnLst/>
              <a:rect l="l" t="t" r="r" b="b"/>
              <a:pathLst>
                <a:path w="3283" h="4826" extrusionOk="0">
                  <a:moveTo>
                    <a:pt x="2891" y="216"/>
                  </a:moveTo>
                  <a:lnTo>
                    <a:pt x="3056" y="4381"/>
                  </a:lnTo>
                  <a:lnTo>
                    <a:pt x="285" y="672"/>
                  </a:lnTo>
                  <a:cubicBezTo>
                    <a:pt x="1124" y="381"/>
                    <a:pt x="2004" y="227"/>
                    <a:pt x="2891" y="216"/>
                  </a:cubicBezTo>
                  <a:close/>
                  <a:moveTo>
                    <a:pt x="2989" y="0"/>
                  </a:moveTo>
                  <a:cubicBezTo>
                    <a:pt x="2988" y="0"/>
                    <a:pt x="2987" y="0"/>
                    <a:pt x="2986" y="0"/>
                  </a:cubicBezTo>
                  <a:cubicBezTo>
                    <a:pt x="1993" y="2"/>
                    <a:pt x="1009" y="177"/>
                    <a:pt x="75" y="520"/>
                  </a:cubicBezTo>
                  <a:cubicBezTo>
                    <a:pt x="44" y="532"/>
                    <a:pt x="20" y="559"/>
                    <a:pt x="11" y="591"/>
                  </a:cubicBezTo>
                  <a:cubicBezTo>
                    <a:pt x="1" y="623"/>
                    <a:pt x="8" y="658"/>
                    <a:pt x="29" y="685"/>
                  </a:cubicBezTo>
                  <a:lnTo>
                    <a:pt x="3089" y="4783"/>
                  </a:lnTo>
                  <a:cubicBezTo>
                    <a:pt x="3107" y="4810"/>
                    <a:pt x="3138" y="4826"/>
                    <a:pt x="3170" y="4826"/>
                  </a:cubicBezTo>
                  <a:cubicBezTo>
                    <a:pt x="3171" y="4826"/>
                    <a:pt x="3172" y="4826"/>
                    <a:pt x="3174" y="4826"/>
                  </a:cubicBezTo>
                  <a:cubicBezTo>
                    <a:pt x="3186" y="4826"/>
                    <a:pt x="3198" y="4824"/>
                    <a:pt x="3208" y="4820"/>
                  </a:cubicBezTo>
                  <a:cubicBezTo>
                    <a:pt x="3253" y="4805"/>
                    <a:pt x="3283" y="4762"/>
                    <a:pt x="3281" y="4716"/>
                  </a:cubicBezTo>
                  <a:lnTo>
                    <a:pt x="3095" y="103"/>
                  </a:lnTo>
                  <a:cubicBezTo>
                    <a:pt x="3093" y="46"/>
                    <a:pt x="3046" y="0"/>
                    <a:pt x="29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1"/>
            <p:cNvSpPr/>
            <p:nvPr/>
          </p:nvSpPr>
          <p:spPr>
            <a:xfrm>
              <a:off x="5452651" y="658659"/>
              <a:ext cx="105335" cy="221455"/>
            </a:xfrm>
            <a:custGeom>
              <a:avLst/>
              <a:gdLst/>
              <a:ahLst/>
              <a:cxnLst/>
              <a:rect l="l" t="t" r="r" b="b"/>
              <a:pathLst>
                <a:path w="2295" h="4825" extrusionOk="0">
                  <a:moveTo>
                    <a:pt x="219" y="212"/>
                  </a:moveTo>
                  <a:lnTo>
                    <a:pt x="407" y="217"/>
                  </a:lnTo>
                  <a:cubicBezTo>
                    <a:pt x="952" y="230"/>
                    <a:pt x="1495" y="293"/>
                    <a:pt x="2028" y="404"/>
                  </a:cubicBezTo>
                  <a:lnTo>
                    <a:pt x="382" y="4243"/>
                  </a:lnTo>
                  <a:lnTo>
                    <a:pt x="219" y="212"/>
                  </a:lnTo>
                  <a:close/>
                  <a:moveTo>
                    <a:pt x="105" y="1"/>
                  </a:moveTo>
                  <a:cubicBezTo>
                    <a:pt x="45" y="4"/>
                    <a:pt x="1" y="53"/>
                    <a:pt x="2" y="112"/>
                  </a:cubicBezTo>
                  <a:lnTo>
                    <a:pt x="188" y="4725"/>
                  </a:lnTo>
                  <a:cubicBezTo>
                    <a:pt x="190" y="4774"/>
                    <a:pt x="227" y="4816"/>
                    <a:pt x="276" y="4825"/>
                  </a:cubicBezTo>
                  <a:lnTo>
                    <a:pt x="294" y="4825"/>
                  </a:lnTo>
                  <a:cubicBezTo>
                    <a:pt x="338" y="4823"/>
                    <a:pt x="376" y="4795"/>
                    <a:pt x="392" y="4755"/>
                  </a:cubicBezTo>
                  <a:lnTo>
                    <a:pt x="2276" y="361"/>
                  </a:lnTo>
                  <a:cubicBezTo>
                    <a:pt x="2277" y="357"/>
                    <a:pt x="2279" y="352"/>
                    <a:pt x="2280" y="346"/>
                  </a:cubicBezTo>
                  <a:cubicBezTo>
                    <a:pt x="2295" y="288"/>
                    <a:pt x="2259" y="229"/>
                    <a:pt x="2201" y="215"/>
                  </a:cubicBezTo>
                  <a:cubicBezTo>
                    <a:pt x="1613" y="86"/>
                    <a:pt x="1013" y="14"/>
                    <a:pt x="4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1"/>
            <p:cNvSpPr/>
            <p:nvPr/>
          </p:nvSpPr>
          <p:spPr>
            <a:xfrm>
              <a:off x="5460775" y="668664"/>
              <a:ext cx="214617" cy="211450"/>
            </a:xfrm>
            <a:custGeom>
              <a:avLst/>
              <a:gdLst/>
              <a:ahLst/>
              <a:cxnLst/>
              <a:rect l="l" t="t" r="r" b="b"/>
              <a:pathLst>
                <a:path w="4676" h="4607" extrusionOk="0">
                  <a:moveTo>
                    <a:pt x="2063" y="231"/>
                  </a:moveTo>
                  <a:cubicBezTo>
                    <a:pt x="2898" y="419"/>
                    <a:pt x="3690" y="762"/>
                    <a:pt x="4397" y="1246"/>
                  </a:cubicBezTo>
                  <a:lnTo>
                    <a:pt x="368" y="4184"/>
                  </a:lnTo>
                  <a:lnTo>
                    <a:pt x="368" y="4184"/>
                  </a:lnTo>
                  <a:lnTo>
                    <a:pt x="2063" y="231"/>
                  </a:lnTo>
                  <a:close/>
                  <a:moveTo>
                    <a:pt x="2000" y="0"/>
                  </a:moveTo>
                  <a:cubicBezTo>
                    <a:pt x="1958" y="0"/>
                    <a:pt x="1920" y="25"/>
                    <a:pt x="1902" y="64"/>
                  </a:cubicBezTo>
                  <a:lnTo>
                    <a:pt x="19" y="4458"/>
                  </a:lnTo>
                  <a:cubicBezTo>
                    <a:pt x="1" y="4503"/>
                    <a:pt x="14" y="4553"/>
                    <a:pt x="51" y="4583"/>
                  </a:cubicBezTo>
                  <a:cubicBezTo>
                    <a:pt x="71" y="4598"/>
                    <a:pt x="93" y="4607"/>
                    <a:pt x="117" y="4607"/>
                  </a:cubicBezTo>
                  <a:cubicBezTo>
                    <a:pt x="139" y="4607"/>
                    <a:pt x="161" y="4599"/>
                    <a:pt x="179" y="4586"/>
                  </a:cubicBezTo>
                  <a:lnTo>
                    <a:pt x="4631" y="1331"/>
                  </a:lnTo>
                  <a:cubicBezTo>
                    <a:pt x="4660" y="1313"/>
                    <a:pt x="4676" y="1282"/>
                    <a:pt x="4676" y="1248"/>
                  </a:cubicBezTo>
                  <a:cubicBezTo>
                    <a:pt x="4676" y="1214"/>
                    <a:pt x="4661" y="1182"/>
                    <a:pt x="4634" y="1161"/>
                  </a:cubicBezTo>
                  <a:cubicBezTo>
                    <a:pt x="3854" y="597"/>
                    <a:pt x="2965" y="203"/>
                    <a:pt x="2024" y="3"/>
                  </a:cubicBezTo>
                  <a:cubicBezTo>
                    <a:pt x="2016" y="1"/>
                    <a:pt x="2008" y="0"/>
                    <a:pt x="20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1"/>
            <p:cNvSpPr/>
            <p:nvPr/>
          </p:nvSpPr>
          <p:spPr>
            <a:xfrm>
              <a:off x="5460729" y="720987"/>
              <a:ext cx="278322" cy="159127"/>
            </a:xfrm>
            <a:custGeom>
              <a:avLst/>
              <a:gdLst/>
              <a:ahLst/>
              <a:cxnLst/>
              <a:rect l="l" t="t" r="r" b="b"/>
              <a:pathLst>
                <a:path w="6064" h="3467" extrusionOk="0">
                  <a:moveTo>
                    <a:pt x="4570" y="239"/>
                  </a:moveTo>
                  <a:cubicBezTo>
                    <a:pt x="5280" y="788"/>
                    <a:pt x="5712" y="1443"/>
                    <a:pt x="5829" y="2143"/>
                  </a:cubicBezTo>
                  <a:lnTo>
                    <a:pt x="560" y="3165"/>
                  </a:lnTo>
                  <a:lnTo>
                    <a:pt x="4570" y="239"/>
                  </a:lnTo>
                  <a:close/>
                  <a:moveTo>
                    <a:pt x="4571" y="0"/>
                  </a:moveTo>
                  <a:cubicBezTo>
                    <a:pt x="4548" y="0"/>
                    <a:pt x="4526" y="7"/>
                    <a:pt x="4507" y="21"/>
                  </a:cubicBezTo>
                  <a:lnTo>
                    <a:pt x="54" y="3275"/>
                  </a:lnTo>
                  <a:cubicBezTo>
                    <a:pt x="15" y="3305"/>
                    <a:pt x="0" y="3358"/>
                    <a:pt x="20" y="3403"/>
                  </a:cubicBezTo>
                  <a:cubicBezTo>
                    <a:pt x="37" y="3442"/>
                    <a:pt x="74" y="3467"/>
                    <a:pt x="114" y="3467"/>
                  </a:cubicBezTo>
                  <a:cubicBezTo>
                    <a:pt x="115" y="3467"/>
                    <a:pt x="117" y="3467"/>
                    <a:pt x="118" y="3467"/>
                  </a:cubicBezTo>
                  <a:lnTo>
                    <a:pt x="133" y="3465"/>
                  </a:lnTo>
                  <a:lnTo>
                    <a:pt x="5969" y="2326"/>
                  </a:lnTo>
                  <a:cubicBezTo>
                    <a:pt x="6026" y="2316"/>
                    <a:pt x="6063" y="2264"/>
                    <a:pt x="6056" y="2209"/>
                  </a:cubicBezTo>
                  <a:cubicBezTo>
                    <a:pt x="5954" y="1399"/>
                    <a:pt x="5462" y="641"/>
                    <a:pt x="4635" y="21"/>
                  </a:cubicBezTo>
                  <a:cubicBezTo>
                    <a:pt x="4616" y="7"/>
                    <a:pt x="4593" y="0"/>
                    <a:pt x="45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1"/>
            <p:cNvSpPr/>
            <p:nvPr/>
          </p:nvSpPr>
          <p:spPr>
            <a:xfrm>
              <a:off x="5460362" y="817785"/>
              <a:ext cx="279562" cy="104187"/>
            </a:xfrm>
            <a:custGeom>
              <a:avLst/>
              <a:gdLst/>
              <a:ahLst/>
              <a:cxnLst/>
              <a:rect l="l" t="t" r="r" b="b"/>
              <a:pathLst>
                <a:path w="6091" h="2270" extrusionOk="0">
                  <a:moveTo>
                    <a:pt x="5878" y="238"/>
                  </a:moveTo>
                  <a:lnTo>
                    <a:pt x="5878" y="470"/>
                  </a:lnTo>
                  <a:cubicBezTo>
                    <a:pt x="5852" y="1054"/>
                    <a:pt x="5627" y="1611"/>
                    <a:pt x="5237" y="2047"/>
                  </a:cubicBezTo>
                  <a:lnTo>
                    <a:pt x="708" y="1248"/>
                  </a:lnTo>
                  <a:lnTo>
                    <a:pt x="5878" y="238"/>
                  </a:lnTo>
                  <a:close/>
                  <a:moveTo>
                    <a:pt x="5962" y="1"/>
                  </a:moveTo>
                  <a:cubicBezTo>
                    <a:pt x="5955" y="1"/>
                    <a:pt x="5947" y="1"/>
                    <a:pt x="5940" y="3"/>
                  </a:cubicBezTo>
                  <a:lnTo>
                    <a:pt x="106" y="1142"/>
                  </a:lnTo>
                  <a:cubicBezTo>
                    <a:pt x="48" y="1142"/>
                    <a:pt x="1" y="1190"/>
                    <a:pt x="1" y="1249"/>
                  </a:cubicBezTo>
                  <a:cubicBezTo>
                    <a:pt x="1" y="1309"/>
                    <a:pt x="48" y="1356"/>
                    <a:pt x="106" y="1356"/>
                  </a:cubicBezTo>
                  <a:lnTo>
                    <a:pt x="5260" y="2269"/>
                  </a:lnTo>
                  <a:lnTo>
                    <a:pt x="5281" y="2269"/>
                  </a:lnTo>
                  <a:lnTo>
                    <a:pt x="5281" y="2268"/>
                  </a:lnTo>
                  <a:cubicBezTo>
                    <a:pt x="5313" y="2268"/>
                    <a:pt x="5343" y="2253"/>
                    <a:pt x="5362" y="2227"/>
                  </a:cubicBezTo>
                  <a:cubicBezTo>
                    <a:pt x="5803" y="1745"/>
                    <a:pt x="6061" y="1124"/>
                    <a:pt x="6089" y="470"/>
                  </a:cubicBezTo>
                  <a:cubicBezTo>
                    <a:pt x="6090" y="344"/>
                    <a:pt x="6083" y="219"/>
                    <a:pt x="6065" y="94"/>
                  </a:cubicBezTo>
                  <a:cubicBezTo>
                    <a:pt x="6065" y="89"/>
                    <a:pt x="6065" y="86"/>
                    <a:pt x="6064" y="83"/>
                  </a:cubicBezTo>
                  <a:cubicBezTo>
                    <a:pt x="6053" y="34"/>
                    <a:pt x="6010" y="1"/>
                    <a:pt x="59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1"/>
            <p:cNvSpPr/>
            <p:nvPr/>
          </p:nvSpPr>
          <p:spPr>
            <a:xfrm>
              <a:off x="5460729" y="870292"/>
              <a:ext cx="247204" cy="104096"/>
            </a:xfrm>
            <a:custGeom>
              <a:avLst/>
              <a:gdLst/>
              <a:ahLst/>
              <a:cxnLst/>
              <a:rect l="l" t="t" r="r" b="b"/>
              <a:pathLst>
                <a:path w="5386" h="2268" extrusionOk="0">
                  <a:moveTo>
                    <a:pt x="703" y="318"/>
                  </a:moveTo>
                  <a:lnTo>
                    <a:pt x="5061" y="1088"/>
                  </a:lnTo>
                  <a:cubicBezTo>
                    <a:pt x="4671" y="1482"/>
                    <a:pt x="4214" y="1806"/>
                    <a:pt x="3712" y="2041"/>
                  </a:cubicBezTo>
                  <a:lnTo>
                    <a:pt x="703" y="318"/>
                  </a:lnTo>
                  <a:close/>
                  <a:moveTo>
                    <a:pt x="117" y="1"/>
                  </a:moveTo>
                  <a:cubicBezTo>
                    <a:pt x="73" y="1"/>
                    <a:pt x="32" y="28"/>
                    <a:pt x="18" y="71"/>
                  </a:cubicBezTo>
                  <a:cubicBezTo>
                    <a:pt x="0" y="120"/>
                    <a:pt x="20" y="174"/>
                    <a:pt x="66" y="199"/>
                  </a:cubicBezTo>
                  <a:lnTo>
                    <a:pt x="3654" y="2252"/>
                  </a:lnTo>
                  <a:cubicBezTo>
                    <a:pt x="3669" y="2262"/>
                    <a:pt x="3685" y="2267"/>
                    <a:pt x="3702" y="2267"/>
                  </a:cubicBezTo>
                  <a:cubicBezTo>
                    <a:pt x="3704" y="2267"/>
                    <a:pt x="3706" y="2267"/>
                    <a:pt x="3708" y="2267"/>
                  </a:cubicBezTo>
                  <a:cubicBezTo>
                    <a:pt x="3723" y="2267"/>
                    <a:pt x="3737" y="2264"/>
                    <a:pt x="3752" y="2257"/>
                  </a:cubicBezTo>
                  <a:cubicBezTo>
                    <a:pt x="4360" y="1983"/>
                    <a:pt x="4905" y="1585"/>
                    <a:pt x="5351" y="1088"/>
                  </a:cubicBezTo>
                  <a:cubicBezTo>
                    <a:pt x="5377" y="1060"/>
                    <a:pt x="5386" y="1019"/>
                    <a:pt x="5372" y="982"/>
                  </a:cubicBezTo>
                  <a:cubicBezTo>
                    <a:pt x="5360" y="945"/>
                    <a:pt x="5328" y="920"/>
                    <a:pt x="5289" y="914"/>
                  </a:cubicBezTo>
                  <a:lnTo>
                    <a:pt x="136" y="2"/>
                  </a:lnTo>
                  <a:cubicBezTo>
                    <a:pt x="129" y="1"/>
                    <a:pt x="123" y="1"/>
                    <a:pt x="1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1"/>
            <p:cNvSpPr/>
            <p:nvPr/>
          </p:nvSpPr>
          <p:spPr>
            <a:xfrm>
              <a:off x="5460729" y="870200"/>
              <a:ext cx="175053" cy="129339"/>
            </a:xfrm>
            <a:custGeom>
              <a:avLst/>
              <a:gdLst/>
              <a:ahLst/>
              <a:cxnLst/>
              <a:rect l="l" t="t" r="r" b="b"/>
              <a:pathLst>
                <a:path w="3814" h="2818" extrusionOk="0">
                  <a:moveTo>
                    <a:pt x="500" y="451"/>
                  </a:moveTo>
                  <a:lnTo>
                    <a:pt x="3472" y="2141"/>
                  </a:lnTo>
                  <a:cubicBezTo>
                    <a:pt x="3021" y="2336"/>
                    <a:pt x="2551" y="2484"/>
                    <a:pt x="2070" y="2583"/>
                  </a:cubicBezTo>
                  <a:lnTo>
                    <a:pt x="500" y="451"/>
                  </a:lnTo>
                  <a:close/>
                  <a:moveTo>
                    <a:pt x="110" y="1"/>
                  </a:moveTo>
                  <a:cubicBezTo>
                    <a:pt x="81" y="1"/>
                    <a:pt x="52" y="13"/>
                    <a:pt x="31" y="37"/>
                  </a:cubicBezTo>
                  <a:cubicBezTo>
                    <a:pt x="0" y="76"/>
                    <a:pt x="0" y="131"/>
                    <a:pt x="31" y="171"/>
                  </a:cubicBezTo>
                  <a:lnTo>
                    <a:pt x="1937" y="2775"/>
                  </a:lnTo>
                  <a:cubicBezTo>
                    <a:pt x="1957" y="2801"/>
                    <a:pt x="1988" y="2817"/>
                    <a:pt x="2021" y="2817"/>
                  </a:cubicBezTo>
                  <a:cubicBezTo>
                    <a:pt x="2022" y="2817"/>
                    <a:pt x="2024" y="2817"/>
                    <a:pt x="2025" y="2817"/>
                  </a:cubicBezTo>
                  <a:lnTo>
                    <a:pt x="2045" y="2816"/>
                  </a:lnTo>
                  <a:cubicBezTo>
                    <a:pt x="2634" y="2702"/>
                    <a:pt x="3207" y="2515"/>
                    <a:pt x="3749" y="2259"/>
                  </a:cubicBezTo>
                  <a:cubicBezTo>
                    <a:pt x="3787" y="2242"/>
                    <a:pt x="3810" y="2207"/>
                    <a:pt x="3812" y="2168"/>
                  </a:cubicBezTo>
                  <a:cubicBezTo>
                    <a:pt x="3813" y="2128"/>
                    <a:pt x="3793" y="2090"/>
                    <a:pt x="3758" y="2071"/>
                  </a:cubicBezTo>
                  <a:lnTo>
                    <a:pt x="162" y="15"/>
                  </a:lnTo>
                  <a:cubicBezTo>
                    <a:pt x="146" y="5"/>
                    <a:pt x="128" y="1"/>
                    <a:pt x="1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1"/>
            <p:cNvSpPr/>
            <p:nvPr/>
          </p:nvSpPr>
          <p:spPr>
            <a:xfrm>
              <a:off x="5461050" y="870246"/>
              <a:ext cx="98129" cy="137142"/>
            </a:xfrm>
            <a:custGeom>
              <a:avLst/>
              <a:gdLst/>
              <a:ahLst/>
              <a:cxnLst/>
              <a:rect l="l" t="t" r="r" b="b"/>
              <a:pathLst>
                <a:path w="2138" h="2988" extrusionOk="0">
                  <a:moveTo>
                    <a:pt x="257" y="486"/>
                  </a:moveTo>
                  <a:lnTo>
                    <a:pt x="1832" y="2637"/>
                  </a:lnTo>
                  <a:cubicBezTo>
                    <a:pt x="1387" y="2719"/>
                    <a:pt x="937" y="2764"/>
                    <a:pt x="485" y="2771"/>
                  </a:cubicBezTo>
                  <a:lnTo>
                    <a:pt x="257" y="486"/>
                  </a:lnTo>
                  <a:close/>
                  <a:moveTo>
                    <a:pt x="111" y="1"/>
                  </a:moveTo>
                  <a:cubicBezTo>
                    <a:pt x="98" y="1"/>
                    <a:pt x="86" y="3"/>
                    <a:pt x="74" y="8"/>
                  </a:cubicBezTo>
                  <a:cubicBezTo>
                    <a:pt x="27" y="26"/>
                    <a:pt x="1" y="70"/>
                    <a:pt x="5" y="120"/>
                  </a:cubicBezTo>
                  <a:lnTo>
                    <a:pt x="282" y="2891"/>
                  </a:lnTo>
                  <a:cubicBezTo>
                    <a:pt x="288" y="2946"/>
                    <a:pt x="334" y="2987"/>
                    <a:pt x="389" y="2987"/>
                  </a:cubicBezTo>
                  <a:cubicBezTo>
                    <a:pt x="943" y="2983"/>
                    <a:pt x="1496" y="2925"/>
                    <a:pt x="2039" y="2815"/>
                  </a:cubicBezTo>
                  <a:cubicBezTo>
                    <a:pt x="2054" y="2812"/>
                    <a:pt x="2067" y="2806"/>
                    <a:pt x="2079" y="2797"/>
                  </a:cubicBezTo>
                  <a:cubicBezTo>
                    <a:pt x="2127" y="2762"/>
                    <a:pt x="2137" y="2695"/>
                    <a:pt x="2103" y="2648"/>
                  </a:cubicBezTo>
                  <a:lnTo>
                    <a:pt x="197" y="47"/>
                  </a:lnTo>
                  <a:cubicBezTo>
                    <a:pt x="177" y="17"/>
                    <a:pt x="144" y="1"/>
                    <a:pt x="1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1"/>
            <p:cNvSpPr/>
            <p:nvPr/>
          </p:nvSpPr>
          <p:spPr>
            <a:xfrm>
              <a:off x="5347729" y="870384"/>
              <a:ext cx="136132" cy="137050"/>
            </a:xfrm>
            <a:custGeom>
              <a:avLst/>
              <a:gdLst/>
              <a:ahLst/>
              <a:cxnLst/>
              <a:rect l="l" t="t" r="r" b="b"/>
              <a:pathLst>
                <a:path w="2966" h="2986" extrusionOk="0">
                  <a:moveTo>
                    <a:pt x="2489" y="333"/>
                  </a:moveTo>
                  <a:lnTo>
                    <a:pt x="2732" y="2771"/>
                  </a:lnTo>
                  <a:lnTo>
                    <a:pt x="2519" y="2771"/>
                  </a:lnTo>
                  <a:cubicBezTo>
                    <a:pt x="1774" y="2755"/>
                    <a:pt x="1036" y="2643"/>
                    <a:pt x="320" y="2438"/>
                  </a:cubicBezTo>
                  <a:lnTo>
                    <a:pt x="2489" y="333"/>
                  </a:lnTo>
                  <a:close/>
                  <a:moveTo>
                    <a:pt x="2581" y="0"/>
                  </a:moveTo>
                  <a:cubicBezTo>
                    <a:pt x="2553" y="0"/>
                    <a:pt x="2526" y="11"/>
                    <a:pt x="2505" y="30"/>
                  </a:cubicBezTo>
                  <a:lnTo>
                    <a:pt x="40" y="2413"/>
                  </a:lnTo>
                  <a:cubicBezTo>
                    <a:pt x="13" y="2439"/>
                    <a:pt x="1" y="2478"/>
                    <a:pt x="10" y="2515"/>
                  </a:cubicBezTo>
                  <a:cubicBezTo>
                    <a:pt x="20" y="2551"/>
                    <a:pt x="47" y="2581"/>
                    <a:pt x="83" y="2591"/>
                  </a:cubicBezTo>
                  <a:cubicBezTo>
                    <a:pt x="871" y="2837"/>
                    <a:pt x="1689" y="2969"/>
                    <a:pt x="2514" y="2986"/>
                  </a:cubicBezTo>
                  <a:lnTo>
                    <a:pt x="2863" y="2986"/>
                  </a:lnTo>
                  <a:cubicBezTo>
                    <a:pt x="2891" y="2984"/>
                    <a:pt x="2918" y="2971"/>
                    <a:pt x="2937" y="2950"/>
                  </a:cubicBezTo>
                  <a:cubicBezTo>
                    <a:pt x="2957" y="2928"/>
                    <a:pt x="2965" y="2898"/>
                    <a:pt x="2962" y="2868"/>
                  </a:cubicBezTo>
                  <a:lnTo>
                    <a:pt x="2686" y="97"/>
                  </a:lnTo>
                  <a:cubicBezTo>
                    <a:pt x="2681" y="56"/>
                    <a:pt x="2654" y="21"/>
                    <a:pt x="2617" y="6"/>
                  </a:cubicBezTo>
                  <a:cubicBezTo>
                    <a:pt x="2605" y="2"/>
                    <a:pt x="2593" y="0"/>
                    <a:pt x="25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1"/>
            <p:cNvSpPr/>
            <p:nvPr/>
          </p:nvSpPr>
          <p:spPr>
            <a:xfrm>
              <a:off x="5249279" y="870384"/>
              <a:ext cx="222190" cy="119104"/>
            </a:xfrm>
            <a:custGeom>
              <a:avLst/>
              <a:gdLst/>
              <a:ahLst/>
              <a:cxnLst/>
              <a:rect l="l" t="t" r="r" b="b"/>
              <a:pathLst>
                <a:path w="4841" h="2595" extrusionOk="0">
                  <a:moveTo>
                    <a:pt x="4353" y="316"/>
                  </a:moveTo>
                  <a:lnTo>
                    <a:pt x="2231" y="2365"/>
                  </a:lnTo>
                  <a:cubicBezTo>
                    <a:pt x="1550" y="2153"/>
                    <a:pt x="912" y="1827"/>
                    <a:pt x="341" y="1400"/>
                  </a:cubicBezTo>
                  <a:lnTo>
                    <a:pt x="4353" y="316"/>
                  </a:lnTo>
                  <a:close/>
                  <a:moveTo>
                    <a:pt x="4731" y="0"/>
                  </a:moveTo>
                  <a:cubicBezTo>
                    <a:pt x="4722" y="0"/>
                    <a:pt x="4713" y="1"/>
                    <a:pt x="4704" y="3"/>
                  </a:cubicBezTo>
                  <a:lnTo>
                    <a:pt x="91" y="1248"/>
                  </a:lnTo>
                  <a:cubicBezTo>
                    <a:pt x="70" y="1254"/>
                    <a:pt x="53" y="1265"/>
                    <a:pt x="39" y="1281"/>
                  </a:cubicBezTo>
                  <a:cubicBezTo>
                    <a:pt x="0" y="1326"/>
                    <a:pt x="5" y="1393"/>
                    <a:pt x="48" y="1431"/>
                  </a:cubicBezTo>
                  <a:cubicBezTo>
                    <a:pt x="691" y="1958"/>
                    <a:pt x="1433" y="2353"/>
                    <a:pt x="2228" y="2594"/>
                  </a:cubicBezTo>
                  <a:lnTo>
                    <a:pt x="2261" y="2594"/>
                  </a:lnTo>
                  <a:cubicBezTo>
                    <a:pt x="2287" y="2594"/>
                    <a:pt x="2313" y="2582"/>
                    <a:pt x="2332" y="2564"/>
                  </a:cubicBezTo>
                  <a:lnTo>
                    <a:pt x="4804" y="182"/>
                  </a:lnTo>
                  <a:cubicBezTo>
                    <a:pt x="4831" y="155"/>
                    <a:pt x="4841" y="118"/>
                    <a:pt x="4832" y="81"/>
                  </a:cubicBezTo>
                  <a:cubicBezTo>
                    <a:pt x="4821" y="33"/>
                    <a:pt x="4778" y="0"/>
                    <a:pt x="47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1"/>
            <p:cNvSpPr/>
            <p:nvPr/>
          </p:nvSpPr>
          <p:spPr>
            <a:xfrm>
              <a:off x="5194065" y="796076"/>
              <a:ext cx="278322" cy="141181"/>
            </a:xfrm>
            <a:custGeom>
              <a:avLst/>
              <a:gdLst/>
              <a:ahLst/>
              <a:cxnLst/>
              <a:rect l="l" t="t" r="r" b="b"/>
              <a:pathLst>
                <a:path w="6064" h="3076" extrusionOk="0">
                  <a:moveTo>
                    <a:pt x="286" y="233"/>
                  </a:moveTo>
                  <a:lnTo>
                    <a:pt x="5527" y="1718"/>
                  </a:lnTo>
                  <a:lnTo>
                    <a:pt x="1342" y="2848"/>
                  </a:lnTo>
                  <a:cubicBezTo>
                    <a:pt x="597" y="2205"/>
                    <a:pt x="213" y="1450"/>
                    <a:pt x="234" y="661"/>
                  </a:cubicBezTo>
                  <a:cubicBezTo>
                    <a:pt x="237" y="516"/>
                    <a:pt x="254" y="373"/>
                    <a:pt x="286" y="233"/>
                  </a:cubicBezTo>
                  <a:close/>
                  <a:moveTo>
                    <a:pt x="196" y="1"/>
                  </a:moveTo>
                  <a:cubicBezTo>
                    <a:pt x="182" y="1"/>
                    <a:pt x="168" y="4"/>
                    <a:pt x="155" y="10"/>
                  </a:cubicBezTo>
                  <a:cubicBezTo>
                    <a:pt x="130" y="23"/>
                    <a:pt x="112" y="46"/>
                    <a:pt x="105" y="74"/>
                  </a:cubicBezTo>
                  <a:cubicBezTo>
                    <a:pt x="53" y="266"/>
                    <a:pt x="26" y="463"/>
                    <a:pt x="21" y="661"/>
                  </a:cubicBezTo>
                  <a:cubicBezTo>
                    <a:pt x="0" y="1518"/>
                    <a:pt x="435" y="2367"/>
                    <a:pt x="1245" y="3050"/>
                  </a:cubicBezTo>
                  <a:cubicBezTo>
                    <a:pt x="1264" y="3067"/>
                    <a:pt x="1290" y="3076"/>
                    <a:pt x="1315" y="3076"/>
                  </a:cubicBezTo>
                  <a:lnTo>
                    <a:pt x="1343" y="3065"/>
                  </a:lnTo>
                  <a:lnTo>
                    <a:pt x="5956" y="1846"/>
                  </a:lnTo>
                  <a:cubicBezTo>
                    <a:pt x="6016" y="1846"/>
                    <a:pt x="6063" y="1798"/>
                    <a:pt x="6063" y="1740"/>
                  </a:cubicBezTo>
                  <a:cubicBezTo>
                    <a:pt x="6063" y="1681"/>
                    <a:pt x="6014" y="1633"/>
                    <a:pt x="5956" y="1633"/>
                  </a:cubicBezTo>
                  <a:lnTo>
                    <a:pt x="237" y="10"/>
                  </a:lnTo>
                  <a:cubicBezTo>
                    <a:pt x="224" y="4"/>
                    <a:pt x="210" y="1"/>
                    <a:pt x="1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1"/>
            <p:cNvSpPr/>
            <p:nvPr/>
          </p:nvSpPr>
          <p:spPr>
            <a:xfrm>
              <a:off x="5198425" y="682158"/>
              <a:ext cx="273182" cy="197956"/>
            </a:xfrm>
            <a:custGeom>
              <a:avLst/>
              <a:gdLst/>
              <a:ahLst/>
              <a:cxnLst/>
              <a:rect l="l" t="t" r="r" b="b"/>
              <a:pathLst>
                <a:path w="5952" h="4313" extrusionOk="0">
                  <a:moveTo>
                    <a:pt x="2734" y="236"/>
                  </a:moveTo>
                  <a:lnTo>
                    <a:pt x="5559" y="4018"/>
                  </a:lnTo>
                  <a:lnTo>
                    <a:pt x="5559" y="4018"/>
                  </a:lnTo>
                  <a:lnTo>
                    <a:pt x="246" y="2511"/>
                  </a:lnTo>
                  <a:cubicBezTo>
                    <a:pt x="541" y="1573"/>
                    <a:pt x="1440" y="750"/>
                    <a:pt x="2734" y="236"/>
                  </a:cubicBezTo>
                  <a:close/>
                  <a:moveTo>
                    <a:pt x="2779" y="0"/>
                  </a:moveTo>
                  <a:cubicBezTo>
                    <a:pt x="2766" y="0"/>
                    <a:pt x="2754" y="2"/>
                    <a:pt x="2742" y="7"/>
                  </a:cubicBezTo>
                  <a:cubicBezTo>
                    <a:pt x="1296" y="562"/>
                    <a:pt x="300" y="1490"/>
                    <a:pt x="16" y="2556"/>
                  </a:cubicBezTo>
                  <a:cubicBezTo>
                    <a:pt x="1" y="2613"/>
                    <a:pt x="33" y="2671"/>
                    <a:pt x="90" y="2685"/>
                  </a:cubicBezTo>
                  <a:lnTo>
                    <a:pt x="5803" y="4313"/>
                  </a:lnTo>
                  <a:lnTo>
                    <a:pt x="5833" y="4313"/>
                  </a:lnTo>
                  <a:cubicBezTo>
                    <a:pt x="5834" y="4313"/>
                    <a:pt x="5836" y="4313"/>
                    <a:pt x="5837" y="4313"/>
                  </a:cubicBezTo>
                  <a:cubicBezTo>
                    <a:pt x="5873" y="4313"/>
                    <a:pt x="5905" y="4295"/>
                    <a:pt x="5925" y="4267"/>
                  </a:cubicBezTo>
                  <a:cubicBezTo>
                    <a:pt x="5952" y="4230"/>
                    <a:pt x="5952" y="4179"/>
                    <a:pt x="5925" y="4143"/>
                  </a:cubicBezTo>
                  <a:lnTo>
                    <a:pt x="2865" y="44"/>
                  </a:lnTo>
                  <a:cubicBezTo>
                    <a:pt x="2845" y="16"/>
                    <a:pt x="2812" y="0"/>
                    <a:pt x="27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1"/>
            <p:cNvSpPr/>
            <p:nvPr/>
          </p:nvSpPr>
          <p:spPr>
            <a:xfrm>
              <a:off x="5276221" y="755686"/>
              <a:ext cx="379710" cy="238805"/>
            </a:xfrm>
            <a:custGeom>
              <a:avLst/>
              <a:gdLst/>
              <a:ahLst/>
              <a:cxnLst/>
              <a:rect l="l" t="t" r="r" b="b"/>
              <a:pathLst>
                <a:path w="8273" h="5203" extrusionOk="0">
                  <a:moveTo>
                    <a:pt x="4044" y="1"/>
                  </a:moveTo>
                  <a:cubicBezTo>
                    <a:pt x="1849" y="1"/>
                    <a:pt x="69" y="1100"/>
                    <a:pt x="34" y="2502"/>
                  </a:cubicBezTo>
                  <a:cubicBezTo>
                    <a:pt x="0" y="3938"/>
                    <a:pt x="1808" y="5145"/>
                    <a:pt x="4074" y="5200"/>
                  </a:cubicBezTo>
                  <a:cubicBezTo>
                    <a:pt x="4127" y="5202"/>
                    <a:pt x="4181" y="5202"/>
                    <a:pt x="4234" y="5202"/>
                  </a:cubicBezTo>
                  <a:cubicBezTo>
                    <a:pt x="6426" y="5202"/>
                    <a:pt x="8205" y="4103"/>
                    <a:pt x="8238" y="2702"/>
                  </a:cubicBezTo>
                  <a:cubicBezTo>
                    <a:pt x="8273" y="1267"/>
                    <a:pt x="6465" y="58"/>
                    <a:pt x="4200" y="3"/>
                  </a:cubicBezTo>
                  <a:cubicBezTo>
                    <a:pt x="4148" y="1"/>
                    <a:pt x="4096" y="1"/>
                    <a:pt x="40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1"/>
            <p:cNvSpPr/>
            <p:nvPr/>
          </p:nvSpPr>
          <p:spPr>
            <a:xfrm>
              <a:off x="5271264" y="750729"/>
              <a:ext cx="389670" cy="248719"/>
            </a:xfrm>
            <a:custGeom>
              <a:avLst/>
              <a:gdLst/>
              <a:ahLst/>
              <a:cxnLst/>
              <a:rect l="l" t="t" r="r" b="b"/>
              <a:pathLst>
                <a:path w="8490" h="5419" extrusionOk="0">
                  <a:moveTo>
                    <a:pt x="4148" y="215"/>
                  </a:moveTo>
                  <a:lnTo>
                    <a:pt x="4301" y="218"/>
                  </a:lnTo>
                  <a:cubicBezTo>
                    <a:pt x="6505" y="270"/>
                    <a:pt x="8270" y="1433"/>
                    <a:pt x="8236" y="2805"/>
                  </a:cubicBezTo>
                  <a:cubicBezTo>
                    <a:pt x="8209" y="4148"/>
                    <a:pt x="6473" y="5203"/>
                    <a:pt x="4343" y="5203"/>
                  </a:cubicBezTo>
                  <a:cubicBezTo>
                    <a:pt x="4290" y="5203"/>
                    <a:pt x="4238" y="5202"/>
                    <a:pt x="4185" y="5201"/>
                  </a:cubicBezTo>
                  <a:cubicBezTo>
                    <a:pt x="1981" y="5148"/>
                    <a:pt x="218" y="3988"/>
                    <a:pt x="250" y="2612"/>
                  </a:cubicBezTo>
                  <a:cubicBezTo>
                    <a:pt x="284" y="1270"/>
                    <a:pt x="2015" y="215"/>
                    <a:pt x="4148" y="215"/>
                  </a:cubicBezTo>
                  <a:close/>
                  <a:moveTo>
                    <a:pt x="4172" y="0"/>
                  </a:moveTo>
                  <a:cubicBezTo>
                    <a:pt x="1913" y="0"/>
                    <a:pt x="72" y="1152"/>
                    <a:pt x="37" y="2612"/>
                  </a:cubicBezTo>
                  <a:cubicBezTo>
                    <a:pt x="1" y="4102"/>
                    <a:pt x="1861" y="5363"/>
                    <a:pt x="4180" y="5419"/>
                  </a:cubicBezTo>
                  <a:lnTo>
                    <a:pt x="4343" y="5419"/>
                  </a:lnTo>
                  <a:cubicBezTo>
                    <a:pt x="6588" y="5419"/>
                    <a:pt x="8419" y="4266"/>
                    <a:pt x="8454" y="2810"/>
                  </a:cubicBezTo>
                  <a:cubicBezTo>
                    <a:pt x="8489" y="1318"/>
                    <a:pt x="6634" y="51"/>
                    <a:pt x="4313" y="2"/>
                  </a:cubicBezTo>
                  <a:cubicBezTo>
                    <a:pt x="4266" y="1"/>
                    <a:pt x="4219" y="0"/>
                    <a:pt x="41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1"/>
          <p:cNvSpPr txBox="1">
            <a:spLocks noGrp="1"/>
          </p:cNvSpPr>
          <p:nvPr>
            <p:ph type="title"/>
          </p:nvPr>
        </p:nvSpPr>
        <p:spPr>
          <a:xfrm>
            <a:off x="4087520" y="1085711"/>
            <a:ext cx="5217085" cy="17198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When does a one-hidden-layer neural network genuinely outperform a linear classifier</a:t>
            </a:r>
            <a:br>
              <a:rPr lang="en-US" sz="2000" dirty="0"/>
            </a:br>
            <a:r>
              <a:rPr lang="en-US" sz="2000" dirty="0"/>
              <a:t>And when is the added complexity unnecessary?</a:t>
            </a:r>
            <a:endParaRPr sz="2000" dirty="0"/>
          </a:p>
        </p:txBody>
      </p:sp>
      <p:sp>
        <p:nvSpPr>
          <p:cNvPr id="1254" name="Google Shape;1254;p41"/>
          <p:cNvSpPr txBox="1">
            <a:spLocks noGrp="1"/>
          </p:cNvSpPr>
          <p:nvPr>
            <p:ph type="title" idx="2"/>
          </p:nvPr>
        </p:nvSpPr>
        <p:spPr>
          <a:xfrm>
            <a:off x="4304459" y="130036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55" name="Google Shape;1255;p41"/>
          <p:cNvSpPr txBox="1">
            <a:spLocks noGrp="1"/>
          </p:cNvSpPr>
          <p:nvPr>
            <p:ph type="subTitle" idx="1"/>
          </p:nvPr>
        </p:nvSpPr>
        <p:spPr>
          <a:xfrm>
            <a:off x="4325842" y="3175282"/>
            <a:ext cx="4818158" cy="1234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Both models perform well on linearly separable data, yet it is not the case if the data possess non-linear relations between input features and the target</a:t>
            </a:r>
            <a:endParaRPr dirty="0"/>
          </a:p>
        </p:txBody>
      </p:sp>
      <p:grpSp>
        <p:nvGrpSpPr>
          <p:cNvPr id="1262" name="Google Shape;1262;p41"/>
          <p:cNvGrpSpPr/>
          <p:nvPr/>
        </p:nvGrpSpPr>
        <p:grpSpPr>
          <a:xfrm>
            <a:off x="836225" y="4473500"/>
            <a:ext cx="1009703" cy="130500"/>
            <a:chOff x="5461400" y="616025"/>
            <a:chExt cx="1009703" cy="130500"/>
          </a:xfrm>
        </p:grpSpPr>
        <p:sp>
          <p:nvSpPr>
            <p:cNvPr id="1263" name="Google Shape;1263;p4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FF2EB61-FF79-455A-9443-9FB3E67CD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578" y="1965"/>
            <a:ext cx="1542422" cy="445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Models and Data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4" name="Google Shape;1274;p42"/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792079" y="1608809"/>
                <a:ext cx="3348265" cy="3239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latin typeface="Bahnschrift Light SemiCondensed" panose="020B0502040204020203" pitchFamily="34" charset="0"/>
                  </a:rPr>
                  <a:t>Model 1: Softmax regression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latin typeface="Bahnschrift Light SemiCondensed" panose="020B0502040204020203" pitchFamily="34" charset="0"/>
                  </a:rPr>
                  <a:t>s = W*x + b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latin typeface="Bahnschrift Light SemiCondensed" panose="020B0502040204020203" pitchFamily="34" charset="0"/>
                  </a:rPr>
                  <a:t>Model 2: One-hidden-layer network</a:t>
                </a:r>
              </a:p>
              <a:p>
                <a:pPr marL="0" lvl="0" indent="0"/>
                <a:r>
                  <a:rPr lang="en-US" sz="1600" dirty="0">
                    <a:latin typeface="Bahnschrift Light SemiCondensed" panose="020B0502040204020203" pitchFamily="34" charset="0"/>
                  </a:rPr>
                  <a:t>h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Bahnschrift Light SemiCondensed" panose="020B0502040204020203" pitchFamily="34" charset="0"/>
                  </a:rPr>
                  <a:t>;</a:t>
                </a:r>
              </a:p>
              <a:p>
                <a:pPr marL="0" lvl="0" indent="0"/>
                <a:r>
                  <a:rPr lang="en-US" sz="1600" dirty="0">
                    <a:latin typeface="Bahnschrift Light SemiCondensed" panose="020B0502040204020203" pitchFamily="34" charset="0"/>
                  </a:rPr>
                  <a:t>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>
                  <a:latin typeface="Bahnschrift Light SemiCondensed" panose="020B0502040204020203" pitchFamily="34" charset="0"/>
                </a:endParaRPr>
              </a:p>
              <a:p>
                <a:pPr marL="0" lvl="0" indent="0"/>
                <a:r>
                  <a:rPr lang="en-US" sz="1600" dirty="0">
                    <a:latin typeface="Bahnschrift Light SemiCondensed" panose="020B0502040204020203" pitchFamily="34" charset="0"/>
                  </a:rPr>
                  <a:t>Using </a:t>
                </a:r>
                <a:r>
                  <a:rPr lang="en-US" sz="1600" dirty="0" err="1">
                    <a:latin typeface="Bahnschrift Light SemiCondensed" panose="020B0502040204020203" pitchFamily="34" charset="0"/>
                  </a:rPr>
                  <a:t>Numpy</a:t>
                </a:r>
                <a:r>
                  <a:rPr lang="en-US" sz="1600" dirty="0">
                    <a:latin typeface="Bahnschrift Light SemiCondensed" panose="020B0502040204020203" pitchFamily="34" charset="0"/>
                  </a:rPr>
                  <a:t>, the </a:t>
                </a:r>
                <a:r>
                  <a:rPr lang="en-US" sz="1600" dirty="0" err="1">
                    <a:latin typeface="Bahnschrift Light SemiCondensed" panose="020B0502040204020203" pitchFamily="34" charset="0"/>
                  </a:rPr>
                  <a:t>lite_torch</a:t>
                </a:r>
                <a:r>
                  <a:rPr lang="en-US" sz="1600" dirty="0">
                    <a:latin typeface="Bahnschrift Light SemiCondensed" panose="020B0502040204020203" pitchFamily="34" charset="0"/>
                  </a:rPr>
                  <a:t> module is implemented for automatic differentiation. The model optimized by three different methods: SGD, Momentum and Adam</a:t>
                </a:r>
                <a:endParaRPr sz="1600" dirty="0">
                  <a:latin typeface="Bahnschrift Light SemiCondensed" panose="020B0502040204020203" pitchFamily="34" charset="0"/>
                </a:endParaRPr>
              </a:p>
            </p:txBody>
          </p:sp>
        </mc:Choice>
        <mc:Fallback>
          <p:sp>
            <p:nvSpPr>
              <p:cNvPr id="1274" name="Google Shape;1274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792079" y="1608809"/>
                <a:ext cx="3348265" cy="3239200"/>
              </a:xfrm>
              <a:prstGeom prst="rect">
                <a:avLst/>
              </a:prstGeom>
              <a:blipFill>
                <a:blip r:embed="rId4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5" name="Google Shape;1275;p42"/>
          <p:cNvGrpSpPr/>
          <p:nvPr/>
        </p:nvGrpSpPr>
        <p:grpSpPr>
          <a:xfrm>
            <a:off x="7421075" y="666125"/>
            <a:ext cx="1009703" cy="130500"/>
            <a:chOff x="5461400" y="616025"/>
            <a:chExt cx="1009703" cy="130500"/>
          </a:xfrm>
        </p:grpSpPr>
        <p:sp>
          <p:nvSpPr>
            <p:cNvPr id="1276" name="Google Shape;1276;p4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2"/>
          <p:cNvGrpSpPr/>
          <p:nvPr/>
        </p:nvGrpSpPr>
        <p:grpSpPr>
          <a:xfrm>
            <a:off x="7421075" y="4346875"/>
            <a:ext cx="1009703" cy="130500"/>
            <a:chOff x="5461400" y="616025"/>
            <a:chExt cx="1009703" cy="130500"/>
          </a:xfrm>
        </p:grpSpPr>
        <p:sp>
          <p:nvSpPr>
            <p:cNvPr id="1282" name="Google Shape;1282;p4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AEDF5F3-361B-4A1E-997C-96AA809EDD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322947"/>
              </p:ext>
            </p:extLst>
          </p:nvPr>
        </p:nvGraphicFramePr>
        <p:xfrm>
          <a:off x="6146800" y="33274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46800" y="33274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A0491F-B87B-4DBE-9C3B-6B63E25E4B51}"/>
              </a:ext>
            </a:extLst>
          </p:cNvPr>
          <p:cNvSpPr txBox="1"/>
          <p:nvPr/>
        </p:nvSpPr>
        <p:spPr>
          <a:xfrm>
            <a:off x="785250" y="1268268"/>
            <a:ext cx="131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useoModerno Medium" panose="020B0604020202020204" charset="0"/>
              </a:rPr>
              <a:t>Models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D199D-D9ED-4EAD-A32C-14362641626F}"/>
              </a:ext>
            </a:extLst>
          </p:cNvPr>
          <p:cNvSpPr txBox="1"/>
          <p:nvPr/>
        </p:nvSpPr>
        <p:spPr>
          <a:xfrm>
            <a:off x="5075737" y="1239477"/>
            <a:ext cx="131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useoModerno Medium" panose="020B0604020202020204" charset="0"/>
              </a:rPr>
              <a:t>Datasets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ADCD27C-B46B-455C-B7BB-E2EEC16D908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04267" y="1629413"/>
            <a:ext cx="4523331" cy="167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Linear Gaussian — linearly separable, 2D, 2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Moons — nonlinearly structured, 2D, 2 classes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Digits — real benchmark, 64D, 10 classes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5AAC1-B76F-4566-9976-97065E154F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578" y="-674"/>
            <a:ext cx="1542422" cy="44504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43"/>
          <p:cNvSpPr txBox="1">
            <a:spLocks noGrp="1"/>
          </p:cNvSpPr>
          <p:nvPr>
            <p:ph type="title"/>
          </p:nvPr>
        </p:nvSpPr>
        <p:spPr>
          <a:xfrm>
            <a:off x="4226123" y="679491"/>
            <a:ext cx="4045200" cy="12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Experimental Protocol</a:t>
            </a:r>
            <a:endParaRPr dirty="0"/>
          </a:p>
        </p:txBody>
      </p:sp>
      <p:grpSp>
        <p:nvGrpSpPr>
          <p:cNvPr id="1293" name="Google Shape;1293;p43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1294" name="Google Shape;1294;p4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43"/>
          <p:cNvGrpSpPr/>
          <p:nvPr/>
        </p:nvGrpSpPr>
        <p:grpSpPr>
          <a:xfrm>
            <a:off x="713225" y="4473500"/>
            <a:ext cx="1009703" cy="130500"/>
            <a:chOff x="5461400" y="616025"/>
            <a:chExt cx="1009703" cy="130500"/>
          </a:xfrm>
        </p:grpSpPr>
        <p:sp>
          <p:nvSpPr>
            <p:cNvPr id="1300" name="Google Shape;1300;p4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43"/>
          <p:cNvGrpSpPr/>
          <p:nvPr/>
        </p:nvGrpSpPr>
        <p:grpSpPr>
          <a:xfrm>
            <a:off x="429160" y="478628"/>
            <a:ext cx="3673389" cy="3208095"/>
            <a:chOff x="1247085" y="238091"/>
            <a:chExt cx="5075143" cy="4432294"/>
          </a:xfrm>
        </p:grpSpPr>
        <p:sp>
          <p:nvSpPr>
            <p:cNvPr id="1306" name="Google Shape;1306;p43"/>
            <p:cNvSpPr/>
            <p:nvPr/>
          </p:nvSpPr>
          <p:spPr>
            <a:xfrm>
              <a:off x="1247085" y="238091"/>
              <a:ext cx="4726286" cy="4432294"/>
            </a:xfrm>
            <a:custGeom>
              <a:avLst/>
              <a:gdLst/>
              <a:ahLst/>
              <a:cxnLst/>
              <a:rect l="l" t="t" r="r" b="b"/>
              <a:pathLst>
                <a:path w="96136" h="90156" extrusionOk="0">
                  <a:moveTo>
                    <a:pt x="58927" y="1"/>
                  </a:moveTo>
                  <a:cubicBezTo>
                    <a:pt x="55709" y="1"/>
                    <a:pt x="52501" y="338"/>
                    <a:pt x="49351" y="1009"/>
                  </a:cubicBezTo>
                  <a:cubicBezTo>
                    <a:pt x="26723" y="5736"/>
                    <a:pt x="22109" y="25609"/>
                    <a:pt x="15806" y="31988"/>
                  </a:cubicBezTo>
                  <a:cubicBezTo>
                    <a:pt x="9505" y="38366"/>
                    <a:pt x="1" y="48953"/>
                    <a:pt x="4759" y="65121"/>
                  </a:cubicBezTo>
                  <a:cubicBezTo>
                    <a:pt x="8369" y="77415"/>
                    <a:pt x="18240" y="87609"/>
                    <a:pt x="32893" y="89741"/>
                  </a:cubicBezTo>
                  <a:cubicBezTo>
                    <a:pt x="34553" y="89985"/>
                    <a:pt x="36230" y="90122"/>
                    <a:pt x="37908" y="90150"/>
                  </a:cubicBezTo>
                  <a:cubicBezTo>
                    <a:pt x="38139" y="90154"/>
                    <a:pt x="38371" y="90155"/>
                    <a:pt x="38603" y="90155"/>
                  </a:cubicBezTo>
                  <a:cubicBezTo>
                    <a:pt x="41804" y="90155"/>
                    <a:pt x="44996" y="89830"/>
                    <a:pt x="48132" y="89185"/>
                  </a:cubicBezTo>
                  <a:cubicBezTo>
                    <a:pt x="71187" y="84559"/>
                    <a:pt x="70199" y="73916"/>
                    <a:pt x="82008" y="66996"/>
                  </a:cubicBezTo>
                  <a:cubicBezTo>
                    <a:pt x="89827" y="62417"/>
                    <a:pt x="93742" y="52450"/>
                    <a:pt x="94753" y="43877"/>
                  </a:cubicBezTo>
                  <a:lnTo>
                    <a:pt x="94752" y="43877"/>
                  </a:lnTo>
                  <a:cubicBezTo>
                    <a:pt x="96135" y="32189"/>
                    <a:pt x="92551" y="18327"/>
                    <a:pt x="84100" y="9649"/>
                  </a:cubicBezTo>
                  <a:cubicBezTo>
                    <a:pt x="83668" y="9212"/>
                    <a:pt x="83225" y="8786"/>
                    <a:pt x="82768" y="8370"/>
                  </a:cubicBezTo>
                  <a:cubicBezTo>
                    <a:pt x="76690" y="2854"/>
                    <a:pt x="67908" y="209"/>
                    <a:pt x="59859" y="10"/>
                  </a:cubicBezTo>
                  <a:cubicBezTo>
                    <a:pt x="59548" y="4"/>
                    <a:pt x="59238" y="1"/>
                    <a:pt x="58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3"/>
            <p:cNvSpPr/>
            <p:nvPr/>
          </p:nvSpPr>
          <p:spPr>
            <a:xfrm>
              <a:off x="1494520" y="4296554"/>
              <a:ext cx="214643" cy="10521"/>
            </a:xfrm>
            <a:custGeom>
              <a:avLst/>
              <a:gdLst/>
              <a:ahLst/>
              <a:cxnLst/>
              <a:rect l="l" t="t" r="r" b="b"/>
              <a:pathLst>
                <a:path w="4366" h="214" extrusionOk="0">
                  <a:moveTo>
                    <a:pt x="0" y="0"/>
                  </a:moveTo>
                  <a:lnTo>
                    <a:pt x="0" y="213"/>
                  </a:lnTo>
                  <a:lnTo>
                    <a:pt x="4366" y="213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3"/>
            <p:cNvSpPr/>
            <p:nvPr/>
          </p:nvSpPr>
          <p:spPr>
            <a:xfrm>
              <a:off x="1825384" y="4296554"/>
              <a:ext cx="4496845" cy="10521"/>
            </a:xfrm>
            <a:custGeom>
              <a:avLst/>
              <a:gdLst/>
              <a:ahLst/>
              <a:cxnLst/>
              <a:rect l="l" t="t" r="r" b="b"/>
              <a:pathLst>
                <a:path w="91469" h="214" extrusionOk="0">
                  <a:moveTo>
                    <a:pt x="0" y="0"/>
                  </a:moveTo>
                  <a:lnTo>
                    <a:pt x="0" y="213"/>
                  </a:lnTo>
                  <a:lnTo>
                    <a:pt x="91468" y="213"/>
                  </a:lnTo>
                  <a:lnTo>
                    <a:pt x="914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3"/>
            <p:cNvSpPr/>
            <p:nvPr/>
          </p:nvSpPr>
          <p:spPr>
            <a:xfrm>
              <a:off x="1919530" y="588768"/>
              <a:ext cx="837876" cy="1835285"/>
            </a:xfrm>
            <a:custGeom>
              <a:avLst/>
              <a:gdLst/>
              <a:ahLst/>
              <a:cxnLst/>
              <a:rect l="l" t="t" r="r" b="b"/>
              <a:pathLst>
                <a:path w="17043" h="37331" extrusionOk="0">
                  <a:moveTo>
                    <a:pt x="14602" y="0"/>
                  </a:moveTo>
                  <a:cubicBezTo>
                    <a:pt x="14587" y="0"/>
                    <a:pt x="14572" y="4"/>
                    <a:pt x="14557" y="10"/>
                  </a:cubicBezTo>
                  <a:cubicBezTo>
                    <a:pt x="9026" y="2356"/>
                    <a:pt x="4857" y="7084"/>
                    <a:pt x="3222" y="12866"/>
                  </a:cubicBezTo>
                  <a:cubicBezTo>
                    <a:pt x="244" y="23400"/>
                    <a:pt x="6370" y="34353"/>
                    <a:pt x="16903" y="37331"/>
                  </a:cubicBezTo>
                  <a:lnTo>
                    <a:pt x="16932" y="37331"/>
                  </a:lnTo>
                  <a:cubicBezTo>
                    <a:pt x="16974" y="37331"/>
                    <a:pt x="17013" y="37305"/>
                    <a:pt x="17028" y="37267"/>
                  </a:cubicBezTo>
                  <a:cubicBezTo>
                    <a:pt x="17042" y="37210"/>
                    <a:pt x="17010" y="37152"/>
                    <a:pt x="16953" y="37136"/>
                  </a:cubicBezTo>
                  <a:cubicBezTo>
                    <a:pt x="11222" y="35520"/>
                    <a:pt x="6537" y="31387"/>
                    <a:pt x="4217" y="25902"/>
                  </a:cubicBezTo>
                  <a:cubicBezTo>
                    <a:pt x="0" y="15927"/>
                    <a:pt x="4666" y="4424"/>
                    <a:pt x="14639" y="207"/>
                  </a:cubicBezTo>
                  <a:cubicBezTo>
                    <a:pt x="14642" y="205"/>
                    <a:pt x="14645" y="205"/>
                    <a:pt x="14648" y="204"/>
                  </a:cubicBezTo>
                  <a:cubicBezTo>
                    <a:pt x="14700" y="179"/>
                    <a:pt x="14724" y="116"/>
                    <a:pt x="14699" y="63"/>
                  </a:cubicBezTo>
                  <a:cubicBezTo>
                    <a:pt x="14680" y="24"/>
                    <a:pt x="14642" y="0"/>
                    <a:pt x="1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3"/>
            <p:cNvSpPr/>
            <p:nvPr/>
          </p:nvSpPr>
          <p:spPr>
            <a:xfrm>
              <a:off x="2807356" y="2428772"/>
              <a:ext cx="301907" cy="31366"/>
            </a:xfrm>
            <a:custGeom>
              <a:avLst/>
              <a:gdLst/>
              <a:ahLst/>
              <a:cxnLst/>
              <a:rect l="l" t="t" r="r" b="b"/>
              <a:pathLst>
                <a:path w="6141" h="638" extrusionOk="0">
                  <a:moveTo>
                    <a:pt x="119" y="0"/>
                  </a:moveTo>
                  <a:cubicBezTo>
                    <a:pt x="69" y="0"/>
                    <a:pt x="24" y="34"/>
                    <a:pt x="12" y="85"/>
                  </a:cubicBezTo>
                  <a:cubicBezTo>
                    <a:pt x="12" y="85"/>
                    <a:pt x="12" y="87"/>
                    <a:pt x="12" y="87"/>
                  </a:cubicBezTo>
                  <a:cubicBezTo>
                    <a:pt x="0" y="143"/>
                    <a:pt x="36" y="198"/>
                    <a:pt x="93" y="210"/>
                  </a:cubicBezTo>
                  <a:cubicBezTo>
                    <a:pt x="1442" y="495"/>
                    <a:pt x="2818" y="638"/>
                    <a:pt x="4196" y="638"/>
                  </a:cubicBezTo>
                  <a:cubicBezTo>
                    <a:pt x="4203" y="638"/>
                    <a:pt x="4210" y="638"/>
                    <a:pt x="4217" y="638"/>
                  </a:cubicBezTo>
                  <a:lnTo>
                    <a:pt x="4217" y="636"/>
                  </a:lnTo>
                  <a:cubicBezTo>
                    <a:pt x="4823" y="636"/>
                    <a:pt x="5438" y="609"/>
                    <a:pt x="6040" y="557"/>
                  </a:cubicBezTo>
                  <a:lnTo>
                    <a:pt x="6043" y="557"/>
                  </a:lnTo>
                  <a:cubicBezTo>
                    <a:pt x="6099" y="551"/>
                    <a:pt x="6141" y="501"/>
                    <a:pt x="6135" y="443"/>
                  </a:cubicBezTo>
                  <a:cubicBezTo>
                    <a:pt x="6131" y="386"/>
                    <a:pt x="6083" y="344"/>
                    <a:pt x="6028" y="344"/>
                  </a:cubicBezTo>
                  <a:cubicBezTo>
                    <a:pt x="6026" y="344"/>
                    <a:pt x="6023" y="344"/>
                    <a:pt x="6020" y="344"/>
                  </a:cubicBezTo>
                  <a:cubicBezTo>
                    <a:pt x="5420" y="399"/>
                    <a:pt x="4819" y="427"/>
                    <a:pt x="4218" y="427"/>
                  </a:cubicBezTo>
                  <a:cubicBezTo>
                    <a:pt x="2849" y="427"/>
                    <a:pt x="1481" y="284"/>
                    <a:pt x="139" y="2"/>
                  </a:cubicBezTo>
                  <a:cubicBezTo>
                    <a:pt x="132" y="1"/>
                    <a:pt x="12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2677370" y="1025380"/>
              <a:ext cx="315230" cy="1638340"/>
            </a:xfrm>
            <a:custGeom>
              <a:avLst/>
              <a:gdLst/>
              <a:ahLst/>
              <a:cxnLst/>
              <a:rect l="l" t="t" r="r" b="b"/>
              <a:pathLst>
                <a:path w="6412" h="33325" extrusionOk="0">
                  <a:moveTo>
                    <a:pt x="121" y="0"/>
                  </a:moveTo>
                  <a:cubicBezTo>
                    <a:pt x="101" y="0"/>
                    <a:pt x="81" y="6"/>
                    <a:pt x="63" y="18"/>
                  </a:cubicBezTo>
                  <a:cubicBezTo>
                    <a:pt x="63" y="18"/>
                    <a:pt x="61" y="20"/>
                    <a:pt x="60" y="20"/>
                  </a:cubicBezTo>
                  <a:cubicBezTo>
                    <a:pt x="13" y="53"/>
                    <a:pt x="0" y="118"/>
                    <a:pt x="33" y="166"/>
                  </a:cubicBezTo>
                  <a:lnTo>
                    <a:pt x="6200" y="9402"/>
                  </a:lnTo>
                  <a:lnTo>
                    <a:pt x="6200" y="33217"/>
                  </a:lnTo>
                  <a:cubicBezTo>
                    <a:pt x="6200" y="33277"/>
                    <a:pt x="6249" y="33324"/>
                    <a:pt x="6307" y="33324"/>
                  </a:cubicBezTo>
                  <a:cubicBezTo>
                    <a:pt x="6362" y="33323"/>
                    <a:pt x="6408" y="33280"/>
                    <a:pt x="6411" y="33225"/>
                  </a:cubicBezTo>
                  <a:lnTo>
                    <a:pt x="6411" y="9369"/>
                  </a:lnTo>
                  <a:cubicBezTo>
                    <a:pt x="6411" y="9348"/>
                    <a:pt x="6405" y="9327"/>
                    <a:pt x="6395" y="9309"/>
                  </a:cubicBezTo>
                  <a:lnTo>
                    <a:pt x="210" y="48"/>
                  </a:lnTo>
                  <a:cubicBezTo>
                    <a:pt x="189" y="17"/>
                    <a:pt x="156" y="0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3"/>
            <p:cNvSpPr/>
            <p:nvPr/>
          </p:nvSpPr>
          <p:spPr>
            <a:xfrm>
              <a:off x="2231909" y="359130"/>
              <a:ext cx="432384" cy="639653"/>
            </a:xfrm>
            <a:custGeom>
              <a:avLst/>
              <a:gdLst/>
              <a:ahLst/>
              <a:cxnLst/>
              <a:rect l="l" t="t" r="r" b="b"/>
              <a:pathLst>
                <a:path w="8795" h="13011" extrusionOk="0">
                  <a:moveTo>
                    <a:pt x="120" y="0"/>
                  </a:moveTo>
                  <a:cubicBezTo>
                    <a:pt x="96" y="0"/>
                    <a:pt x="73" y="8"/>
                    <a:pt x="53" y="24"/>
                  </a:cubicBezTo>
                  <a:cubicBezTo>
                    <a:pt x="8" y="61"/>
                    <a:pt x="1" y="128"/>
                    <a:pt x="38" y="174"/>
                  </a:cubicBezTo>
                  <a:lnTo>
                    <a:pt x="8585" y="12963"/>
                  </a:lnTo>
                  <a:cubicBezTo>
                    <a:pt x="8605" y="12992"/>
                    <a:pt x="8636" y="13009"/>
                    <a:pt x="8670" y="13009"/>
                  </a:cubicBezTo>
                  <a:cubicBezTo>
                    <a:pt x="8671" y="13009"/>
                    <a:pt x="8673" y="13009"/>
                    <a:pt x="8674" y="13009"/>
                  </a:cubicBezTo>
                  <a:cubicBezTo>
                    <a:pt x="8679" y="13010"/>
                    <a:pt x="8684" y="13010"/>
                    <a:pt x="8689" y="13010"/>
                  </a:cubicBezTo>
                  <a:cubicBezTo>
                    <a:pt x="8704" y="13010"/>
                    <a:pt x="8719" y="13007"/>
                    <a:pt x="8732" y="12999"/>
                  </a:cubicBezTo>
                  <a:cubicBezTo>
                    <a:pt x="8734" y="12999"/>
                    <a:pt x="8734" y="12997"/>
                    <a:pt x="8735" y="12997"/>
                  </a:cubicBezTo>
                  <a:cubicBezTo>
                    <a:pt x="8783" y="12964"/>
                    <a:pt x="8795" y="12899"/>
                    <a:pt x="8762" y="12851"/>
                  </a:cubicBezTo>
                  <a:lnTo>
                    <a:pt x="214" y="57"/>
                  </a:lnTo>
                  <a:cubicBezTo>
                    <a:pt x="211" y="51"/>
                    <a:pt x="208" y="45"/>
                    <a:pt x="203" y="40"/>
                  </a:cubicBezTo>
                  <a:cubicBezTo>
                    <a:pt x="182" y="14"/>
                    <a:pt x="151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3"/>
            <p:cNvSpPr/>
            <p:nvPr/>
          </p:nvSpPr>
          <p:spPr>
            <a:xfrm>
              <a:off x="4116356" y="802624"/>
              <a:ext cx="1450884" cy="1369274"/>
            </a:xfrm>
            <a:custGeom>
              <a:avLst/>
              <a:gdLst/>
              <a:ahLst/>
              <a:cxnLst/>
              <a:rect l="l" t="t" r="r" b="b"/>
              <a:pathLst>
                <a:path w="29512" h="27852" extrusionOk="0">
                  <a:moveTo>
                    <a:pt x="13930" y="1156"/>
                  </a:moveTo>
                  <a:cubicBezTo>
                    <a:pt x="6877" y="1156"/>
                    <a:pt x="1161" y="6874"/>
                    <a:pt x="1161" y="13927"/>
                  </a:cubicBezTo>
                  <a:cubicBezTo>
                    <a:pt x="1161" y="20978"/>
                    <a:pt x="6877" y="26696"/>
                    <a:pt x="13930" y="26696"/>
                  </a:cubicBezTo>
                  <a:cubicBezTo>
                    <a:pt x="13938" y="26696"/>
                    <a:pt x="13947" y="26696"/>
                    <a:pt x="13955" y="26696"/>
                  </a:cubicBezTo>
                  <a:cubicBezTo>
                    <a:pt x="15464" y="26696"/>
                    <a:pt x="16962" y="26426"/>
                    <a:pt x="18376" y="25901"/>
                  </a:cubicBezTo>
                  <a:cubicBezTo>
                    <a:pt x="18379" y="25899"/>
                    <a:pt x="18380" y="25899"/>
                    <a:pt x="18382" y="25898"/>
                  </a:cubicBezTo>
                  <a:cubicBezTo>
                    <a:pt x="18437" y="25877"/>
                    <a:pt x="18464" y="25814"/>
                    <a:pt x="18441" y="25759"/>
                  </a:cubicBezTo>
                  <a:cubicBezTo>
                    <a:pt x="18425" y="25718"/>
                    <a:pt x="18385" y="25692"/>
                    <a:pt x="18342" y="25692"/>
                  </a:cubicBezTo>
                  <a:cubicBezTo>
                    <a:pt x="18329" y="25692"/>
                    <a:pt x="18316" y="25695"/>
                    <a:pt x="18303" y="25700"/>
                  </a:cubicBezTo>
                  <a:cubicBezTo>
                    <a:pt x="16909" y="26216"/>
                    <a:pt x="15435" y="26481"/>
                    <a:pt x="13948" y="26483"/>
                  </a:cubicBezTo>
                  <a:cubicBezTo>
                    <a:pt x="13943" y="26483"/>
                    <a:pt x="13939" y="26483"/>
                    <a:pt x="13934" y="26483"/>
                  </a:cubicBezTo>
                  <a:cubicBezTo>
                    <a:pt x="7002" y="26483"/>
                    <a:pt x="1378" y="20865"/>
                    <a:pt x="1371" y="13930"/>
                  </a:cubicBezTo>
                  <a:cubicBezTo>
                    <a:pt x="1372" y="13208"/>
                    <a:pt x="1436" y="12485"/>
                    <a:pt x="1561" y="11774"/>
                  </a:cubicBezTo>
                  <a:cubicBezTo>
                    <a:pt x="2636" y="5667"/>
                    <a:pt x="7946" y="1369"/>
                    <a:pt x="13939" y="1369"/>
                  </a:cubicBezTo>
                  <a:cubicBezTo>
                    <a:pt x="14662" y="1369"/>
                    <a:pt x="15395" y="1432"/>
                    <a:pt x="16132" y="1561"/>
                  </a:cubicBezTo>
                  <a:cubicBezTo>
                    <a:pt x="18994" y="2073"/>
                    <a:pt x="21589" y="3562"/>
                    <a:pt x="23475" y="5773"/>
                  </a:cubicBezTo>
                  <a:cubicBezTo>
                    <a:pt x="24019" y="6411"/>
                    <a:pt x="24498" y="7100"/>
                    <a:pt x="24905" y="7832"/>
                  </a:cubicBezTo>
                  <a:cubicBezTo>
                    <a:pt x="28273" y="13895"/>
                    <a:pt x="26087" y="21540"/>
                    <a:pt x="20024" y="24906"/>
                  </a:cubicBezTo>
                  <a:cubicBezTo>
                    <a:pt x="19974" y="24936"/>
                    <a:pt x="19954" y="25000"/>
                    <a:pt x="19982" y="25052"/>
                  </a:cubicBezTo>
                  <a:cubicBezTo>
                    <a:pt x="20002" y="25086"/>
                    <a:pt x="20038" y="25106"/>
                    <a:pt x="20075" y="25106"/>
                  </a:cubicBezTo>
                  <a:cubicBezTo>
                    <a:pt x="20093" y="25106"/>
                    <a:pt x="20111" y="25101"/>
                    <a:pt x="20127" y="25092"/>
                  </a:cubicBezTo>
                  <a:cubicBezTo>
                    <a:pt x="20871" y="24678"/>
                    <a:pt x="21573" y="24191"/>
                    <a:pt x="22220" y="23638"/>
                  </a:cubicBezTo>
                  <a:cubicBezTo>
                    <a:pt x="27583" y="19058"/>
                    <a:pt x="28218" y="10996"/>
                    <a:pt x="23638" y="5635"/>
                  </a:cubicBezTo>
                  <a:cubicBezTo>
                    <a:pt x="21720" y="3387"/>
                    <a:pt x="19082" y="1874"/>
                    <a:pt x="16174" y="1353"/>
                  </a:cubicBezTo>
                  <a:cubicBezTo>
                    <a:pt x="15432" y="1222"/>
                    <a:pt x="14682" y="1156"/>
                    <a:pt x="13930" y="1156"/>
                  </a:cubicBezTo>
                  <a:close/>
                  <a:moveTo>
                    <a:pt x="13981" y="216"/>
                  </a:moveTo>
                  <a:cubicBezTo>
                    <a:pt x="14771" y="216"/>
                    <a:pt x="15559" y="284"/>
                    <a:pt x="16338" y="419"/>
                  </a:cubicBezTo>
                  <a:cubicBezTo>
                    <a:pt x="18322" y="767"/>
                    <a:pt x="20204" y="1555"/>
                    <a:pt x="21847" y="2724"/>
                  </a:cubicBezTo>
                  <a:cubicBezTo>
                    <a:pt x="22774" y="3381"/>
                    <a:pt x="23615" y="4150"/>
                    <a:pt x="24354" y="5014"/>
                  </a:cubicBezTo>
                  <a:cubicBezTo>
                    <a:pt x="26479" y="7497"/>
                    <a:pt x="27647" y="10658"/>
                    <a:pt x="27647" y="13927"/>
                  </a:cubicBezTo>
                  <a:cubicBezTo>
                    <a:pt x="27649" y="21501"/>
                    <a:pt x="21512" y="27643"/>
                    <a:pt x="13937" y="27644"/>
                  </a:cubicBezTo>
                  <a:cubicBezTo>
                    <a:pt x="13936" y="27644"/>
                    <a:pt x="13936" y="27644"/>
                    <a:pt x="13935" y="27644"/>
                  </a:cubicBezTo>
                  <a:cubicBezTo>
                    <a:pt x="6362" y="27644"/>
                    <a:pt x="221" y="21507"/>
                    <a:pt x="218" y="13934"/>
                  </a:cubicBezTo>
                  <a:cubicBezTo>
                    <a:pt x="217" y="6360"/>
                    <a:pt x="6356" y="218"/>
                    <a:pt x="13930" y="217"/>
                  </a:cubicBezTo>
                  <a:cubicBezTo>
                    <a:pt x="13947" y="217"/>
                    <a:pt x="13964" y="216"/>
                    <a:pt x="13981" y="216"/>
                  </a:cubicBezTo>
                  <a:close/>
                  <a:moveTo>
                    <a:pt x="13933" y="1"/>
                  </a:moveTo>
                  <a:cubicBezTo>
                    <a:pt x="13930" y="1"/>
                    <a:pt x="13928" y="1"/>
                    <a:pt x="13925" y="1"/>
                  </a:cubicBezTo>
                  <a:cubicBezTo>
                    <a:pt x="6235" y="2"/>
                    <a:pt x="1" y="6238"/>
                    <a:pt x="2" y="13928"/>
                  </a:cubicBezTo>
                  <a:cubicBezTo>
                    <a:pt x="4" y="21618"/>
                    <a:pt x="6238" y="27851"/>
                    <a:pt x="13927" y="27851"/>
                  </a:cubicBezTo>
                  <a:cubicBezTo>
                    <a:pt x="13928" y="27851"/>
                    <a:pt x="13929" y="27851"/>
                    <a:pt x="13930" y="27851"/>
                  </a:cubicBezTo>
                  <a:cubicBezTo>
                    <a:pt x="17246" y="27851"/>
                    <a:pt x="20453" y="26668"/>
                    <a:pt x="22974" y="24515"/>
                  </a:cubicBezTo>
                  <a:cubicBezTo>
                    <a:pt x="28821" y="19519"/>
                    <a:pt x="29512" y="10730"/>
                    <a:pt x="24516" y="4884"/>
                  </a:cubicBezTo>
                  <a:cubicBezTo>
                    <a:pt x="23766" y="4006"/>
                    <a:pt x="22911" y="3226"/>
                    <a:pt x="21970" y="2557"/>
                  </a:cubicBezTo>
                  <a:cubicBezTo>
                    <a:pt x="19620" y="895"/>
                    <a:pt x="16811" y="1"/>
                    <a:pt x="1393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3"/>
            <p:cNvSpPr/>
            <p:nvPr/>
          </p:nvSpPr>
          <p:spPr>
            <a:xfrm>
              <a:off x="4116356" y="802624"/>
              <a:ext cx="1450884" cy="1369274"/>
            </a:xfrm>
            <a:custGeom>
              <a:avLst/>
              <a:gdLst/>
              <a:ahLst/>
              <a:cxnLst/>
              <a:rect l="l" t="t" r="r" b="b"/>
              <a:pathLst>
                <a:path w="29512" h="27852" extrusionOk="0">
                  <a:moveTo>
                    <a:pt x="13981" y="216"/>
                  </a:moveTo>
                  <a:cubicBezTo>
                    <a:pt x="14771" y="216"/>
                    <a:pt x="15559" y="284"/>
                    <a:pt x="16338" y="419"/>
                  </a:cubicBezTo>
                  <a:cubicBezTo>
                    <a:pt x="18322" y="767"/>
                    <a:pt x="20204" y="1555"/>
                    <a:pt x="21847" y="2724"/>
                  </a:cubicBezTo>
                  <a:cubicBezTo>
                    <a:pt x="22774" y="3381"/>
                    <a:pt x="23615" y="4150"/>
                    <a:pt x="24354" y="5014"/>
                  </a:cubicBezTo>
                  <a:cubicBezTo>
                    <a:pt x="26479" y="7497"/>
                    <a:pt x="27647" y="10658"/>
                    <a:pt x="27647" y="13927"/>
                  </a:cubicBezTo>
                  <a:cubicBezTo>
                    <a:pt x="27649" y="21501"/>
                    <a:pt x="21512" y="27643"/>
                    <a:pt x="13937" y="27644"/>
                  </a:cubicBezTo>
                  <a:cubicBezTo>
                    <a:pt x="13936" y="27644"/>
                    <a:pt x="13936" y="27644"/>
                    <a:pt x="13935" y="27644"/>
                  </a:cubicBezTo>
                  <a:cubicBezTo>
                    <a:pt x="6362" y="27644"/>
                    <a:pt x="221" y="21507"/>
                    <a:pt x="218" y="13934"/>
                  </a:cubicBezTo>
                  <a:cubicBezTo>
                    <a:pt x="217" y="6360"/>
                    <a:pt x="6356" y="218"/>
                    <a:pt x="13930" y="217"/>
                  </a:cubicBezTo>
                  <a:cubicBezTo>
                    <a:pt x="13947" y="217"/>
                    <a:pt x="13964" y="216"/>
                    <a:pt x="13981" y="216"/>
                  </a:cubicBezTo>
                  <a:close/>
                  <a:moveTo>
                    <a:pt x="13933" y="1"/>
                  </a:moveTo>
                  <a:cubicBezTo>
                    <a:pt x="13930" y="1"/>
                    <a:pt x="13928" y="1"/>
                    <a:pt x="13925" y="1"/>
                  </a:cubicBezTo>
                  <a:cubicBezTo>
                    <a:pt x="6235" y="2"/>
                    <a:pt x="1" y="6238"/>
                    <a:pt x="2" y="13928"/>
                  </a:cubicBezTo>
                  <a:cubicBezTo>
                    <a:pt x="4" y="21618"/>
                    <a:pt x="6238" y="27851"/>
                    <a:pt x="13927" y="27851"/>
                  </a:cubicBezTo>
                  <a:cubicBezTo>
                    <a:pt x="13928" y="27851"/>
                    <a:pt x="13929" y="27851"/>
                    <a:pt x="13930" y="27851"/>
                  </a:cubicBezTo>
                  <a:cubicBezTo>
                    <a:pt x="17246" y="27851"/>
                    <a:pt x="20453" y="26668"/>
                    <a:pt x="22974" y="24515"/>
                  </a:cubicBezTo>
                  <a:cubicBezTo>
                    <a:pt x="28821" y="19519"/>
                    <a:pt x="29512" y="10730"/>
                    <a:pt x="24516" y="4884"/>
                  </a:cubicBezTo>
                  <a:cubicBezTo>
                    <a:pt x="23766" y="4006"/>
                    <a:pt x="22911" y="3226"/>
                    <a:pt x="21970" y="2557"/>
                  </a:cubicBezTo>
                  <a:cubicBezTo>
                    <a:pt x="19620" y="895"/>
                    <a:pt x="16811" y="1"/>
                    <a:pt x="13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3"/>
            <p:cNvSpPr/>
            <p:nvPr/>
          </p:nvSpPr>
          <p:spPr>
            <a:xfrm>
              <a:off x="3982782" y="669148"/>
              <a:ext cx="1637013" cy="1636275"/>
            </a:xfrm>
            <a:custGeom>
              <a:avLst/>
              <a:gdLst/>
              <a:ahLst/>
              <a:cxnLst/>
              <a:rect l="l" t="t" r="r" b="b"/>
              <a:pathLst>
                <a:path w="33298" h="33283" extrusionOk="0">
                  <a:moveTo>
                    <a:pt x="16647" y="2933"/>
                  </a:moveTo>
                  <a:cubicBezTo>
                    <a:pt x="24205" y="2933"/>
                    <a:pt x="30356" y="9082"/>
                    <a:pt x="30357" y="16642"/>
                  </a:cubicBezTo>
                  <a:cubicBezTo>
                    <a:pt x="30372" y="20290"/>
                    <a:pt x="28963" y="23726"/>
                    <a:pt x="26393" y="26315"/>
                  </a:cubicBezTo>
                  <a:cubicBezTo>
                    <a:pt x="23824" y="28905"/>
                    <a:pt x="20399" y="30338"/>
                    <a:pt x="16751" y="30353"/>
                  </a:cubicBezTo>
                  <a:lnTo>
                    <a:pt x="16647" y="30353"/>
                  </a:lnTo>
                  <a:cubicBezTo>
                    <a:pt x="9088" y="30353"/>
                    <a:pt x="2937" y="24203"/>
                    <a:pt x="2937" y="16643"/>
                  </a:cubicBezTo>
                  <a:cubicBezTo>
                    <a:pt x="2937" y="9084"/>
                    <a:pt x="9088" y="2933"/>
                    <a:pt x="16647" y="2933"/>
                  </a:cubicBezTo>
                  <a:close/>
                  <a:moveTo>
                    <a:pt x="16647" y="2720"/>
                  </a:moveTo>
                  <a:cubicBezTo>
                    <a:pt x="8970" y="2720"/>
                    <a:pt x="2724" y="8966"/>
                    <a:pt x="2724" y="16643"/>
                  </a:cubicBezTo>
                  <a:cubicBezTo>
                    <a:pt x="2724" y="24320"/>
                    <a:pt x="8970" y="30566"/>
                    <a:pt x="16647" y="30566"/>
                  </a:cubicBezTo>
                  <a:lnTo>
                    <a:pt x="16753" y="30566"/>
                  </a:lnTo>
                  <a:cubicBezTo>
                    <a:pt x="20457" y="30553"/>
                    <a:pt x="23935" y="29095"/>
                    <a:pt x="26545" y="26466"/>
                  </a:cubicBezTo>
                  <a:cubicBezTo>
                    <a:pt x="29155" y="23835"/>
                    <a:pt x="30585" y="20346"/>
                    <a:pt x="30570" y="16642"/>
                  </a:cubicBezTo>
                  <a:cubicBezTo>
                    <a:pt x="30570" y="8965"/>
                    <a:pt x="24324" y="2720"/>
                    <a:pt x="16647" y="2720"/>
                  </a:cubicBezTo>
                  <a:close/>
                  <a:moveTo>
                    <a:pt x="16629" y="1"/>
                  </a:moveTo>
                  <a:cubicBezTo>
                    <a:pt x="13245" y="1"/>
                    <a:pt x="9947" y="1032"/>
                    <a:pt x="7116" y="3012"/>
                  </a:cubicBezTo>
                  <a:cubicBezTo>
                    <a:pt x="3468" y="5563"/>
                    <a:pt x="1031" y="9380"/>
                    <a:pt x="255" y="13764"/>
                  </a:cubicBezTo>
                  <a:cubicBezTo>
                    <a:pt x="87" y="14714"/>
                    <a:pt x="2" y="15684"/>
                    <a:pt x="1" y="16649"/>
                  </a:cubicBezTo>
                  <a:cubicBezTo>
                    <a:pt x="4" y="21097"/>
                    <a:pt x="1740" y="25275"/>
                    <a:pt x="4886" y="28416"/>
                  </a:cubicBezTo>
                  <a:cubicBezTo>
                    <a:pt x="8029" y="31555"/>
                    <a:pt x="12205" y="33282"/>
                    <a:pt x="16647" y="33282"/>
                  </a:cubicBezTo>
                  <a:lnTo>
                    <a:pt x="16662" y="33282"/>
                  </a:lnTo>
                  <a:cubicBezTo>
                    <a:pt x="21108" y="33279"/>
                    <a:pt x="25287" y="31544"/>
                    <a:pt x="28427" y="28397"/>
                  </a:cubicBezTo>
                  <a:cubicBezTo>
                    <a:pt x="31569" y="25251"/>
                    <a:pt x="33298" y="21068"/>
                    <a:pt x="33293" y="16622"/>
                  </a:cubicBezTo>
                  <a:cubicBezTo>
                    <a:pt x="33290" y="12669"/>
                    <a:pt x="31876" y="8837"/>
                    <a:pt x="29310" y="5831"/>
                  </a:cubicBezTo>
                  <a:cubicBezTo>
                    <a:pt x="29115" y="5601"/>
                    <a:pt x="28893" y="5357"/>
                    <a:pt x="28634" y="5088"/>
                  </a:cubicBezTo>
                  <a:cubicBezTo>
                    <a:pt x="28613" y="5066"/>
                    <a:pt x="28585" y="5055"/>
                    <a:pt x="28557" y="5055"/>
                  </a:cubicBezTo>
                  <a:cubicBezTo>
                    <a:pt x="28530" y="5055"/>
                    <a:pt x="28503" y="5065"/>
                    <a:pt x="28482" y="5085"/>
                  </a:cubicBezTo>
                  <a:cubicBezTo>
                    <a:pt x="28441" y="5126"/>
                    <a:pt x="28439" y="5193"/>
                    <a:pt x="28481" y="5236"/>
                  </a:cubicBezTo>
                  <a:cubicBezTo>
                    <a:pt x="28737" y="5501"/>
                    <a:pt x="28956" y="5741"/>
                    <a:pt x="29148" y="5969"/>
                  </a:cubicBezTo>
                  <a:cubicBezTo>
                    <a:pt x="31681" y="8936"/>
                    <a:pt x="33077" y="12720"/>
                    <a:pt x="33080" y="16622"/>
                  </a:cubicBezTo>
                  <a:cubicBezTo>
                    <a:pt x="33083" y="21012"/>
                    <a:pt x="31378" y="25139"/>
                    <a:pt x="28277" y="28246"/>
                  </a:cubicBezTo>
                  <a:cubicBezTo>
                    <a:pt x="25176" y="31352"/>
                    <a:pt x="21050" y="33066"/>
                    <a:pt x="16660" y="33069"/>
                  </a:cubicBezTo>
                  <a:lnTo>
                    <a:pt x="16645" y="33069"/>
                  </a:lnTo>
                  <a:cubicBezTo>
                    <a:pt x="12262" y="33069"/>
                    <a:pt x="8139" y="31363"/>
                    <a:pt x="5036" y="28266"/>
                  </a:cubicBezTo>
                  <a:cubicBezTo>
                    <a:pt x="1930" y="25164"/>
                    <a:pt x="217" y="21039"/>
                    <a:pt x="214" y="16651"/>
                  </a:cubicBezTo>
                  <a:cubicBezTo>
                    <a:pt x="215" y="15696"/>
                    <a:pt x="300" y="14739"/>
                    <a:pt x="465" y="13801"/>
                  </a:cubicBezTo>
                  <a:cubicBezTo>
                    <a:pt x="1232" y="9474"/>
                    <a:pt x="3637" y="5704"/>
                    <a:pt x="7238" y="3186"/>
                  </a:cubicBezTo>
                  <a:cubicBezTo>
                    <a:pt x="10034" y="1232"/>
                    <a:pt x="13289" y="214"/>
                    <a:pt x="16630" y="214"/>
                  </a:cubicBezTo>
                  <a:cubicBezTo>
                    <a:pt x="17593" y="214"/>
                    <a:pt x="18564" y="299"/>
                    <a:pt x="19532" y="470"/>
                  </a:cubicBezTo>
                  <a:cubicBezTo>
                    <a:pt x="21894" y="886"/>
                    <a:pt x="24178" y="1839"/>
                    <a:pt x="26134" y="3225"/>
                  </a:cubicBezTo>
                  <a:cubicBezTo>
                    <a:pt x="26382" y="3402"/>
                    <a:pt x="26609" y="3570"/>
                    <a:pt x="26827" y="3742"/>
                  </a:cubicBezTo>
                  <a:cubicBezTo>
                    <a:pt x="26847" y="3757"/>
                    <a:pt x="26871" y="3765"/>
                    <a:pt x="26894" y="3765"/>
                  </a:cubicBezTo>
                  <a:cubicBezTo>
                    <a:pt x="26926" y="3765"/>
                    <a:pt x="26957" y="3751"/>
                    <a:pt x="26977" y="3724"/>
                  </a:cubicBezTo>
                  <a:cubicBezTo>
                    <a:pt x="27014" y="3678"/>
                    <a:pt x="27005" y="3611"/>
                    <a:pt x="26959" y="3575"/>
                  </a:cubicBezTo>
                  <a:cubicBezTo>
                    <a:pt x="26739" y="3401"/>
                    <a:pt x="26508" y="3229"/>
                    <a:pt x="26258" y="3051"/>
                  </a:cubicBezTo>
                  <a:cubicBezTo>
                    <a:pt x="24275" y="1647"/>
                    <a:pt x="21962" y="682"/>
                    <a:pt x="19570" y="260"/>
                  </a:cubicBezTo>
                  <a:cubicBezTo>
                    <a:pt x="18588" y="87"/>
                    <a:pt x="17605" y="1"/>
                    <a:pt x="1662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3"/>
            <p:cNvSpPr/>
            <p:nvPr/>
          </p:nvSpPr>
          <p:spPr>
            <a:xfrm>
              <a:off x="4333802" y="586260"/>
              <a:ext cx="472697" cy="180869"/>
            </a:xfrm>
            <a:custGeom>
              <a:avLst/>
              <a:gdLst/>
              <a:ahLst/>
              <a:cxnLst/>
              <a:rect l="l" t="t" r="r" b="b"/>
              <a:pathLst>
                <a:path w="9615" h="3679" extrusionOk="0">
                  <a:moveTo>
                    <a:pt x="9499" y="0"/>
                  </a:moveTo>
                  <a:cubicBezTo>
                    <a:pt x="6175" y="0"/>
                    <a:pt x="2915" y="907"/>
                    <a:pt x="66" y="2621"/>
                  </a:cubicBezTo>
                  <a:cubicBezTo>
                    <a:pt x="16" y="2652"/>
                    <a:pt x="0" y="2718"/>
                    <a:pt x="30" y="2768"/>
                  </a:cubicBezTo>
                  <a:cubicBezTo>
                    <a:pt x="50" y="2801"/>
                    <a:pt x="86" y="2820"/>
                    <a:pt x="122" y="2820"/>
                  </a:cubicBezTo>
                  <a:cubicBezTo>
                    <a:pt x="141" y="2820"/>
                    <a:pt x="160" y="2815"/>
                    <a:pt x="177" y="2804"/>
                  </a:cubicBezTo>
                  <a:cubicBezTo>
                    <a:pt x="2963" y="1128"/>
                    <a:pt x="6149" y="233"/>
                    <a:pt x="9400" y="213"/>
                  </a:cubicBezTo>
                  <a:lnTo>
                    <a:pt x="9400" y="1683"/>
                  </a:lnTo>
                  <a:cubicBezTo>
                    <a:pt x="6819" y="1689"/>
                    <a:pt x="4278" y="2305"/>
                    <a:pt x="1979" y="3479"/>
                  </a:cubicBezTo>
                  <a:lnTo>
                    <a:pt x="1976" y="3480"/>
                  </a:lnTo>
                  <a:cubicBezTo>
                    <a:pt x="1925" y="3507"/>
                    <a:pt x="1906" y="3571"/>
                    <a:pt x="1933" y="3621"/>
                  </a:cubicBezTo>
                  <a:cubicBezTo>
                    <a:pt x="1951" y="3656"/>
                    <a:pt x="1986" y="3678"/>
                    <a:pt x="2027" y="3678"/>
                  </a:cubicBezTo>
                  <a:cubicBezTo>
                    <a:pt x="2043" y="3678"/>
                    <a:pt x="2059" y="3675"/>
                    <a:pt x="2076" y="3668"/>
                  </a:cubicBezTo>
                  <a:cubicBezTo>
                    <a:pt x="4359" y="2503"/>
                    <a:pt x="6887" y="1896"/>
                    <a:pt x="9451" y="1896"/>
                  </a:cubicBezTo>
                  <a:cubicBezTo>
                    <a:pt x="9469" y="1896"/>
                    <a:pt x="9488" y="1896"/>
                    <a:pt x="9507" y="1896"/>
                  </a:cubicBezTo>
                  <a:cubicBezTo>
                    <a:pt x="9566" y="1896"/>
                    <a:pt x="9614" y="1848"/>
                    <a:pt x="9614" y="1789"/>
                  </a:cubicBezTo>
                  <a:lnTo>
                    <a:pt x="9614" y="106"/>
                  </a:lnTo>
                  <a:cubicBezTo>
                    <a:pt x="9614" y="48"/>
                    <a:pt x="9565" y="0"/>
                    <a:pt x="9507" y="0"/>
                  </a:cubicBezTo>
                  <a:cubicBezTo>
                    <a:pt x="9504" y="0"/>
                    <a:pt x="9501" y="0"/>
                    <a:pt x="94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3"/>
            <p:cNvSpPr/>
            <p:nvPr/>
          </p:nvSpPr>
          <p:spPr>
            <a:xfrm>
              <a:off x="3782248" y="758575"/>
              <a:ext cx="571563" cy="1242828"/>
            </a:xfrm>
            <a:custGeom>
              <a:avLst/>
              <a:gdLst/>
              <a:ahLst/>
              <a:cxnLst/>
              <a:rect l="l" t="t" r="r" b="b"/>
              <a:pathLst>
                <a:path w="11626" h="25280" extrusionOk="0">
                  <a:moveTo>
                    <a:pt x="9972" y="1"/>
                  </a:moveTo>
                  <a:cubicBezTo>
                    <a:pt x="9950" y="1"/>
                    <a:pt x="9927" y="8"/>
                    <a:pt x="9907" y="23"/>
                  </a:cubicBezTo>
                  <a:cubicBezTo>
                    <a:pt x="1891" y="5883"/>
                    <a:pt x="0" y="17062"/>
                    <a:pt x="5643" y="25233"/>
                  </a:cubicBezTo>
                  <a:cubicBezTo>
                    <a:pt x="5662" y="25262"/>
                    <a:pt x="5695" y="25280"/>
                    <a:pt x="5729" y="25280"/>
                  </a:cubicBezTo>
                  <a:cubicBezTo>
                    <a:pt x="5732" y="25280"/>
                    <a:pt x="5734" y="25280"/>
                    <a:pt x="5737" y="25280"/>
                  </a:cubicBezTo>
                  <a:cubicBezTo>
                    <a:pt x="5759" y="25280"/>
                    <a:pt x="5780" y="25274"/>
                    <a:pt x="5798" y="25262"/>
                  </a:cubicBezTo>
                  <a:lnTo>
                    <a:pt x="7174" y="24310"/>
                  </a:lnTo>
                  <a:cubicBezTo>
                    <a:pt x="7198" y="24294"/>
                    <a:pt x="7214" y="24270"/>
                    <a:pt x="7218" y="24242"/>
                  </a:cubicBezTo>
                  <a:cubicBezTo>
                    <a:pt x="7224" y="24213"/>
                    <a:pt x="7217" y="24185"/>
                    <a:pt x="7202" y="24163"/>
                  </a:cubicBezTo>
                  <a:cubicBezTo>
                    <a:pt x="7162" y="24105"/>
                    <a:pt x="7123" y="24048"/>
                    <a:pt x="7084" y="23990"/>
                  </a:cubicBezTo>
                  <a:cubicBezTo>
                    <a:pt x="2023" y="16455"/>
                    <a:pt x="4029" y="6243"/>
                    <a:pt x="11565" y="1183"/>
                  </a:cubicBezTo>
                  <a:cubicBezTo>
                    <a:pt x="11566" y="1183"/>
                    <a:pt x="11566" y="1181"/>
                    <a:pt x="11568" y="1181"/>
                  </a:cubicBezTo>
                  <a:cubicBezTo>
                    <a:pt x="11614" y="1148"/>
                    <a:pt x="11626" y="1083"/>
                    <a:pt x="11593" y="1035"/>
                  </a:cubicBezTo>
                  <a:cubicBezTo>
                    <a:pt x="11572" y="1005"/>
                    <a:pt x="11538" y="988"/>
                    <a:pt x="11503" y="988"/>
                  </a:cubicBezTo>
                  <a:cubicBezTo>
                    <a:pt x="11484" y="988"/>
                    <a:pt x="11463" y="994"/>
                    <a:pt x="11445" y="1005"/>
                  </a:cubicBezTo>
                  <a:cubicBezTo>
                    <a:pt x="11419" y="1023"/>
                    <a:pt x="11392" y="1041"/>
                    <a:pt x="11365" y="1059"/>
                  </a:cubicBezTo>
                  <a:cubicBezTo>
                    <a:pt x="3761" y="6229"/>
                    <a:pt x="1787" y="16586"/>
                    <a:pt x="6956" y="24191"/>
                  </a:cubicBezTo>
                  <a:lnTo>
                    <a:pt x="5749" y="25025"/>
                  </a:lnTo>
                  <a:cubicBezTo>
                    <a:pt x="250" y="16946"/>
                    <a:pt x="2146" y="5962"/>
                    <a:pt x="10034" y="192"/>
                  </a:cubicBezTo>
                  <a:cubicBezTo>
                    <a:pt x="10080" y="158"/>
                    <a:pt x="10090" y="91"/>
                    <a:pt x="10056" y="44"/>
                  </a:cubicBezTo>
                  <a:cubicBezTo>
                    <a:pt x="10036" y="15"/>
                    <a:pt x="10005" y="1"/>
                    <a:pt x="99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4022997" y="802723"/>
              <a:ext cx="783503" cy="1075725"/>
            </a:xfrm>
            <a:custGeom>
              <a:avLst/>
              <a:gdLst/>
              <a:ahLst/>
              <a:cxnLst/>
              <a:rect l="l" t="t" r="r" b="b"/>
              <a:pathLst>
                <a:path w="15937" h="21881" extrusionOk="0">
                  <a:moveTo>
                    <a:pt x="15722" y="216"/>
                  </a:moveTo>
                  <a:lnTo>
                    <a:pt x="15722" y="1154"/>
                  </a:lnTo>
                  <a:cubicBezTo>
                    <a:pt x="13202" y="1175"/>
                    <a:pt x="10746" y="1942"/>
                    <a:pt x="8660" y="3356"/>
                  </a:cubicBezTo>
                  <a:cubicBezTo>
                    <a:pt x="2823" y="7314"/>
                    <a:pt x="1301" y="15254"/>
                    <a:pt x="5260" y="21091"/>
                  </a:cubicBezTo>
                  <a:lnTo>
                    <a:pt x="4483" y="21627"/>
                  </a:lnTo>
                  <a:cubicBezTo>
                    <a:pt x="2962" y="19385"/>
                    <a:pt x="2138" y="16740"/>
                    <a:pt x="2117" y="14030"/>
                  </a:cubicBezTo>
                  <a:cubicBezTo>
                    <a:pt x="2059" y="6459"/>
                    <a:pt x="8151" y="274"/>
                    <a:pt x="15722" y="216"/>
                  </a:cubicBezTo>
                  <a:close/>
                  <a:moveTo>
                    <a:pt x="15829" y="0"/>
                  </a:moveTo>
                  <a:cubicBezTo>
                    <a:pt x="13004" y="0"/>
                    <a:pt x="10245" y="861"/>
                    <a:pt x="7920" y="2464"/>
                  </a:cubicBezTo>
                  <a:cubicBezTo>
                    <a:pt x="1590" y="6833"/>
                    <a:pt x="0" y="15506"/>
                    <a:pt x="4369" y="21835"/>
                  </a:cubicBezTo>
                  <a:cubicBezTo>
                    <a:pt x="4389" y="21864"/>
                    <a:pt x="4422" y="21880"/>
                    <a:pt x="4456" y="21880"/>
                  </a:cubicBezTo>
                  <a:cubicBezTo>
                    <a:pt x="4482" y="21880"/>
                    <a:pt x="4506" y="21873"/>
                    <a:pt x="4526" y="21859"/>
                  </a:cubicBezTo>
                  <a:lnTo>
                    <a:pt x="5469" y="21207"/>
                  </a:lnTo>
                  <a:cubicBezTo>
                    <a:pt x="5491" y="21189"/>
                    <a:pt x="5508" y="21164"/>
                    <a:pt x="5514" y="21136"/>
                  </a:cubicBezTo>
                  <a:cubicBezTo>
                    <a:pt x="5518" y="21109"/>
                    <a:pt x="5512" y="21081"/>
                    <a:pt x="5497" y="21057"/>
                  </a:cubicBezTo>
                  <a:cubicBezTo>
                    <a:pt x="4047" y="18959"/>
                    <a:pt x="3271" y="16469"/>
                    <a:pt x="3271" y="13919"/>
                  </a:cubicBezTo>
                  <a:cubicBezTo>
                    <a:pt x="3273" y="6987"/>
                    <a:pt x="8893" y="1367"/>
                    <a:pt x="15826" y="1367"/>
                  </a:cubicBezTo>
                  <a:cubicBezTo>
                    <a:pt x="15827" y="1367"/>
                    <a:pt x="15828" y="1367"/>
                    <a:pt x="15829" y="1367"/>
                  </a:cubicBezTo>
                  <a:cubicBezTo>
                    <a:pt x="15888" y="1367"/>
                    <a:pt x="15936" y="1319"/>
                    <a:pt x="15936" y="1261"/>
                  </a:cubicBezTo>
                  <a:lnTo>
                    <a:pt x="15936" y="107"/>
                  </a:lnTo>
                  <a:cubicBezTo>
                    <a:pt x="15936" y="48"/>
                    <a:pt x="15887" y="0"/>
                    <a:pt x="15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3"/>
            <p:cNvSpPr/>
            <p:nvPr/>
          </p:nvSpPr>
          <p:spPr>
            <a:xfrm>
              <a:off x="4905120" y="813244"/>
              <a:ext cx="294287" cy="171184"/>
            </a:xfrm>
            <a:custGeom>
              <a:avLst/>
              <a:gdLst/>
              <a:ahLst/>
              <a:cxnLst/>
              <a:rect l="l" t="t" r="r" b="b"/>
              <a:pathLst>
                <a:path w="5986" h="3482" extrusionOk="0">
                  <a:moveTo>
                    <a:pt x="396" y="230"/>
                  </a:moveTo>
                  <a:cubicBezTo>
                    <a:pt x="2307" y="581"/>
                    <a:pt x="4120" y="1341"/>
                    <a:pt x="5712" y="2454"/>
                  </a:cubicBezTo>
                  <a:lnTo>
                    <a:pt x="5171" y="3224"/>
                  </a:lnTo>
                  <a:cubicBezTo>
                    <a:pt x="3691" y="2189"/>
                    <a:pt x="2007" y="1484"/>
                    <a:pt x="232" y="1156"/>
                  </a:cubicBezTo>
                  <a:lnTo>
                    <a:pt x="396" y="230"/>
                  </a:lnTo>
                  <a:close/>
                  <a:moveTo>
                    <a:pt x="310" y="0"/>
                  </a:moveTo>
                  <a:cubicBezTo>
                    <a:pt x="260" y="0"/>
                    <a:pt x="217" y="37"/>
                    <a:pt x="209" y="87"/>
                  </a:cubicBezTo>
                  <a:lnTo>
                    <a:pt x="6" y="1222"/>
                  </a:lnTo>
                  <a:cubicBezTo>
                    <a:pt x="0" y="1250"/>
                    <a:pt x="6" y="1280"/>
                    <a:pt x="23" y="1303"/>
                  </a:cubicBezTo>
                  <a:cubicBezTo>
                    <a:pt x="39" y="1326"/>
                    <a:pt x="64" y="1341"/>
                    <a:pt x="91" y="1345"/>
                  </a:cubicBezTo>
                  <a:cubicBezTo>
                    <a:pt x="1909" y="1667"/>
                    <a:pt x="3633" y="2387"/>
                    <a:pt x="5137" y="3459"/>
                  </a:cubicBezTo>
                  <a:cubicBezTo>
                    <a:pt x="5155" y="3471"/>
                    <a:pt x="5176" y="3479"/>
                    <a:pt x="5198" y="3479"/>
                  </a:cubicBezTo>
                  <a:lnTo>
                    <a:pt x="5198" y="3477"/>
                  </a:lnTo>
                  <a:lnTo>
                    <a:pt x="5216" y="3482"/>
                  </a:lnTo>
                  <a:cubicBezTo>
                    <a:pt x="5244" y="3479"/>
                    <a:pt x="5268" y="3462"/>
                    <a:pt x="5284" y="3440"/>
                  </a:cubicBezTo>
                  <a:lnTo>
                    <a:pt x="5951" y="2498"/>
                  </a:lnTo>
                  <a:cubicBezTo>
                    <a:pt x="5951" y="2498"/>
                    <a:pt x="5951" y="2496"/>
                    <a:pt x="5951" y="2496"/>
                  </a:cubicBezTo>
                  <a:cubicBezTo>
                    <a:pt x="5986" y="2448"/>
                    <a:pt x="5974" y="2381"/>
                    <a:pt x="5926" y="2347"/>
                  </a:cubicBezTo>
                  <a:cubicBezTo>
                    <a:pt x="4259" y="1160"/>
                    <a:pt x="2348" y="359"/>
                    <a:pt x="332" y="2"/>
                  </a:cubicBezTo>
                  <a:lnTo>
                    <a:pt x="329" y="2"/>
                  </a:lnTo>
                  <a:cubicBezTo>
                    <a:pt x="323" y="1"/>
                    <a:pt x="317" y="0"/>
                    <a:pt x="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3"/>
            <p:cNvSpPr/>
            <p:nvPr/>
          </p:nvSpPr>
          <p:spPr>
            <a:xfrm>
              <a:off x="4938648" y="600026"/>
              <a:ext cx="385729" cy="228950"/>
            </a:xfrm>
            <a:custGeom>
              <a:avLst/>
              <a:gdLst/>
              <a:ahLst/>
              <a:cxnLst/>
              <a:rect l="l" t="t" r="r" b="b"/>
              <a:pathLst>
                <a:path w="7846" h="4657" extrusionOk="0">
                  <a:moveTo>
                    <a:pt x="494" y="228"/>
                  </a:moveTo>
                  <a:cubicBezTo>
                    <a:pt x="3044" y="691"/>
                    <a:pt x="5462" y="1704"/>
                    <a:pt x="7580" y="3194"/>
                  </a:cubicBezTo>
                  <a:lnTo>
                    <a:pt x="6727" y="4390"/>
                  </a:lnTo>
                  <a:cubicBezTo>
                    <a:pt x="4784" y="3026"/>
                    <a:pt x="2569" y="2098"/>
                    <a:pt x="232" y="1671"/>
                  </a:cubicBezTo>
                  <a:lnTo>
                    <a:pt x="494" y="228"/>
                  </a:lnTo>
                  <a:close/>
                  <a:moveTo>
                    <a:pt x="403" y="0"/>
                  </a:moveTo>
                  <a:cubicBezTo>
                    <a:pt x="352" y="0"/>
                    <a:pt x="307" y="38"/>
                    <a:pt x="298" y="90"/>
                  </a:cubicBezTo>
                  <a:lnTo>
                    <a:pt x="5" y="1742"/>
                  </a:lnTo>
                  <a:cubicBezTo>
                    <a:pt x="0" y="1769"/>
                    <a:pt x="6" y="1797"/>
                    <a:pt x="21" y="1821"/>
                  </a:cubicBezTo>
                  <a:cubicBezTo>
                    <a:pt x="37" y="1845"/>
                    <a:pt x="63" y="1861"/>
                    <a:pt x="91" y="1866"/>
                  </a:cubicBezTo>
                  <a:cubicBezTo>
                    <a:pt x="2470" y="2287"/>
                    <a:pt x="4726" y="3234"/>
                    <a:pt x="6691" y="4638"/>
                  </a:cubicBezTo>
                  <a:cubicBezTo>
                    <a:pt x="6709" y="4650"/>
                    <a:pt x="6732" y="4656"/>
                    <a:pt x="6754" y="4656"/>
                  </a:cubicBezTo>
                  <a:lnTo>
                    <a:pt x="6772" y="4646"/>
                  </a:lnTo>
                  <a:cubicBezTo>
                    <a:pt x="6800" y="4641"/>
                    <a:pt x="6825" y="4626"/>
                    <a:pt x="6840" y="4604"/>
                  </a:cubicBezTo>
                  <a:lnTo>
                    <a:pt x="7811" y="3233"/>
                  </a:lnTo>
                  <a:cubicBezTo>
                    <a:pt x="7811" y="3231"/>
                    <a:pt x="7811" y="3231"/>
                    <a:pt x="7811" y="3231"/>
                  </a:cubicBezTo>
                  <a:cubicBezTo>
                    <a:pt x="7845" y="3184"/>
                    <a:pt x="7833" y="3117"/>
                    <a:pt x="7786" y="3082"/>
                  </a:cubicBezTo>
                  <a:cubicBezTo>
                    <a:pt x="5591" y="1522"/>
                    <a:pt x="3075" y="468"/>
                    <a:pt x="422" y="2"/>
                  </a:cubicBezTo>
                  <a:cubicBezTo>
                    <a:pt x="415" y="1"/>
                    <a:pt x="409" y="0"/>
                    <a:pt x="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3"/>
            <p:cNvSpPr/>
            <p:nvPr/>
          </p:nvSpPr>
          <p:spPr>
            <a:xfrm>
              <a:off x="4280412" y="900114"/>
              <a:ext cx="1529101" cy="1487116"/>
            </a:xfrm>
            <a:custGeom>
              <a:avLst/>
              <a:gdLst/>
              <a:ahLst/>
              <a:cxnLst/>
              <a:rect l="l" t="t" r="r" b="b"/>
              <a:pathLst>
                <a:path w="31103" h="30249" extrusionOk="0">
                  <a:moveTo>
                    <a:pt x="24454" y="1"/>
                  </a:moveTo>
                  <a:cubicBezTo>
                    <a:pt x="24427" y="1"/>
                    <a:pt x="24399" y="11"/>
                    <a:pt x="24377" y="31"/>
                  </a:cubicBezTo>
                  <a:lnTo>
                    <a:pt x="23098" y="1121"/>
                  </a:lnTo>
                  <a:cubicBezTo>
                    <a:pt x="23078" y="1140"/>
                    <a:pt x="23064" y="1165"/>
                    <a:pt x="23063" y="1194"/>
                  </a:cubicBezTo>
                  <a:cubicBezTo>
                    <a:pt x="23060" y="1222"/>
                    <a:pt x="23069" y="1250"/>
                    <a:pt x="23088" y="1272"/>
                  </a:cubicBezTo>
                  <a:cubicBezTo>
                    <a:pt x="27996" y="6984"/>
                    <a:pt x="28392" y="15303"/>
                    <a:pt x="24050" y="21457"/>
                  </a:cubicBezTo>
                  <a:cubicBezTo>
                    <a:pt x="20849" y="25993"/>
                    <a:pt x="15769" y="28416"/>
                    <a:pt x="10609" y="28416"/>
                  </a:cubicBezTo>
                  <a:cubicBezTo>
                    <a:pt x="7334" y="28416"/>
                    <a:pt x="4027" y="27440"/>
                    <a:pt x="1149" y="25408"/>
                  </a:cubicBezTo>
                  <a:cubicBezTo>
                    <a:pt x="1130" y="25397"/>
                    <a:pt x="1109" y="25390"/>
                    <a:pt x="1087" y="25390"/>
                  </a:cubicBezTo>
                  <a:cubicBezTo>
                    <a:pt x="1081" y="25390"/>
                    <a:pt x="1076" y="25391"/>
                    <a:pt x="1070" y="25392"/>
                  </a:cubicBezTo>
                  <a:cubicBezTo>
                    <a:pt x="1041" y="25396"/>
                    <a:pt x="1016" y="25413"/>
                    <a:pt x="998" y="25436"/>
                  </a:cubicBezTo>
                  <a:lnTo>
                    <a:pt x="35" y="26811"/>
                  </a:lnTo>
                  <a:cubicBezTo>
                    <a:pt x="35" y="26812"/>
                    <a:pt x="33" y="26812"/>
                    <a:pt x="33" y="26814"/>
                  </a:cubicBezTo>
                  <a:cubicBezTo>
                    <a:pt x="1" y="26861"/>
                    <a:pt x="13" y="26925"/>
                    <a:pt x="60" y="26958"/>
                  </a:cubicBezTo>
                  <a:cubicBezTo>
                    <a:pt x="2827" y="28904"/>
                    <a:pt x="6078" y="30043"/>
                    <a:pt x="9454" y="30247"/>
                  </a:cubicBezTo>
                  <a:cubicBezTo>
                    <a:pt x="9455" y="30247"/>
                    <a:pt x="9456" y="30247"/>
                    <a:pt x="9457" y="30247"/>
                  </a:cubicBezTo>
                  <a:cubicBezTo>
                    <a:pt x="9515" y="30247"/>
                    <a:pt x="9563" y="30205"/>
                    <a:pt x="9567" y="30146"/>
                  </a:cubicBezTo>
                  <a:lnTo>
                    <a:pt x="9567" y="30144"/>
                  </a:lnTo>
                  <a:cubicBezTo>
                    <a:pt x="9570" y="30086"/>
                    <a:pt x="9525" y="30037"/>
                    <a:pt x="9467" y="30036"/>
                  </a:cubicBezTo>
                  <a:cubicBezTo>
                    <a:pt x="6166" y="29830"/>
                    <a:pt x="2984" y="28724"/>
                    <a:pt x="270" y="26838"/>
                  </a:cubicBezTo>
                  <a:lnTo>
                    <a:pt x="1122" y="25636"/>
                  </a:lnTo>
                  <a:cubicBezTo>
                    <a:pt x="3982" y="27616"/>
                    <a:pt x="7293" y="28595"/>
                    <a:pt x="10593" y="28595"/>
                  </a:cubicBezTo>
                  <a:cubicBezTo>
                    <a:pt x="14426" y="28595"/>
                    <a:pt x="18245" y="27275"/>
                    <a:pt x="21331" y="24670"/>
                  </a:cubicBezTo>
                  <a:cubicBezTo>
                    <a:pt x="28357" y="18741"/>
                    <a:pt x="29248" y="8238"/>
                    <a:pt x="23317" y="1211"/>
                  </a:cubicBezTo>
                  <a:lnTo>
                    <a:pt x="24433" y="259"/>
                  </a:lnTo>
                  <a:cubicBezTo>
                    <a:pt x="26998" y="3296"/>
                    <a:pt x="28493" y="7093"/>
                    <a:pt x="28686" y="11062"/>
                  </a:cubicBezTo>
                  <a:cubicBezTo>
                    <a:pt x="29173" y="21055"/>
                    <a:pt x="21468" y="29550"/>
                    <a:pt x="11476" y="30037"/>
                  </a:cubicBezTo>
                  <a:cubicBezTo>
                    <a:pt x="11416" y="30040"/>
                    <a:pt x="11372" y="30089"/>
                    <a:pt x="11373" y="30149"/>
                  </a:cubicBezTo>
                  <a:cubicBezTo>
                    <a:pt x="11378" y="30204"/>
                    <a:pt x="11424" y="30249"/>
                    <a:pt x="11480" y="30249"/>
                  </a:cubicBezTo>
                  <a:lnTo>
                    <a:pt x="11489" y="30238"/>
                  </a:lnTo>
                  <a:cubicBezTo>
                    <a:pt x="15541" y="30040"/>
                    <a:pt x="19412" y="28504"/>
                    <a:pt x="22495" y="25870"/>
                  </a:cubicBezTo>
                  <a:cubicBezTo>
                    <a:pt x="30192" y="19296"/>
                    <a:pt x="31103" y="7727"/>
                    <a:pt x="24529" y="31"/>
                  </a:cubicBezTo>
                  <a:cubicBezTo>
                    <a:pt x="24508" y="11"/>
                    <a:pt x="24481" y="1"/>
                    <a:pt x="244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3"/>
            <p:cNvSpPr/>
            <p:nvPr/>
          </p:nvSpPr>
          <p:spPr>
            <a:xfrm>
              <a:off x="1912992" y="2890212"/>
              <a:ext cx="1098487" cy="1008225"/>
            </a:xfrm>
            <a:custGeom>
              <a:avLst/>
              <a:gdLst/>
              <a:ahLst/>
              <a:cxnLst/>
              <a:rect l="l" t="t" r="r" b="b"/>
              <a:pathLst>
                <a:path w="22344" h="20508" extrusionOk="0">
                  <a:moveTo>
                    <a:pt x="11000" y="1060"/>
                  </a:moveTo>
                  <a:cubicBezTo>
                    <a:pt x="11047" y="1060"/>
                    <a:pt x="11094" y="1060"/>
                    <a:pt x="11141" y="1061"/>
                  </a:cubicBezTo>
                  <a:cubicBezTo>
                    <a:pt x="16217" y="1138"/>
                    <a:pt x="20269" y="5316"/>
                    <a:pt x="20192" y="10393"/>
                  </a:cubicBezTo>
                  <a:cubicBezTo>
                    <a:pt x="20115" y="15421"/>
                    <a:pt x="16015" y="19446"/>
                    <a:pt x="11002" y="19446"/>
                  </a:cubicBezTo>
                  <a:cubicBezTo>
                    <a:pt x="10955" y="19446"/>
                    <a:pt x="10907" y="19445"/>
                    <a:pt x="10859" y="19445"/>
                  </a:cubicBezTo>
                  <a:cubicBezTo>
                    <a:pt x="10326" y="19445"/>
                    <a:pt x="9795" y="19397"/>
                    <a:pt x="9269" y="19305"/>
                  </a:cubicBezTo>
                  <a:cubicBezTo>
                    <a:pt x="4263" y="18419"/>
                    <a:pt x="924" y="13642"/>
                    <a:pt x="1810" y="8638"/>
                  </a:cubicBezTo>
                  <a:cubicBezTo>
                    <a:pt x="2045" y="7305"/>
                    <a:pt x="2577" y="6043"/>
                    <a:pt x="3364" y="4944"/>
                  </a:cubicBezTo>
                  <a:cubicBezTo>
                    <a:pt x="5088" y="2510"/>
                    <a:pt x="7886" y="1062"/>
                    <a:pt x="10868" y="1061"/>
                  </a:cubicBezTo>
                  <a:lnTo>
                    <a:pt x="10859" y="1061"/>
                  </a:lnTo>
                  <a:cubicBezTo>
                    <a:pt x="10906" y="1060"/>
                    <a:pt x="10953" y="1060"/>
                    <a:pt x="11000" y="1060"/>
                  </a:cubicBezTo>
                  <a:close/>
                  <a:moveTo>
                    <a:pt x="10864" y="850"/>
                  </a:moveTo>
                  <a:cubicBezTo>
                    <a:pt x="8703" y="850"/>
                    <a:pt x="6532" y="1590"/>
                    <a:pt x="4761" y="3102"/>
                  </a:cubicBezTo>
                  <a:cubicBezTo>
                    <a:pt x="3105" y="4515"/>
                    <a:pt x="1990" y="6458"/>
                    <a:pt x="1607" y="8601"/>
                  </a:cubicBezTo>
                  <a:cubicBezTo>
                    <a:pt x="1512" y="9135"/>
                    <a:pt x="1464" y="9677"/>
                    <a:pt x="1464" y="10221"/>
                  </a:cubicBezTo>
                  <a:cubicBezTo>
                    <a:pt x="1454" y="15423"/>
                    <a:pt x="5665" y="19649"/>
                    <a:pt x="10868" y="19659"/>
                  </a:cubicBezTo>
                  <a:cubicBezTo>
                    <a:pt x="13106" y="19658"/>
                    <a:pt x="15271" y="18860"/>
                    <a:pt x="16973" y="17406"/>
                  </a:cubicBezTo>
                  <a:cubicBezTo>
                    <a:pt x="20923" y="14034"/>
                    <a:pt x="21392" y="8098"/>
                    <a:pt x="18020" y="4147"/>
                  </a:cubicBezTo>
                  <a:cubicBezTo>
                    <a:pt x="16160" y="1969"/>
                    <a:pt x="13520" y="850"/>
                    <a:pt x="10864" y="850"/>
                  </a:cubicBezTo>
                  <a:close/>
                  <a:moveTo>
                    <a:pt x="10864" y="214"/>
                  </a:moveTo>
                  <a:lnTo>
                    <a:pt x="10864" y="214"/>
                  </a:lnTo>
                  <a:cubicBezTo>
                    <a:pt x="11455" y="214"/>
                    <a:pt x="12046" y="266"/>
                    <a:pt x="12627" y="370"/>
                  </a:cubicBezTo>
                  <a:cubicBezTo>
                    <a:pt x="18087" y="1345"/>
                    <a:pt x="21723" y="6562"/>
                    <a:pt x="20747" y="12022"/>
                  </a:cubicBezTo>
                  <a:cubicBezTo>
                    <a:pt x="19879" y="16885"/>
                    <a:pt x="15646" y="20300"/>
                    <a:pt x="10873" y="20300"/>
                  </a:cubicBezTo>
                  <a:cubicBezTo>
                    <a:pt x="10287" y="20300"/>
                    <a:pt x="9692" y="20248"/>
                    <a:pt x="9095" y="20142"/>
                  </a:cubicBezTo>
                  <a:cubicBezTo>
                    <a:pt x="3637" y="19166"/>
                    <a:pt x="1" y="13951"/>
                    <a:pt x="976" y="8491"/>
                  </a:cubicBezTo>
                  <a:cubicBezTo>
                    <a:pt x="1231" y="7037"/>
                    <a:pt x="1807" y="5659"/>
                    <a:pt x="2663" y="4456"/>
                  </a:cubicBezTo>
                  <a:cubicBezTo>
                    <a:pt x="3147" y="3777"/>
                    <a:pt x="3714" y="3160"/>
                    <a:pt x="4350" y="2620"/>
                  </a:cubicBezTo>
                  <a:cubicBezTo>
                    <a:pt x="6165" y="1066"/>
                    <a:pt x="8476" y="215"/>
                    <a:pt x="10864" y="214"/>
                  </a:cubicBezTo>
                  <a:close/>
                  <a:moveTo>
                    <a:pt x="10865" y="1"/>
                  </a:moveTo>
                  <a:cubicBezTo>
                    <a:pt x="8510" y="1"/>
                    <a:pt x="6142" y="808"/>
                    <a:pt x="4210" y="2457"/>
                  </a:cubicBezTo>
                  <a:cubicBezTo>
                    <a:pt x="1923" y="4406"/>
                    <a:pt x="607" y="7262"/>
                    <a:pt x="610" y="10268"/>
                  </a:cubicBezTo>
                  <a:cubicBezTo>
                    <a:pt x="616" y="15926"/>
                    <a:pt x="5202" y="20508"/>
                    <a:pt x="10857" y="20508"/>
                  </a:cubicBezTo>
                  <a:cubicBezTo>
                    <a:pt x="10861" y="20508"/>
                    <a:pt x="10865" y="20508"/>
                    <a:pt x="10868" y="20508"/>
                  </a:cubicBezTo>
                  <a:cubicBezTo>
                    <a:pt x="13310" y="20508"/>
                    <a:pt x="15672" y="19637"/>
                    <a:pt x="17528" y="18051"/>
                  </a:cubicBezTo>
                  <a:cubicBezTo>
                    <a:pt x="21834" y="14373"/>
                    <a:pt x="22344" y="7901"/>
                    <a:pt x="18666" y="3595"/>
                  </a:cubicBezTo>
                  <a:cubicBezTo>
                    <a:pt x="16638" y="1220"/>
                    <a:pt x="13761" y="1"/>
                    <a:pt x="1086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3"/>
            <p:cNvSpPr/>
            <p:nvPr/>
          </p:nvSpPr>
          <p:spPr>
            <a:xfrm>
              <a:off x="1912992" y="2890212"/>
              <a:ext cx="1098487" cy="1008225"/>
            </a:xfrm>
            <a:custGeom>
              <a:avLst/>
              <a:gdLst/>
              <a:ahLst/>
              <a:cxnLst/>
              <a:rect l="l" t="t" r="r" b="b"/>
              <a:pathLst>
                <a:path w="22344" h="20508" extrusionOk="0">
                  <a:moveTo>
                    <a:pt x="11000" y="1060"/>
                  </a:moveTo>
                  <a:cubicBezTo>
                    <a:pt x="11047" y="1060"/>
                    <a:pt x="11094" y="1060"/>
                    <a:pt x="11141" y="1061"/>
                  </a:cubicBezTo>
                  <a:cubicBezTo>
                    <a:pt x="16217" y="1138"/>
                    <a:pt x="20269" y="5316"/>
                    <a:pt x="20192" y="10393"/>
                  </a:cubicBezTo>
                  <a:cubicBezTo>
                    <a:pt x="20115" y="15421"/>
                    <a:pt x="16015" y="19446"/>
                    <a:pt x="11002" y="19446"/>
                  </a:cubicBezTo>
                  <a:cubicBezTo>
                    <a:pt x="10955" y="19446"/>
                    <a:pt x="10907" y="19445"/>
                    <a:pt x="10859" y="19445"/>
                  </a:cubicBezTo>
                  <a:cubicBezTo>
                    <a:pt x="10326" y="19445"/>
                    <a:pt x="9795" y="19397"/>
                    <a:pt x="9269" y="19305"/>
                  </a:cubicBezTo>
                  <a:cubicBezTo>
                    <a:pt x="4263" y="18419"/>
                    <a:pt x="924" y="13642"/>
                    <a:pt x="1810" y="8638"/>
                  </a:cubicBezTo>
                  <a:cubicBezTo>
                    <a:pt x="2045" y="7305"/>
                    <a:pt x="2577" y="6043"/>
                    <a:pt x="3364" y="4944"/>
                  </a:cubicBezTo>
                  <a:cubicBezTo>
                    <a:pt x="5088" y="2510"/>
                    <a:pt x="7886" y="1062"/>
                    <a:pt x="10868" y="1061"/>
                  </a:cubicBezTo>
                  <a:lnTo>
                    <a:pt x="10859" y="1061"/>
                  </a:lnTo>
                  <a:cubicBezTo>
                    <a:pt x="10906" y="1060"/>
                    <a:pt x="10953" y="1060"/>
                    <a:pt x="11000" y="1060"/>
                  </a:cubicBezTo>
                  <a:close/>
                  <a:moveTo>
                    <a:pt x="10864" y="850"/>
                  </a:moveTo>
                  <a:cubicBezTo>
                    <a:pt x="8703" y="850"/>
                    <a:pt x="6532" y="1590"/>
                    <a:pt x="4761" y="3102"/>
                  </a:cubicBezTo>
                  <a:cubicBezTo>
                    <a:pt x="3105" y="4515"/>
                    <a:pt x="1990" y="6458"/>
                    <a:pt x="1607" y="8601"/>
                  </a:cubicBezTo>
                  <a:cubicBezTo>
                    <a:pt x="1512" y="9135"/>
                    <a:pt x="1464" y="9677"/>
                    <a:pt x="1464" y="10221"/>
                  </a:cubicBezTo>
                  <a:cubicBezTo>
                    <a:pt x="1454" y="15423"/>
                    <a:pt x="5665" y="19649"/>
                    <a:pt x="10868" y="19659"/>
                  </a:cubicBezTo>
                  <a:cubicBezTo>
                    <a:pt x="13106" y="19658"/>
                    <a:pt x="15271" y="18860"/>
                    <a:pt x="16973" y="17406"/>
                  </a:cubicBezTo>
                  <a:cubicBezTo>
                    <a:pt x="20923" y="14034"/>
                    <a:pt x="21392" y="8098"/>
                    <a:pt x="18020" y="4147"/>
                  </a:cubicBezTo>
                  <a:cubicBezTo>
                    <a:pt x="16160" y="1969"/>
                    <a:pt x="13520" y="850"/>
                    <a:pt x="10864" y="850"/>
                  </a:cubicBezTo>
                  <a:close/>
                  <a:moveTo>
                    <a:pt x="10864" y="214"/>
                  </a:moveTo>
                  <a:lnTo>
                    <a:pt x="10864" y="214"/>
                  </a:lnTo>
                  <a:cubicBezTo>
                    <a:pt x="11455" y="214"/>
                    <a:pt x="12046" y="266"/>
                    <a:pt x="12627" y="370"/>
                  </a:cubicBezTo>
                  <a:cubicBezTo>
                    <a:pt x="18087" y="1345"/>
                    <a:pt x="21723" y="6562"/>
                    <a:pt x="20747" y="12022"/>
                  </a:cubicBezTo>
                  <a:cubicBezTo>
                    <a:pt x="19879" y="16885"/>
                    <a:pt x="15646" y="20300"/>
                    <a:pt x="10873" y="20300"/>
                  </a:cubicBezTo>
                  <a:cubicBezTo>
                    <a:pt x="10287" y="20300"/>
                    <a:pt x="9692" y="20248"/>
                    <a:pt x="9095" y="20142"/>
                  </a:cubicBezTo>
                  <a:cubicBezTo>
                    <a:pt x="3637" y="19166"/>
                    <a:pt x="1" y="13951"/>
                    <a:pt x="976" y="8491"/>
                  </a:cubicBezTo>
                  <a:cubicBezTo>
                    <a:pt x="1231" y="7037"/>
                    <a:pt x="1807" y="5659"/>
                    <a:pt x="2663" y="4456"/>
                  </a:cubicBezTo>
                  <a:cubicBezTo>
                    <a:pt x="3147" y="3777"/>
                    <a:pt x="3714" y="3160"/>
                    <a:pt x="4350" y="2620"/>
                  </a:cubicBezTo>
                  <a:cubicBezTo>
                    <a:pt x="6165" y="1066"/>
                    <a:pt x="8476" y="215"/>
                    <a:pt x="10864" y="214"/>
                  </a:cubicBezTo>
                  <a:close/>
                  <a:moveTo>
                    <a:pt x="10865" y="1"/>
                  </a:moveTo>
                  <a:cubicBezTo>
                    <a:pt x="8510" y="1"/>
                    <a:pt x="6142" y="808"/>
                    <a:pt x="4210" y="2457"/>
                  </a:cubicBezTo>
                  <a:cubicBezTo>
                    <a:pt x="1923" y="4406"/>
                    <a:pt x="607" y="7262"/>
                    <a:pt x="610" y="10268"/>
                  </a:cubicBezTo>
                  <a:cubicBezTo>
                    <a:pt x="616" y="15926"/>
                    <a:pt x="5202" y="20508"/>
                    <a:pt x="10857" y="20508"/>
                  </a:cubicBezTo>
                  <a:cubicBezTo>
                    <a:pt x="10861" y="20508"/>
                    <a:pt x="10865" y="20508"/>
                    <a:pt x="10868" y="20508"/>
                  </a:cubicBezTo>
                  <a:cubicBezTo>
                    <a:pt x="13310" y="20508"/>
                    <a:pt x="15672" y="19637"/>
                    <a:pt x="17528" y="18051"/>
                  </a:cubicBezTo>
                  <a:cubicBezTo>
                    <a:pt x="21834" y="14373"/>
                    <a:pt x="22344" y="7901"/>
                    <a:pt x="18666" y="3595"/>
                  </a:cubicBezTo>
                  <a:cubicBezTo>
                    <a:pt x="16638" y="1220"/>
                    <a:pt x="13761" y="1"/>
                    <a:pt x="1086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3"/>
            <p:cNvSpPr/>
            <p:nvPr/>
          </p:nvSpPr>
          <p:spPr>
            <a:xfrm>
              <a:off x="1845196" y="2794492"/>
              <a:ext cx="1284813" cy="1201777"/>
            </a:xfrm>
            <a:custGeom>
              <a:avLst/>
              <a:gdLst/>
              <a:ahLst/>
              <a:cxnLst/>
              <a:rect l="l" t="t" r="r" b="b"/>
              <a:pathLst>
                <a:path w="26134" h="24445" extrusionOk="0">
                  <a:moveTo>
                    <a:pt x="12241" y="2161"/>
                  </a:moveTo>
                  <a:cubicBezTo>
                    <a:pt x="12509" y="2161"/>
                    <a:pt x="12779" y="2173"/>
                    <a:pt x="13048" y="2193"/>
                  </a:cubicBezTo>
                  <a:cubicBezTo>
                    <a:pt x="15723" y="2403"/>
                    <a:pt x="18154" y="3644"/>
                    <a:pt x="19896" y="5683"/>
                  </a:cubicBezTo>
                  <a:cubicBezTo>
                    <a:pt x="21436" y="7487"/>
                    <a:pt x="22289" y="9782"/>
                    <a:pt x="22301" y="12153"/>
                  </a:cubicBezTo>
                  <a:cubicBezTo>
                    <a:pt x="22293" y="12166"/>
                    <a:pt x="22290" y="12183"/>
                    <a:pt x="22290" y="12199"/>
                  </a:cubicBezTo>
                  <a:cubicBezTo>
                    <a:pt x="22290" y="14882"/>
                    <a:pt x="21246" y="17403"/>
                    <a:pt x="19351" y="19301"/>
                  </a:cubicBezTo>
                  <a:cubicBezTo>
                    <a:pt x="17454" y="21198"/>
                    <a:pt x="14933" y="22243"/>
                    <a:pt x="12250" y="22245"/>
                  </a:cubicBezTo>
                  <a:lnTo>
                    <a:pt x="12247" y="22245"/>
                  </a:lnTo>
                  <a:cubicBezTo>
                    <a:pt x="6712" y="22245"/>
                    <a:pt x="2208" y="17742"/>
                    <a:pt x="2206" y="12206"/>
                  </a:cubicBezTo>
                  <a:cubicBezTo>
                    <a:pt x="2205" y="10116"/>
                    <a:pt x="2842" y="8109"/>
                    <a:pt x="4049" y="6403"/>
                  </a:cubicBezTo>
                  <a:cubicBezTo>
                    <a:pt x="4533" y="5724"/>
                    <a:pt x="5102" y="5106"/>
                    <a:pt x="5738" y="4567"/>
                  </a:cubicBezTo>
                  <a:cubicBezTo>
                    <a:pt x="7572" y="3000"/>
                    <a:pt x="9856" y="2161"/>
                    <a:pt x="12241" y="2161"/>
                  </a:cubicBezTo>
                  <a:close/>
                  <a:moveTo>
                    <a:pt x="12241" y="1948"/>
                  </a:moveTo>
                  <a:cubicBezTo>
                    <a:pt x="9804" y="1948"/>
                    <a:pt x="7472" y="2806"/>
                    <a:pt x="5599" y="4404"/>
                  </a:cubicBezTo>
                  <a:cubicBezTo>
                    <a:pt x="4950" y="4955"/>
                    <a:pt x="4371" y="5585"/>
                    <a:pt x="3875" y="6279"/>
                  </a:cubicBezTo>
                  <a:cubicBezTo>
                    <a:pt x="2642" y="8021"/>
                    <a:pt x="1992" y="10071"/>
                    <a:pt x="1992" y="12206"/>
                  </a:cubicBezTo>
                  <a:cubicBezTo>
                    <a:pt x="1993" y="14945"/>
                    <a:pt x="3061" y="17520"/>
                    <a:pt x="4998" y="19456"/>
                  </a:cubicBezTo>
                  <a:cubicBezTo>
                    <a:pt x="6935" y="21392"/>
                    <a:pt x="9509" y="22458"/>
                    <a:pt x="12247" y="22458"/>
                  </a:cubicBezTo>
                  <a:lnTo>
                    <a:pt x="12250" y="22458"/>
                  </a:lnTo>
                  <a:cubicBezTo>
                    <a:pt x="14990" y="22458"/>
                    <a:pt x="17564" y="21390"/>
                    <a:pt x="19501" y="19452"/>
                  </a:cubicBezTo>
                  <a:cubicBezTo>
                    <a:pt x="21427" y="17525"/>
                    <a:pt x="22491" y="14968"/>
                    <a:pt x="22503" y="12247"/>
                  </a:cubicBezTo>
                  <a:cubicBezTo>
                    <a:pt x="22509" y="12232"/>
                    <a:pt x="22514" y="12215"/>
                    <a:pt x="22514" y="12199"/>
                  </a:cubicBezTo>
                  <a:cubicBezTo>
                    <a:pt x="22512" y="9762"/>
                    <a:pt x="21640" y="7399"/>
                    <a:pt x="20057" y="5545"/>
                  </a:cubicBezTo>
                  <a:cubicBezTo>
                    <a:pt x="18279" y="3462"/>
                    <a:pt x="15796" y="2196"/>
                    <a:pt x="13065" y="1980"/>
                  </a:cubicBezTo>
                  <a:cubicBezTo>
                    <a:pt x="12789" y="1959"/>
                    <a:pt x="12514" y="1948"/>
                    <a:pt x="12241" y="1948"/>
                  </a:cubicBezTo>
                  <a:close/>
                  <a:moveTo>
                    <a:pt x="12207" y="214"/>
                  </a:moveTo>
                  <a:cubicBezTo>
                    <a:pt x="14598" y="214"/>
                    <a:pt x="16994" y="920"/>
                    <a:pt x="19059" y="2350"/>
                  </a:cubicBezTo>
                  <a:cubicBezTo>
                    <a:pt x="24522" y="6130"/>
                    <a:pt x="25890" y="13651"/>
                    <a:pt x="22112" y="19114"/>
                  </a:cubicBezTo>
                  <a:cubicBezTo>
                    <a:pt x="21285" y="20285"/>
                    <a:pt x="20270" y="21293"/>
                    <a:pt x="19092" y="22108"/>
                  </a:cubicBezTo>
                  <a:cubicBezTo>
                    <a:pt x="17079" y="23494"/>
                    <a:pt x="14723" y="24228"/>
                    <a:pt x="12279" y="24231"/>
                  </a:cubicBezTo>
                  <a:lnTo>
                    <a:pt x="12262" y="24231"/>
                  </a:lnTo>
                  <a:cubicBezTo>
                    <a:pt x="5626" y="24231"/>
                    <a:pt x="223" y="18837"/>
                    <a:pt x="214" y="12199"/>
                  </a:cubicBezTo>
                  <a:cubicBezTo>
                    <a:pt x="214" y="11492"/>
                    <a:pt x="275" y="10780"/>
                    <a:pt x="397" y="10085"/>
                  </a:cubicBezTo>
                  <a:cubicBezTo>
                    <a:pt x="705" y="8355"/>
                    <a:pt x="1405" y="6682"/>
                    <a:pt x="2422" y="5249"/>
                  </a:cubicBezTo>
                  <a:cubicBezTo>
                    <a:pt x="2992" y="4443"/>
                    <a:pt x="3659" y="3709"/>
                    <a:pt x="4407" y="3064"/>
                  </a:cubicBezTo>
                  <a:cubicBezTo>
                    <a:pt x="4416" y="3060"/>
                    <a:pt x="4425" y="3055"/>
                    <a:pt x="4432" y="3049"/>
                  </a:cubicBezTo>
                  <a:cubicBezTo>
                    <a:pt x="6662" y="1168"/>
                    <a:pt x="9430" y="214"/>
                    <a:pt x="12207" y="214"/>
                  </a:cubicBezTo>
                  <a:close/>
                  <a:moveTo>
                    <a:pt x="12206" y="0"/>
                  </a:moveTo>
                  <a:cubicBezTo>
                    <a:pt x="9389" y="0"/>
                    <a:pt x="6581" y="964"/>
                    <a:pt x="4316" y="2866"/>
                  </a:cubicBezTo>
                  <a:cubicBezTo>
                    <a:pt x="4307" y="2871"/>
                    <a:pt x="4298" y="2877"/>
                    <a:pt x="4289" y="2884"/>
                  </a:cubicBezTo>
                  <a:cubicBezTo>
                    <a:pt x="3521" y="3544"/>
                    <a:pt x="2833" y="4297"/>
                    <a:pt x="2248" y="5125"/>
                  </a:cubicBezTo>
                  <a:cubicBezTo>
                    <a:pt x="1213" y="6584"/>
                    <a:pt x="500" y="8286"/>
                    <a:pt x="187" y="10047"/>
                  </a:cubicBezTo>
                  <a:cubicBezTo>
                    <a:pt x="63" y="10756"/>
                    <a:pt x="1" y="11480"/>
                    <a:pt x="1" y="12199"/>
                  </a:cubicBezTo>
                  <a:cubicBezTo>
                    <a:pt x="10" y="18954"/>
                    <a:pt x="5508" y="24444"/>
                    <a:pt x="12262" y="24444"/>
                  </a:cubicBezTo>
                  <a:lnTo>
                    <a:pt x="12279" y="24444"/>
                  </a:lnTo>
                  <a:cubicBezTo>
                    <a:pt x="14767" y="24441"/>
                    <a:pt x="17164" y="23694"/>
                    <a:pt x="19213" y="22284"/>
                  </a:cubicBezTo>
                  <a:cubicBezTo>
                    <a:pt x="20411" y="21453"/>
                    <a:pt x="21445" y="20428"/>
                    <a:pt x="22286" y="19234"/>
                  </a:cubicBezTo>
                  <a:cubicBezTo>
                    <a:pt x="26133" y="13675"/>
                    <a:pt x="24740" y="6021"/>
                    <a:pt x="19180" y="2174"/>
                  </a:cubicBezTo>
                  <a:cubicBezTo>
                    <a:pt x="17079" y="719"/>
                    <a:pt x="14639" y="0"/>
                    <a:pt x="122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3"/>
            <p:cNvSpPr/>
            <p:nvPr/>
          </p:nvSpPr>
          <p:spPr>
            <a:xfrm>
              <a:off x="1784235" y="3388916"/>
              <a:ext cx="1042786" cy="668463"/>
            </a:xfrm>
            <a:custGeom>
              <a:avLst/>
              <a:gdLst/>
              <a:ahLst/>
              <a:cxnLst/>
              <a:rect l="l" t="t" r="r" b="b"/>
              <a:pathLst>
                <a:path w="21211" h="13597" extrusionOk="0">
                  <a:moveTo>
                    <a:pt x="1229" y="215"/>
                  </a:moveTo>
                  <a:cubicBezTo>
                    <a:pt x="1250" y="2633"/>
                    <a:pt x="1985" y="4992"/>
                    <a:pt x="3343" y="6993"/>
                  </a:cubicBezTo>
                  <a:cubicBezTo>
                    <a:pt x="5713" y="10484"/>
                    <a:pt x="9568" y="12366"/>
                    <a:pt x="13492" y="12366"/>
                  </a:cubicBezTo>
                  <a:cubicBezTo>
                    <a:pt x="15860" y="12366"/>
                    <a:pt x="18253" y="11681"/>
                    <a:pt x="20360" y="10251"/>
                  </a:cubicBezTo>
                  <a:lnTo>
                    <a:pt x="20941" y="11090"/>
                  </a:lnTo>
                  <a:cubicBezTo>
                    <a:pt x="18772" y="12563"/>
                    <a:pt x="16215" y="13360"/>
                    <a:pt x="13593" y="13380"/>
                  </a:cubicBezTo>
                  <a:cubicBezTo>
                    <a:pt x="13556" y="13381"/>
                    <a:pt x="13520" y="13381"/>
                    <a:pt x="13483" y="13381"/>
                  </a:cubicBezTo>
                  <a:cubicBezTo>
                    <a:pt x="6203" y="13381"/>
                    <a:pt x="273" y="7509"/>
                    <a:pt x="215" y="215"/>
                  </a:cubicBez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8" y="7554"/>
                    <a:pt x="6041" y="13587"/>
                    <a:pt x="13487" y="13596"/>
                  </a:cubicBezTo>
                  <a:cubicBezTo>
                    <a:pt x="13495" y="13596"/>
                    <a:pt x="13502" y="13596"/>
                    <a:pt x="13509" y="13596"/>
                  </a:cubicBezTo>
                  <a:cubicBezTo>
                    <a:pt x="16240" y="13596"/>
                    <a:pt x="18906" y="12763"/>
                    <a:pt x="21149" y="11208"/>
                  </a:cubicBezTo>
                  <a:cubicBezTo>
                    <a:pt x="21197" y="11174"/>
                    <a:pt x="21210" y="11108"/>
                    <a:pt x="21178" y="11061"/>
                  </a:cubicBezTo>
                  <a:lnTo>
                    <a:pt x="20476" y="10045"/>
                  </a:lnTo>
                  <a:cubicBezTo>
                    <a:pt x="20460" y="10021"/>
                    <a:pt x="20435" y="10005"/>
                    <a:pt x="20408" y="10001"/>
                  </a:cubicBezTo>
                  <a:cubicBezTo>
                    <a:pt x="20402" y="10000"/>
                    <a:pt x="20396" y="9999"/>
                    <a:pt x="20390" y="9999"/>
                  </a:cubicBezTo>
                  <a:cubicBezTo>
                    <a:pt x="20367" y="9999"/>
                    <a:pt x="20345" y="10006"/>
                    <a:pt x="20326" y="10018"/>
                  </a:cubicBezTo>
                  <a:cubicBezTo>
                    <a:pt x="18314" y="11406"/>
                    <a:pt x="15929" y="12149"/>
                    <a:pt x="13484" y="12149"/>
                  </a:cubicBezTo>
                  <a:cubicBezTo>
                    <a:pt x="6836" y="12148"/>
                    <a:pt x="1448" y="6756"/>
                    <a:pt x="1449" y="108"/>
                  </a:cubicBezTo>
                  <a:cubicBezTo>
                    <a:pt x="1448" y="50"/>
                    <a:pt x="1400" y="2"/>
                    <a:pt x="13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3"/>
            <p:cNvSpPr/>
            <p:nvPr/>
          </p:nvSpPr>
          <p:spPr>
            <a:xfrm>
              <a:off x="1958369" y="2931951"/>
              <a:ext cx="1006356" cy="924796"/>
            </a:xfrm>
            <a:custGeom>
              <a:avLst/>
              <a:gdLst/>
              <a:ahLst/>
              <a:cxnLst/>
              <a:rect l="l" t="t" r="r" b="b"/>
              <a:pathLst>
                <a:path w="20470" h="18811" extrusionOk="0">
                  <a:moveTo>
                    <a:pt x="10077" y="211"/>
                  </a:moveTo>
                  <a:cubicBezTo>
                    <a:pt x="10124" y="211"/>
                    <a:pt x="10171" y="211"/>
                    <a:pt x="10218" y="212"/>
                  </a:cubicBezTo>
                  <a:cubicBezTo>
                    <a:pt x="15294" y="289"/>
                    <a:pt x="19346" y="4467"/>
                    <a:pt x="19269" y="9544"/>
                  </a:cubicBezTo>
                  <a:cubicBezTo>
                    <a:pt x="19192" y="14572"/>
                    <a:pt x="15092" y="18597"/>
                    <a:pt x="10079" y="18597"/>
                  </a:cubicBezTo>
                  <a:cubicBezTo>
                    <a:pt x="10032" y="18597"/>
                    <a:pt x="9984" y="18596"/>
                    <a:pt x="9936" y="18596"/>
                  </a:cubicBezTo>
                  <a:cubicBezTo>
                    <a:pt x="9403" y="18596"/>
                    <a:pt x="8872" y="18548"/>
                    <a:pt x="8346" y="18456"/>
                  </a:cubicBezTo>
                  <a:cubicBezTo>
                    <a:pt x="3340" y="17570"/>
                    <a:pt x="1" y="12793"/>
                    <a:pt x="887" y="7789"/>
                  </a:cubicBezTo>
                  <a:cubicBezTo>
                    <a:pt x="1122" y="6456"/>
                    <a:pt x="1654" y="5194"/>
                    <a:pt x="2441" y="4095"/>
                  </a:cubicBezTo>
                  <a:cubicBezTo>
                    <a:pt x="4165" y="1661"/>
                    <a:pt x="6963" y="213"/>
                    <a:pt x="9945" y="212"/>
                  </a:cubicBezTo>
                  <a:lnTo>
                    <a:pt x="9936" y="212"/>
                  </a:lnTo>
                  <a:cubicBezTo>
                    <a:pt x="9983" y="211"/>
                    <a:pt x="10030" y="211"/>
                    <a:pt x="10077" y="211"/>
                  </a:cubicBezTo>
                  <a:close/>
                  <a:moveTo>
                    <a:pt x="9941" y="1"/>
                  </a:moveTo>
                  <a:cubicBezTo>
                    <a:pt x="7780" y="1"/>
                    <a:pt x="5609" y="741"/>
                    <a:pt x="3838" y="2253"/>
                  </a:cubicBezTo>
                  <a:cubicBezTo>
                    <a:pt x="2182" y="3666"/>
                    <a:pt x="1067" y="5609"/>
                    <a:pt x="684" y="7752"/>
                  </a:cubicBezTo>
                  <a:cubicBezTo>
                    <a:pt x="589" y="8286"/>
                    <a:pt x="541" y="8828"/>
                    <a:pt x="541" y="9372"/>
                  </a:cubicBezTo>
                  <a:cubicBezTo>
                    <a:pt x="531" y="14574"/>
                    <a:pt x="4742" y="18800"/>
                    <a:pt x="9945" y="18810"/>
                  </a:cubicBezTo>
                  <a:cubicBezTo>
                    <a:pt x="12183" y="18809"/>
                    <a:pt x="14348" y="18011"/>
                    <a:pt x="16050" y="16557"/>
                  </a:cubicBezTo>
                  <a:cubicBezTo>
                    <a:pt x="20000" y="13185"/>
                    <a:pt x="20469" y="7249"/>
                    <a:pt x="17097" y="3298"/>
                  </a:cubicBezTo>
                  <a:cubicBezTo>
                    <a:pt x="15237" y="1120"/>
                    <a:pt x="12597" y="1"/>
                    <a:pt x="99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3"/>
            <p:cNvSpPr/>
            <p:nvPr/>
          </p:nvSpPr>
          <p:spPr>
            <a:xfrm>
              <a:off x="1943226" y="3388916"/>
              <a:ext cx="793827" cy="509520"/>
            </a:xfrm>
            <a:custGeom>
              <a:avLst/>
              <a:gdLst/>
              <a:ahLst/>
              <a:cxnLst/>
              <a:rect l="l" t="t" r="r" b="b"/>
              <a:pathLst>
                <a:path w="16147" h="10364" extrusionOk="0">
                  <a:moveTo>
                    <a:pt x="849" y="214"/>
                  </a:moveTo>
                  <a:cubicBezTo>
                    <a:pt x="869" y="2053"/>
                    <a:pt x="1427" y="3844"/>
                    <a:pt x="2456" y="5368"/>
                  </a:cubicBezTo>
                  <a:cubicBezTo>
                    <a:pt x="4272" y="8062"/>
                    <a:pt x="7240" y="9516"/>
                    <a:pt x="10262" y="9516"/>
                  </a:cubicBezTo>
                  <a:cubicBezTo>
                    <a:pt x="12070" y="9516"/>
                    <a:pt x="13898" y="8996"/>
                    <a:pt x="15511" y="7909"/>
                  </a:cubicBezTo>
                  <a:lnTo>
                    <a:pt x="15871" y="8433"/>
                  </a:lnTo>
                  <a:cubicBezTo>
                    <a:pt x="14241" y="9533"/>
                    <a:pt x="12324" y="10130"/>
                    <a:pt x="10359" y="10149"/>
                  </a:cubicBezTo>
                  <a:cubicBezTo>
                    <a:pt x="10323" y="10150"/>
                    <a:pt x="10288" y="10150"/>
                    <a:pt x="10252" y="10150"/>
                  </a:cubicBezTo>
                  <a:cubicBezTo>
                    <a:pt x="4756" y="10150"/>
                    <a:pt x="273" y="5723"/>
                    <a:pt x="215" y="215"/>
                  </a:cubicBezTo>
                  <a:lnTo>
                    <a:pt x="215" y="214"/>
                  </a:lnTo>
                  <a:close/>
                  <a:moveTo>
                    <a:pt x="106" y="1"/>
                  </a:moveTo>
                  <a:cubicBezTo>
                    <a:pt x="48" y="2"/>
                    <a:pt x="1" y="50"/>
                    <a:pt x="1" y="108"/>
                  </a:cubicBezTo>
                  <a:cubicBezTo>
                    <a:pt x="7" y="5769"/>
                    <a:pt x="4592" y="10356"/>
                    <a:pt x="10253" y="10364"/>
                  </a:cubicBezTo>
                  <a:cubicBezTo>
                    <a:pt x="10261" y="10364"/>
                    <a:pt x="10268" y="10364"/>
                    <a:pt x="10275" y="10364"/>
                  </a:cubicBezTo>
                  <a:cubicBezTo>
                    <a:pt x="12352" y="10364"/>
                    <a:pt x="14379" y="9731"/>
                    <a:pt x="16086" y="8549"/>
                  </a:cubicBezTo>
                  <a:cubicBezTo>
                    <a:pt x="16135" y="8515"/>
                    <a:pt x="16147" y="8448"/>
                    <a:pt x="16114" y="8398"/>
                  </a:cubicBezTo>
                  <a:lnTo>
                    <a:pt x="15631" y="7702"/>
                  </a:lnTo>
                  <a:cubicBezTo>
                    <a:pt x="15615" y="7678"/>
                    <a:pt x="15590" y="7663"/>
                    <a:pt x="15561" y="7657"/>
                  </a:cubicBezTo>
                  <a:cubicBezTo>
                    <a:pt x="15555" y="7656"/>
                    <a:pt x="15549" y="7655"/>
                    <a:pt x="15543" y="7655"/>
                  </a:cubicBezTo>
                  <a:cubicBezTo>
                    <a:pt x="15521" y="7655"/>
                    <a:pt x="15500" y="7662"/>
                    <a:pt x="15483" y="7675"/>
                  </a:cubicBezTo>
                  <a:cubicBezTo>
                    <a:pt x="13948" y="8735"/>
                    <a:pt x="12125" y="9304"/>
                    <a:pt x="10261" y="9304"/>
                  </a:cubicBezTo>
                  <a:cubicBezTo>
                    <a:pt x="10258" y="9304"/>
                    <a:pt x="10256" y="9304"/>
                    <a:pt x="10253" y="9304"/>
                  </a:cubicBezTo>
                  <a:cubicBezTo>
                    <a:pt x="5178" y="9301"/>
                    <a:pt x="1064" y="5184"/>
                    <a:pt x="1067" y="108"/>
                  </a:cubicBezTo>
                  <a:cubicBezTo>
                    <a:pt x="1065" y="50"/>
                    <a:pt x="1019" y="2"/>
                    <a:pt x="95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3"/>
            <p:cNvSpPr/>
            <p:nvPr/>
          </p:nvSpPr>
          <p:spPr>
            <a:xfrm>
              <a:off x="1950552" y="3101070"/>
              <a:ext cx="128904" cy="218232"/>
            </a:xfrm>
            <a:custGeom>
              <a:avLst/>
              <a:gdLst/>
              <a:ahLst/>
              <a:cxnLst/>
              <a:rect l="l" t="t" r="r" b="b"/>
              <a:pathLst>
                <a:path w="2622" h="4439" extrusionOk="0">
                  <a:moveTo>
                    <a:pt x="1836" y="254"/>
                  </a:moveTo>
                  <a:lnTo>
                    <a:pt x="2354" y="621"/>
                  </a:lnTo>
                  <a:cubicBezTo>
                    <a:pt x="1610" y="1697"/>
                    <a:pt x="1101" y="2920"/>
                    <a:pt x="863" y="4208"/>
                  </a:cubicBezTo>
                  <a:lnTo>
                    <a:pt x="239" y="4094"/>
                  </a:lnTo>
                  <a:lnTo>
                    <a:pt x="240" y="4094"/>
                  </a:lnTo>
                  <a:cubicBezTo>
                    <a:pt x="495" y="2716"/>
                    <a:pt x="1040" y="1407"/>
                    <a:pt x="1836" y="254"/>
                  </a:cubicBezTo>
                  <a:close/>
                  <a:moveTo>
                    <a:pt x="1820" y="0"/>
                  </a:moveTo>
                  <a:cubicBezTo>
                    <a:pt x="1786" y="0"/>
                    <a:pt x="1753" y="15"/>
                    <a:pt x="1732" y="44"/>
                  </a:cubicBezTo>
                  <a:cubicBezTo>
                    <a:pt x="861" y="1274"/>
                    <a:pt x="271" y="2681"/>
                    <a:pt x="9" y="4164"/>
                  </a:cubicBezTo>
                  <a:cubicBezTo>
                    <a:pt x="0" y="4224"/>
                    <a:pt x="39" y="4278"/>
                    <a:pt x="96" y="4289"/>
                  </a:cubicBezTo>
                  <a:lnTo>
                    <a:pt x="930" y="4438"/>
                  </a:lnTo>
                  <a:lnTo>
                    <a:pt x="947" y="4438"/>
                  </a:lnTo>
                  <a:cubicBezTo>
                    <a:pt x="967" y="4435"/>
                    <a:pt x="985" y="4429"/>
                    <a:pt x="1001" y="4419"/>
                  </a:cubicBezTo>
                  <a:cubicBezTo>
                    <a:pt x="1023" y="4401"/>
                    <a:pt x="1040" y="4376"/>
                    <a:pt x="1046" y="4349"/>
                  </a:cubicBezTo>
                  <a:cubicBezTo>
                    <a:pt x="1281" y="3018"/>
                    <a:pt x="1813" y="1757"/>
                    <a:pt x="2600" y="659"/>
                  </a:cubicBezTo>
                  <a:cubicBezTo>
                    <a:pt x="2615" y="636"/>
                    <a:pt x="2621" y="606"/>
                    <a:pt x="2617" y="578"/>
                  </a:cubicBezTo>
                  <a:cubicBezTo>
                    <a:pt x="2614" y="551"/>
                    <a:pt x="2597" y="525"/>
                    <a:pt x="2575" y="511"/>
                  </a:cubicBezTo>
                  <a:lnTo>
                    <a:pt x="1881" y="19"/>
                  </a:lnTo>
                  <a:cubicBezTo>
                    <a:pt x="1862" y="6"/>
                    <a:pt x="1841" y="0"/>
                    <a:pt x="18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3"/>
            <p:cNvSpPr/>
            <p:nvPr/>
          </p:nvSpPr>
          <p:spPr>
            <a:xfrm>
              <a:off x="1794067" y="3009382"/>
              <a:ext cx="171085" cy="285241"/>
            </a:xfrm>
            <a:custGeom>
              <a:avLst/>
              <a:gdLst/>
              <a:ahLst/>
              <a:cxnLst/>
              <a:rect l="l" t="t" r="r" b="b"/>
              <a:pathLst>
                <a:path w="3480" h="5802" extrusionOk="0">
                  <a:moveTo>
                    <a:pt x="2390" y="251"/>
                  </a:moveTo>
                  <a:lnTo>
                    <a:pt x="3222" y="842"/>
                  </a:lnTo>
                  <a:cubicBezTo>
                    <a:pt x="2232" y="2259"/>
                    <a:pt x="1558" y="3872"/>
                    <a:pt x="1243" y="5572"/>
                  </a:cubicBezTo>
                  <a:lnTo>
                    <a:pt x="238" y="5392"/>
                  </a:lnTo>
                  <a:cubicBezTo>
                    <a:pt x="579" y="3544"/>
                    <a:pt x="1312" y="1790"/>
                    <a:pt x="2390" y="251"/>
                  </a:cubicBezTo>
                  <a:close/>
                  <a:moveTo>
                    <a:pt x="2365" y="0"/>
                  </a:moveTo>
                  <a:cubicBezTo>
                    <a:pt x="2331" y="0"/>
                    <a:pt x="2298" y="17"/>
                    <a:pt x="2277" y="47"/>
                  </a:cubicBezTo>
                  <a:cubicBezTo>
                    <a:pt x="1127" y="1661"/>
                    <a:pt x="352" y="3512"/>
                    <a:pt x="11" y="5465"/>
                  </a:cubicBezTo>
                  <a:cubicBezTo>
                    <a:pt x="0" y="5523"/>
                    <a:pt x="37" y="5578"/>
                    <a:pt x="95" y="5589"/>
                  </a:cubicBezTo>
                  <a:lnTo>
                    <a:pt x="1310" y="5802"/>
                  </a:lnTo>
                  <a:lnTo>
                    <a:pt x="1328" y="5802"/>
                  </a:lnTo>
                  <a:cubicBezTo>
                    <a:pt x="1331" y="5802"/>
                    <a:pt x="1333" y="5802"/>
                    <a:pt x="1336" y="5802"/>
                  </a:cubicBezTo>
                  <a:cubicBezTo>
                    <a:pt x="1355" y="5802"/>
                    <a:pt x="1374" y="5797"/>
                    <a:pt x="1389" y="5787"/>
                  </a:cubicBezTo>
                  <a:cubicBezTo>
                    <a:pt x="1413" y="5770"/>
                    <a:pt x="1428" y="5746"/>
                    <a:pt x="1434" y="5718"/>
                  </a:cubicBezTo>
                  <a:cubicBezTo>
                    <a:pt x="1739" y="3976"/>
                    <a:pt x="2432" y="2323"/>
                    <a:pt x="3459" y="882"/>
                  </a:cubicBezTo>
                  <a:cubicBezTo>
                    <a:pt x="3474" y="858"/>
                    <a:pt x="3480" y="830"/>
                    <a:pt x="3475" y="802"/>
                  </a:cubicBezTo>
                  <a:cubicBezTo>
                    <a:pt x="3471" y="773"/>
                    <a:pt x="3456" y="750"/>
                    <a:pt x="3432" y="733"/>
                  </a:cubicBezTo>
                  <a:lnTo>
                    <a:pt x="2426" y="20"/>
                  </a:lnTo>
                  <a:cubicBezTo>
                    <a:pt x="2407" y="7"/>
                    <a:pt x="2386" y="0"/>
                    <a:pt x="236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3"/>
            <p:cNvSpPr/>
            <p:nvPr/>
          </p:nvSpPr>
          <p:spPr>
            <a:xfrm>
              <a:off x="2117508" y="2890408"/>
              <a:ext cx="890972" cy="795646"/>
            </a:xfrm>
            <a:custGeom>
              <a:avLst/>
              <a:gdLst/>
              <a:ahLst/>
              <a:cxnLst/>
              <a:rect l="l" t="t" r="r" b="b"/>
              <a:pathLst>
                <a:path w="18123" h="16184" extrusionOk="0">
                  <a:moveTo>
                    <a:pt x="6706" y="219"/>
                  </a:moveTo>
                  <a:cubicBezTo>
                    <a:pt x="8680" y="219"/>
                    <a:pt x="10660" y="800"/>
                    <a:pt x="12375" y="1974"/>
                  </a:cubicBezTo>
                  <a:cubicBezTo>
                    <a:pt x="16951" y="5105"/>
                    <a:pt x="18123" y="11353"/>
                    <a:pt x="14991" y="15930"/>
                  </a:cubicBezTo>
                  <a:lnTo>
                    <a:pt x="14470" y="15562"/>
                  </a:lnTo>
                  <a:lnTo>
                    <a:pt x="14478" y="15562"/>
                  </a:lnTo>
                  <a:cubicBezTo>
                    <a:pt x="16861" y="12085"/>
                    <a:pt x="16640" y="7446"/>
                    <a:pt x="13936" y="4212"/>
                  </a:cubicBezTo>
                  <a:cubicBezTo>
                    <a:pt x="12075" y="1987"/>
                    <a:pt x="9405" y="840"/>
                    <a:pt x="6716" y="840"/>
                  </a:cubicBezTo>
                  <a:cubicBezTo>
                    <a:pt x="4588" y="840"/>
                    <a:pt x="2448" y="1558"/>
                    <a:pt x="689" y="3030"/>
                  </a:cubicBezTo>
                  <a:lnTo>
                    <a:pt x="276" y="2547"/>
                  </a:lnTo>
                  <a:cubicBezTo>
                    <a:pt x="2130" y="1002"/>
                    <a:pt x="4414" y="219"/>
                    <a:pt x="6706" y="219"/>
                  </a:cubicBezTo>
                  <a:close/>
                  <a:moveTo>
                    <a:pt x="6706" y="0"/>
                  </a:moveTo>
                  <a:cubicBezTo>
                    <a:pt x="4350" y="0"/>
                    <a:pt x="1982" y="808"/>
                    <a:pt x="50" y="2458"/>
                  </a:cubicBezTo>
                  <a:cubicBezTo>
                    <a:pt x="50" y="2458"/>
                    <a:pt x="50" y="2459"/>
                    <a:pt x="48" y="2459"/>
                  </a:cubicBezTo>
                  <a:cubicBezTo>
                    <a:pt x="5" y="2498"/>
                    <a:pt x="1" y="2564"/>
                    <a:pt x="38" y="2607"/>
                  </a:cubicBezTo>
                  <a:lnTo>
                    <a:pt x="590" y="3247"/>
                  </a:lnTo>
                  <a:cubicBezTo>
                    <a:pt x="608" y="3269"/>
                    <a:pt x="634" y="3283"/>
                    <a:pt x="663" y="3286"/>
                  </a:cubicBezTo>
                  <a:cubicBezTo>
                    <a:pt x="665" y="3286"/>
                    <a:pt x="667" y="3286"/>
                    <a:pt x="669" y="3286"/>
                  </a:cubicBezTo>
                  <a:cubicBezTo>
                    <a:pt x="694" y="3286"/>
                    <a:pt x="720" y="3277"/>
                    <a:pt x="739" y="3259"/>
                  </a:cubicBezTo>
                  <a:cubicBezTo>
                    <a:pt x="2452" y="1795"/>
                    <a:pt x="4579" y="1053"/>
                    <a:pt x="6714" y="1053"/>
                  </a:cubicBezTo>
                  <a:cubicBezTo>
                    <a:pt x="8557" y="1053"/>
                    <a:pt x="10405" y="1606"/>
                    <a:pt x="11996" y="2724"/>
                  </a:cubicBezTo>
                  <a:cubicBezTo>
                    <a:pt x="16150" y="5641"/>
                    <a:pt x="17152" y="11374"/>
                    <a:pt x="14235" y="15528"/>
                  </a:cubicBezTo>
                  <a:cubicBezTo>
                    <a:pt x="14219" y="15552"/>
                    <a:pt x="14213" y="15580"/>
                    <a:pt x="14217" y="15607"/>
                  </a:cubicBezTo>
                  <a:cubicBezTo>
                    <a:pt x="14222" y="15635"/>
                    <a:pt x="14236" y="15660"/>
                    <a:pt x="14260" y="15675"/>
                  </a:cubicBezTo>
                  <a:lnTo>
                    <a:pt x="14956" y="16164"/>
                  </a:lnTo>
                  <a:cubicBezTo>
                    <a:pt x="14973" y="16175"/>
                    <a:pt x="14994" y="16183"/>
                    <a:pt x="15017" y="16183"/>
                  </a:cubicBezTo>
                  <a:cubicBezTo>
                    <a:pt x="15018" y="16183"/>
                    <a:pt x="15020" y="16183"/>
                    <a:pt x="15021" y="16183"/>
                  </a:cubicBezTo>
                  <a:cubicBezTo>
                    <a:pt x="15054" y="16183"/>
                    <a:pt x="15085" y="16168"/>
                    <a:pt x="15104" y="16143"/>
                  </a:cubicBezTo>
                  <a:cubicBezTo>
                    <a:pt x="17790" y="12313"/>
                    <a:pt x="17545" y="7150"/>
                    <a:pt x="14506" y="3594"/>
                  </a:cubicBezTo>
                  <a:cubicBezTo>
                    <a:pt x="12478" y="1220"/>
                    <a:pt x="9601" y="0"/>
                    <a:pt x="67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3"/>
            <p:cNvSpPr/>
            <p:nvPr/>
          </p:nvSpPr>
          <p:spPr>
            <a:xfrm>
              <a:off x="2014168" y="2730040"/>
              <a:ext cx="1175869" cy="1047210"/>
            </a:xfrm>
            <a:custGeom>
              <a:avLst/>
              <a:gdLst/>
              <a:ahLst/>
              <a:cxnLst/>
              <a:rect l="l" t="t" r="r" b="b"/>
              <a:pathLst>
                <a:path w="23918" h="21301" extrusionOk="0">
                  <a:moveTo>
                    <a:pt x="8832" y="226"/>
                  </a:moveTo>
                  <a:cubicBezTo>
                    <a:pt x="11462" y="226"/>
                    <a:pt x="14099" y="1005"/>
                    <a:pt x="16379" y="2581"/>
                  </a:cubicBezTo>
                  <a:cubicBezTo>
                    <a:pt x="22409" y="6749"/>
                    <a:pt x="23917" y="15017"/>
                    <a:pt x="19748" y="21047"/>
                  </a:cubicBezTo>
                  <a:lnTo>
                    <a:pt x="18913" y="20460"/>
                  </a:lnTo>
                  <a:lnTo>
                    <a:pt x="18913" y="20456"/>
                  </a:lnTo>
                  <a:cubicBezTo>
                    <a:pt x="22031" y="15919"/>
                    <a:pt x="21742" y="9861"/>
                    <a:pt x="18206" y="5642"/>
                  </a:cubicBezTo>
                  <a:cubicBezTo>
                    <a:pt x="15782" y="2750"/>
                    <a:pt x="12308" y="1259"/>
                    <a:pt x="8809" y="1259"/>
                  </a:cubicBezTo>
                  <a:cubicBezTo>
                    <a:pt x="6031" y="1259"/>
                    <a:pt x="3238" y="2198"/>
                    <a:pt x="943" y="4122"/>
                  </a:cubicBezTo>
                  <a:lnTo>
                    <a:pt x="280" y="3347"/>
                  </a:lnTo>
                  <a:cubicBezTo>
                    <a:pt x="2740" y="1275"/>
                    <a:pt x="5781" y="226"/>
                    <a:pt x="8832" y="226"/>
                  </a:cubicBezTo>
                  <a:close/>
                  <a:moveTo>
                    <a:pt x="8822" y="0"/>
                  </a:moveTo>
                  <a:cubicBezTo>
                    <a:pt x="5711" y="0"/>
                    <a:pt x="2585" y="1070"/>
                    <a:pt x="41" y="3256"/>
                  </a:cubicBezTo>
                  <a:cubicBezTo>
                    <a:pt x="0" y="3299"/>
                    <a:pt x="0" y="3366"/>
                    <a:pt x="41" y="3408"/>
                  </a:cubicBezTo>
                  <a:lnTo>
                    <a:pt x="840" y="4346"/>
                  </a:lnTo>
                  <a:cubicBezTo>
                    <a:pt x="859" y="4366"/>
                    <a:pt x="885" y="4380"/>
                    <a:pt x="913" y="4383"/>
                  </a:cubicBezTo>
                  <a:cubicBezTo>
                    <a:pt x="916" y="4383"/>
                    <a:pt x="920" y="4383"/>
                    <a:pt x="923" y="4383"/>
                  </a:cubicBezTo>
                  <a:cubicBezTo>
                    <a:pt x="948" y="4383"/>
                    <a:pt x="974" y="4373"/>
                    <a:pt x="992" y="4358"/>
                  </a:cubicBezTo>
                  <a:cubicBezTo>
                    <a:pt x="3233" y="2446"/>
                    <a:pt x="6015" y="1478"/>
                    <a:pt x="8808" y="1478"/>
                  </a:cubicBezTo>
                  <a:cubicBezTo>
                    <a:pt x="11216" y="1478"/>
                    <a:pt x="13631" y="2198"/>
                    <a:pt x="15712" y="3655"/>
                  </a:cubicBezTo>
                  <a:cubicBezTo>
                    <a:pt x="21160" y="7469"/>
                    <a:pt x="22483" y="14977"/>
                    <a:pt x="18669" y="20423"/>
                  </a:cubicBezTo>
                  <a:cubicBezTo>
                    <a:pt x="18652" y="20447"/>
                    <a:pt x="18646" y="20475"/>
                    <a:pt x="18649" y="20505"/>
                  </a:cubicBezTo>
                  <a:cubicBezTo>
                    <a:pt x="18657" y="20532"/>
                    <a:pt x="18672" y="20556"/>
                    <a:pt x="18695" y="20574"/>
                  </a:cubicBezTo>
                  <a:lnTo>
                    <a:pt x="19703" y="21281"/>
                  </a:lnTo>
                  <a:cubicBezTo>
                    <a:pt x="19720" y="21293"/>
                    <a:pt x="19740" y="21300"/>
                    <a:pt x="19760" y="21300"/>
                  </a:cubicBezTo>
                  <a:cubicBezTo>
                    <a:pt x="19762" y="21300"/>
                    <a:pt x="19764" y="21300"/>
                    <a:pt x="19766" y="21300"/>
                  </a:cubicBezTo>
                  <a:lnTo>
                    <a:pt x="19764" y="21300"/>
                  </a:lnTo>
                  <a:cubicBezTo>
                    <a:pt x="19800" y="21300"/>
                    <a:pt x="19833" y="21284"/>
                    <a:pt x="19852" y="21255"/>
                  </a:cubicBezTo>
                  <a:cubicBezTo>
                    <a:pt x="23409" y="16206"/>
                    <a:pt x="23083" y="9386"/>
                    <a:pt x="19059" y="4700"/>
                  </a:cubicBezTo>
                  <a:cubicBezTo>
                    <a:pt x="16392" y="1594"/>
                    <a:pt x="12618" y="0"/>
                    <a:pt x="8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3"/>
            <p:cNvSpPr/>
            <p:nvPr/>
          </p:nvSpPr>
          <p:spPr>
            <a:xfrm>
              <a:off x="4909790" y="2475034"/>
              <a:ext cx="274130" cy="366064"/>
            </a:xfrm>
            <a:custGeom>
              <a:avLst/>
              <a:gdLst/>
              <a:ahLst/>
              <a:cxnLst/>
              <a:rect l="l" t="t" r="r" b="b"/>
              <a:pathLst>
                <a:path w="5576" h="7446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lnTo>
                    <a:pt x="1" y="7339"/>
                  </a:lnTo>
                  <a:cubicBezTo>
                    <a:pt x="1" y="7397"/>
                    <a:pt x="48" y="7445"/>
                    <a:pt x="106" y="7445"/>
                  </a:cubicBezTo>
                  <a:cubicBezTo>
                    <a:pt x="166" y="7445"/>
                    <a:pt x="213" y="7397"/>
                    <a:pt x="213" y="7339"/>
                  </a:cubicBezTo>
                  <a:lnTo>
                    <a:pt x="213" y="213"/>
                  </a:lnTo>
                  <a:lnTo>
                    <a:pt x="5468" y="213"/>
                  </a:lnTo>
                  <a:cubicBezTo>
                    <a:pt x="5527" y="213"/>
                    <a:pt x="5575" y="166"/>
                    <a:pt x="5575" y="108"/>
                  </a:cubicBezTo>
                  <a:cubicBezTo>
                    <a:pt x="5575" y="48"/>
                    <a:pt x="5527" y="0"/>
                    <a:pt x="546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3"/>
            <p:cNvSpPr/>
            <p:nvPr/>
          </p:nvSpPr>
          <p:spPr>
            <a:xfrm>
              <a:off x="4909790" y="2875955"/>
              <a:ext cx="10717" cy="34512"/>
            </a:xfrm>
            <a:custGeom>
              <a:avLst/>
              <a:gdLst/>
              <a:ahLst/>
              <a:cxnLst/>
              <a:rect l="l" t="t" r="r" b="b"/>
              <a:pathLst>
                <a:path w="218" h="702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lnTo>
                    <a:pt x="1" y="596"/>
                  </a:lnTo>
                  <a:cubicBezTo>
                    <a:pt x="1" y="654"/>
                    <a:pt x="48" y="702"/>
                    <a:pt x="106" y="702"/>
                  </a:cubicBezTo>
                  <a:lnTo>
                    <a:pt x="115" y="702"/>
                  </a:lnTo>
                  <a:cubicBezTo>
                    <a:pt x="175" y="697"/>
                    <a:pt x="218" y="645"/>
                    <a:pt x="213" y="587"/>
                  </a:cubicBezTo>
                  <a:lnTo>
                    <a:pt x="213" y="108"/>
                  </a:lnTo>
                  <a:cubicBezTo>
                    <a:pt x="212" y="49"/>
                    <a:pt x="166" y="2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3"/>
            <p:cNvSpPr/>
            <p:nvPr/>
          </p:nvSpPr>
          <p:spPr>
            <a:xfrm>
              <a:off x="5300730" y="2474936"/>
              <a:ext cx="214447" cy="10521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66"/>
                    <a:pt x="49" y="214"/>
                    <a:pt x="107" y="214"/>
                  </a:cubicBezTo>
                  <a:lnTo>
                    <a:pt x="4255" y="214"/>
                  </a:lnTo>
                  <a:cubicBezTo>
                    <a:pt x="4314" y="214"/>
                    <a:pt x="4362" y="166"/>
                    <a:pt x="4362" y="107"/>
                  </a:cubicBezTo>
                  <a:cubicBezTo>
                    <a:pt x="4362" y="49"/>
                    <a:pt x="4314" y="1"/>
                    <a:pt x="42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3"/>
            <p:cNvSpPr/>
            <p:nvPr/>
          </p:nvSpPr>
          <p:spPr>
            <a:xfrm>
              <a:off x="5300730" y="2534472"/>
              <a:ext cx="214447" cy="10570"/>
            </a:xfrm>
            <a:custGeom>
              <a:avLst/>
              <a:gdLst/>
              <a:ahLst/>
              <a:cxnLst/>
              <a:rect l="l" t="t" r="r" b="b"/>
              <a:pathLst>
                <a:path w="4362" h="215" extrusionOk="0">
                  <a:moveTo>
                    <a:pt x="107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7"/>
                    <a:pt x="49" y="215"/>
                    <a:pt x="107" y="215"/>
                  </a:cubicBezTo>
                  <a:lnTo>
                    <a:pt x="4255" y="215"/>
                  </a:lnTo>
                  <a:cubicBezTo>
                    <a:pt x="4314" y="215"/>
                    <a:pt x="4362" y="167"/>
                    <a:pt x="4362" y="108"/>
                  </a:cubicBezTo>
                  <a:cubicBezTo>
                    <a:pt x="4362" y="48"/>
                    <a:pt x="4314" y="0"/>
                    <a:pt x="42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3"/>
            <p:cNvSpPr/>
            <p:nvPr/>
          </p:nvSpPr>
          <p:spPr>
            <a:xfrm>
              <a:off x="5300730" y="2594057"/>
              <a:ext cx="214447" cy="10521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6"/>
                    <a:pt x="49" y="213"/>
                    <a:pt x="107" y="213"/>
                  </a:cubicBezTo>
                  <a:lnTo>
                    <a:pt x="4255" y="213"/>
                  </a:lnTo>
                  <a:cubicBezTo>
                    <a:pt x="4314" y="213"/>
                    <a:pt x="4362" y="166"/>
                    <a:pt x="4362" y="108"/>
                  </a:cubicBezTo>
                  <a:cubicBezTo>
                    <a:pt x="4362" y="48"/>
                    <a:pt x="4314" y="0"/>
                    <a:pt x="42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3"/>
            <p:cNvSpPr/>
            <p:nvPr/>
          </p:nvSpPr>
          <p:spPr>
            <a:xfrm>
              <a:off x="2444586" y="3342703"/>
              <a:ext cx="89869" cy="43656"/>
            </a:xfrm>
            <a:custGeom>
              <a:avLst/>
              <a:gdLst/>
              <a:ahLst/>
              <a:cxnLst/>
              <a:rect l="l" t="t" r="r" b="b"/>
              <a:pathLst>
                <a:path w="1828" h="888" extrusionOk="0">
                  <a:moveTo>
                    <a:pt x="1704" y="1"/>
                  </a:moveTo>
                  <a:cubicBezTo>
                    <a:pt x="1690" y="1"/>
                    <a:pt x="1677" y="3"/>
                    <a:pt x="1663" y="9"/>
                  </a:cubicBezTo>
                  <a:lnTo>
                    <a:pt x="79" y="683"/>
                  </a:lnTo>
                  <a:lnTo>
                    <a:pt x="78" y="683"/>
                  </a:lnTo>
                  <a:cubicBezTo>
                    <a:pt x="24" y="707"/>
                    <a:pt x="0" y="770"/>
                    <a:pt x="24" y="823"/>
                  </a:cubicBezTo>
                  <a:cubicBezTo>
                    <a:pt x="40" y="862"/>
                    <a:pt x="77" y="887"/>
                    <a:pt x="117" y="887"/>
                  </a:cubicBezTo>
                  <a:cubicBezTo>
                    <a:pt x="119" y="887"/>
                    <a:pt x="120" y="887"/>
                    <a:pt x="121" y="887"/>
                  </a:cubicBezTo>
                  <a:cubicBezTo>
                    <a:pt x="124" y="887"/>
                    <a:pt x="126" y="888"/>
                    <a:pt x="129" y="888"/>
                  </a:cubicBezTo>
                  <a:cubicBezTo>
                    <a:pt x="142" y="888"/>
                    <a:pt x="154" y="885"/>
                    <a:pt x="166" y="880"/>
                  </a:cubicBezTo>
                  <a:lnTo>
                    <a:pt x="1747" y="205"/>
                  </a:lnTo>
                  <a:cubicBezTo>
                    <a:pt x="1747" y="205"/>
                    <a:pt x="1748" y="204"/>
                    <a:pt x="1750" y="204"/>
                  </a:cubicBezTo>
                  <a:cubicBezTo>
                    <a:pt x="1802" y="181"/>
                    <a:pt x="1827" y="120"/>
                    <a:pt x="1803" y="67"/>
                  </a:cubicBezTo>
                  <a:cubicBezTo>
                    <a:pt x="1786" y="26"/>
                    <a:pt x="1746" y="1"/>
                    <a:pt x="17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3"/>
            <p:cNvSpPr/>
            <p:nvPr/>
          </p:nvSpPr>
          <p:spPr>
            <a:xfrm>
              <a:off x="2570392" y="2942029"/>
              <a:ext cx="905917" cy="390547"/>
            </a:xfrm>
            <a:custGeom>
              <a:avLst/>
              <a:gdLst/>
              <a:ahLst/>
              <a:cxnLst/>
              <a:rect l="l" t="t" r="r" b="b"/>
              <a:pathLst>
                <a:path w="18427" h="7944" extrusionOk="0">
                  <a:moveTo>
                    <a:pt x="18304" y="0"/>
                  </a:moveTo>
                  <a:cubicBezTo>
                    <a:pt x="18290" y="0"/>
                    <a:pt x="18276" y="3"/>
                    <a:pt x="18263" y="8"/>
                  </a:cubicBezTo>
                  <a:lnTo>
                    <a:pt x="98" y="7728"/>
                  </a:lnTo>
                  <a:cubicBezTo>
                    <a:pt x="39" y="7740"/>
                    <a:pt x="1" y="7798"/>
                    <a:pt x="13" y="7856"/>
                  </a:cubicBezTo>
                  <a:cubicBezTo>
                    <a:pt x="23" y="7909"/>
                    <a:pt x="69" y="7944"/>
                    <a:pt x="119" y="7944"/>
                  </a:cubicBezTo>
                  <a:cubicBezTo>
                    <a:pt x="126" y="7944"/>
                    <a:pt x="133" y="7943"/>
                    <a:pt x="141" y="7941"/>
                  </a:cubicBezTo>
                  <a:cubicBezTo>
                    <a:pt x="156" y="7940"/>
                    <a:pt x="171" y="7934"/>
                    <a:pt x="184" y="7925"/>
                  </a:cubicBezTo>
                  <a:lnTo>
                    <a:pt x="18346" y="205"/>
                  </a:lnTo>
                  <a:cubicBezTo>
                    <a:pt x="18347" y="205"/>
                    <a:pt x="18349" y="205"/>
                    <a:pt x="18349" y="203"/>
                  </a:cubicBezTo>
                  <a:cubicBezTo>
                    <a:pt x="18402" y="181"/>
                    <a:pt x="18426" y="120"/>
                    <a:pt x="18404" y="66"/>
                  </a:cubicBezTo>
                  <a:cubicBezTo>
                    <a:pt x="18404" y="66"/>
                    <a:pt x="18404" y="65"/>
                    <a:pt x="18402" y="65"/>
                  </a:cubicBezTo>
                  <a:cubicBezTo>
                    <a:pt x="18386" y="24"/>
                    <a:pt x="18346" y="0"/>
                    <a:pt x="183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3"/>
            <p:cNvSpPr/>
            <p:nvPr/>
          </p:nvSpPr>
          <p:spPr>
            <a:xfrm>
              <a:off x="4248849" y="1498470"/>
              <a:ext cx="510405" cy="799530"/>
            </a:xfrm>
            <a:custGeom>
              <a:avLst/>
              <a:gdLst/>
              <a:ahLst/>
              <a:cxnLst/>
              <a:rect l="l" t="t" r="r" b="b"/>
              <a:pathLst>
                <a:path w="10382" h="16263" extrusionOk="0">
                  <a:moveTo>
                    <a:pt x="9529" y="1"/>
                  </a:moveTo>
                  <a:cubicBezTo>
                    <a:pt x="9529" y="90"/>
                    <a:pt x="8369" y="9028"/>
                    <a:pt x="5718" y="12143"/>
                  </a:cubicBezTo>
                  <a:cubicBezTo>
                    <a:pt x="3117" y="15197"/>
                    <a:pt x="32" y="15410"/>
                    <a:pt x="1" y="15410"/>
                  </a:cubicBezTo>
                  <a:lnTo>
                    <a:pt x="17" y="15699"/>
                  </a:lnTo>
                  <a:lnTo>
                    <a:pt x="46" y="16263"/>
                  </a:lnTo>
                  <a:cubicBezTo>
                    <a:pt x="187" y="16257"/>
                    <a:pt x="3515" y="16051"/>
                    <a:pt x="6365" y="12691"/>
                  </a:cubicBezTo>
                  <a:cubicBezTo>
                    <a:pt x="9182" y="9385"/>
                    <a:pt x="10333" y="484"/>
                    <a:pt x="10382" y="109"/>
                  </a:cubicBezTo>
                  <a:lnTo>
                    <a:pt x="952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3"/>
            <p:cNvSpPr/>
            <p:nvPr/>
          </p:nvSpPr>
          <p:spPr>
            <a:xfrm>
              <a:off x="4192558" y="1440065"/>
              <a:ext cx="678197" cy="1050750"/>
            </a:xfrm>
            <a:custGeom>
              <a:avLst/>
              <a:gdLst/>
              <a:ahLst/>
              <a:cxnLst/>
              <a:rect l="l" t="t" r="r" b="b"/>
              <a:pathLst>
                <a:path w="13795" h="21373" extrusionOk="0">
                  <a:moveTo>
                    <a:pt x="11991" y="0"/>
                  </a:moveTo>
                  <a:lnTo>
                    <a:pt x="11166" y="213"/>
                  </a:lnTo>
                  <a:cubicBezTo>
                    <a:pt x="11184" y="282"/>
                    <a:pt x="12898" y="7010"/>
                    <a:pt x="11338" y="11849"/>
                  </a:cubicBezTo>
                  <a:cubicBezTo>
                    <a:pt x="9831" y="16516"/>
                    <a:pt x="4773" y="20519"/>
                    <a:pt x="523" y="20519"/>
                  </a:cubicBezTo>
                  <a:cubicBezTo>
                    <a:pt x="368" y="20519"/>
                    <a:pt x="214" y="20514"/>
                    <a:pt x="61" y="20503"/>
                  </a:cubicBezTo>
                  <a:lnTo>
                    <a:pt x="1" y="21356"/>
                  </a:lnTo>
                  <a:cubicBezTo>
                    <a:pt x="178" y="21373"/>
                    <a:pt x="357" y="21373"/>
                    <a:pt x="535" y="21373"/>
                  </a:cubicBezTo>
                  <a:cubicBezTo>
                    <a:pt x="5188" y="21373"/>
                    <a:pt x="10514" y="17183"/>
                    <a:pt x="12148" y="12113"/>
                  </a:cubicBezTo>
                  <a:cubicBezTo>
                    <a:pt x="13794" y="7012"/>
                    <a:pt x="12066" y="285"/>
                    <a:pt x="1199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3"/>
            <p:cNvSpPr/>
            <p:nvPr/>
          </p:nvSpPr>
          <p:spPr>
            <a:xfrm>
              <a:off x="4235035" y="1592371"/>
              <a:ext cx="393742" cy="824603"/>
            </a:xfrm>
            <a:custGeom>
              <a:avLst/>
              <a:gdLst/>
              <a:ahLst/>
              <a:cxnLst/>
              <a:rect l="l" t="t" r="r" b="b"/>
              <a:pathLst>
                <a:path w="8009" h="16773" extrusionOk="0">
                  <a:moveTo>
                    <a:pt x="6087" y="1"/>
                  </a:moveTo>
                  <a:lnTo>
                    <a:pt x="5255" y="184"/>
                  </a:lnTo>
                  <a:cubicBezTo>
                    <a:pt x="5283" y="322"/>
                    <a:pt x="8008" y="13193"/>
                    <a:pt x="1" y="15965"/>
                  </a:cubicBezTo>
                  <a:lnTo>
                    <a:pt x="282" y="16771"/>
                  </a:lnTo>
                  <a:lnTo>
                    <a:pt x="282" y="16772"/>
                  </a:lnTo>
                  <a:cubicBezTo>
                    <a:pt x="3912" y="15513"/>
                    <a:pt x="6063" y="12195"/>
                    <a:pt x="6503" y="7164"/>
                  </a:cubicBezTo>
                  <a:cubicBezTo>
                    <a:pt x="6692" y="4768"/>
                    <a:pt x="6552" y="2359"/>
                    <a:pt x="60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3"/>
            <p:cNvSpPr/>
            <p:nvPr/>
          </p:nvSpPr>
          <p:spPr>
            <a:xfrm>
              <a:off x="1962203" y="1622409"/>
              <a:ext cx="561485" cy="372750"/>
            </a:xfrm>
            <a:custGeom>
              <a:avLst/>
              <a:gdLst/>
              <a:ahLst/>
              <a:cxnLst/>
              <a:rect l="l" t="t" r="r" b="b"/>
              <a:pathLst>
                <a:path w="11421" h="7582" extrusionOk="0">
                  <a:moveTo>
                    <a:pt x="4909" y="0"/>
                  </a:moveTo>
                  <a:lnTo>
                    <a:pt x="809" y="4065"/>
                  </a:lnTo>
                  <a:lnTo>
                    <a:pt x="45" y="6893"/>
                  </a:lnTo>
                  <a:cubicBezTo>
                    <a:pt x="0" y="7064"/>
                    <a:pt x="55" y="7244"/>
                    <a:pt x="188" y="7362"/>
                  </a:cubicBezTo>
                  <a:cubicBezTo>
                    <a:pt x="276" y="7438"/>
                    <a:pt x="385" y="7476"/>
                    <a:pt x="494" y="7476"/>
                  </a:cubicBezTo>
                  <a:cubicBezTo>
                    <a:pt x="623" y="7476"/>
                    <a:pt x="752" y="7422"/>
                    <a:pt x="844" y="7317"/>
                  </a:cubicBezTo>
                  <a:cubicBezTo>
                    <a:pt x="852" y="7308"/>
                    <a:pt x="861" y="7298"/>
                    <a:pt x="868" y="7287"/>
                  </a:cubicBezTo>
                  <a:lnTo>
                    <a:pt x="2542" y="5000"/>
                  </a:lnTo>
                  <a:lnTo>
                    <a:pt x="2719" y="7003"/>
                  </a:lnTo>
                  <a:cubicBezTo>
                    <a:pt x="2749" y="7315"/>
                    <a:pt x="2999" y="7560"/>
                    <a:pt x="3312" y="7580"/>
                  </a:cubicBezTo>
                  <a:cubicBezTo>
                    <a:pt x="3325" y="7581"/>
                    <a:pt x="3337" y="7582"/>
                    <a:pt x="3350" y="7582"/>
                  </a:cubicBezTo>
                  <a:cubicBezTo>
                    <a:pt x="3659" y="7582"/>
                    <a:pt x="3924" y="7361"/>
                    <a:pt x="3979" y="7055"/>
                  </a:cubicBezTo>
                  <a:lnTo>
                    <a:pt x="4427" y="4442"/>
                  </a:lnTo>
                  <a:lnTo>
                    <a:pt x="11420" y="2365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3"/>
            <p:cNvSpPr/>
            <p:nvPr/>
          </p:nvSpPr>
          <p:spPr>
            <a:xfrm>
              <a:off x="1958221" y="1616411"/>
              <a:ext cx="582084" cy="384057"/>
            </a:xfrm>
            <a:custGeom>
              <a:avLst/>
              <a:gdLst/>
              <a:ahLst/>
              <a:cxnLst/>
              <a:rect l="l" t="t" r="r" b="b"/>
              <a:pathLst>
                <a:path w="11840" h="7812" extrusionOk="0">
                  <a:moveTo>
                    <a:pt x="5016" y="237"/>
                  </a:moveTo>
                  <a:lnTo>
                    <a:pt x="11159" y="2470"/>
                  </a:lnTo>
                  <a:lnTo>
                    <a:pt x="4478" y="4455"/>
                  </a:lnTo>
                  <a:lnTo>
                    <a:pt x="4414" y="4474"/>
                  </a:lnTo>
                  <a:lnTo>
                    <a:pt x="3954" y="7150"/>
                  </a:lnTo>
                  <a:cubicBezTo>
                    <a:pt x="3912" y="7384"/>
                    <a:pt x="3720" y="7561"/>
                    <a:pt x="3483" y="7583"/>
                  </a:cubicBezTo>
                  <a:cubicBezTo>
                    <a:pt x="3466" y="7585"/>
                    <a:pt x="3449" y="7586"/>
                    <a:pt x="3432" y="7586"/>
                  </a:cubicBezTo>
                  <a:cubicBezTo>
                    <a:pt x="3163" y="7586"/>
                    <a:pt x="2932" y="7381"/>
                    <a:pt x="2907" y="7108"/>
                  </a:cubicBezTo>
                  <a:lnTo>
                    <a:pt x="2703" y="4826"/>
                  </a:lnTo>
                  <a:lnTo>
                    <a:pt x="863" y="7347"/>
                  </a:lnTo>
                  <a:cubicBezTo>
                    <a:pt x="805" y="7429"/>
                    <a:pt x="714" y="7482"/>
                    <a:pt x="614" y="7491"/>
                  </a:cubicBezTo>
                  <a:cubicBezTo>
                    <a:pt x="601" y="7493"/>
                    <a:pt x="588" y="7494"/>
                    <a:pt x="574" y="7494"/>
                  </a:cubicBezTo>
                  <a:cubicBezTo>
                    <a:pt x="543" y="7494"/>
                    <a:pt x="512" y="7489"/>
                    <a:pt x="482" y="7481"/>
                  </a:cubicBezTo>
                  <a:cubicBezTo>
                    <a:pt x="291" y="7430"/>
                    <a:pt x="178" y="7232"/>
                    <a:pt x="230" y="7041"/>
                  </a:cubicBezTo>
                  <a:lnTo>
                    <a:pt x="981" y="4242"/>
                  </a:lnTo>
                  <a:lnTo>
                    <a:pt x="5016" y="237"/>
                  </a:lnTo>
                  <a:close/>
                  <a:moveTo>
                    <a:pt x="4962" y="0"/>
                  </a:moveTo>
                  <a:lnTo>
                    <a:pt x="788" y="4131"/>
                  </a:lnTo>
                  <a:lnTo>
                    <a:pt x="23" y="6989"/>
                  </a:lnTo>
                  <a:cubicBezTo>
                    <a:pt x="5" y="7056"/>
                    <a:pt x="1" y="7128"/>
                    <a:pt x="8" y="7196"/>
                  </a:cubicBezTo>
                  <a:cubicBezTo>
                    <a:pt x="40" y="7489"/>
                    <a:pt x="287" y="7706"/>
                    <a:pt x="575" y="7706"/>
                  </a:cubicBezTo>
                  <a:cubicBezTo>
                    <a:pt x="596" y="7706"/>
                    <a:pt x="617" y="7705"/>
                    <a:pt x="638" y="7702"/>
                  </a:cubicBezTo>
                  <a:cubicBezTo>
                    <a:pt x="797" y="7686"/>
                    <a:pt x="942" y="7603"/>
                    <a:pt x="1037" y="7473"/>
                  </a:cubicBezTo>
                  <a:lnTo>
                    <a:pt x="2542" y="5417"/>
                  </a:lnTo>
                  <a:lnTo>
                    <a:pt x="2693" y="7135"/>
                  </a:lnTo>
                  <a:cubicBezTo>
                    <a:pt x="2727" y="7501"/>
                    <a:pt x="3020" y="7787"/>
                    <a:pt x="3387" y="7811"/>
                  </a:cubicBezTo>
                  <a:lnTo>
                    <a:pt x="3433" y="7811"/>
                  </a:lnTo>
                  <a:cubicBezTo>
                    <a:pt x="3438" y="7811"/>
                    <a:pt x="3443" y="7811"/>
                    <a:pt x="3448" y="7811"/>
                  </a:cubicBezTo>
                  <a:cubicBezTo>
                    <a:pt x="3808" y="7811"/>
                    <a:pt x="4114" y="7552"/>
                    <a:pt x="4174" y="7196"/>
                  </a:cubicBezTo>
                  <a:lnTo>
                    <a:pt x="4602" y="4650"/>
                  </a:lnTo>
                  <a:lnTo>
                    <a:pt x="11839" y="2500"/>
                  </a:lnTo>
                  <a:lnTo>
                    <a:pt x="496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3"/>
            <p:cNvSpPr/>
            <p:nvPr/>
          </p:nvSpPr>
          <p:spPr>
            <a:xfrm>
              <a:off x="2965266" y="1243366"/>
              <a:ext cx="431745" cy="364589"/>
            </a:xfrm>
            <a:custGeom>
              <a:avLst/>
              <a:gdLst/>
              <a:ahLst/>
              <a:cxnLst/>
              <a:rect l="l" t="t" r="r" b="b"/>
              <a:pathLst>
                <a:path w="8782" h="7416" extrusionOk="0">
                  <a:moveTo>
                    <a:pt x="7147" y="1"/>
                  </a:moveTo>
                  <a:lnTo>
                    <a:pt x="0" y="2273"/>
                  </a:lnTo>
                  <a:lnTo>
                    <a:pt x="1635" y="7415"/>
                  </a:lnTo>
                  <a:lnTo>
                    <a:pt x="8782" y="5145"/>
                  </a:lnTo>
                  <a:lnTo>
                    <a:pt x="714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2958530" y="1236139"/>
              <a:ext cx="445166" cy="378305"/>
            </a:xfrm>
            <a:custGeom>
              <a:avLst/>
              <a:gdLst/>
              <a:ahLst/>
              <a:cxnLst/>
              <a:rect l="l" t="t" r="r" b="b"/>
              <a:pathLst>
                <a:path w="9055" h="7695" extrusionOk="0">
                  <a:moveTo>
                    <a:pt x="7214" y="277"/>
                  </a:moveTo>
                  <a:lnTo>
                    <a:pt x="8786" y="5220"/>
                  </a:lnTo>
                  <a:lnTo>
                    <a:pt x="1845" y="7425"/>
                  </a:lnTo>
                  <a:lnTo>
                    <a:pt x="273" y="2485"/>
                  </a:lnTo>
                  <a:lnTo>
                    <a:pt x="7214" y="277"/>
                  </a:lnTo>
                  <a:close/>
                  <a:moveTo>
                    <a:pt x="7348" y="0"/>
                  </a:moveTo>
                  <a:lnTo>
                    <a:pt x="0" y="2347"/>
                  </a:lnTo>
                  <a:lnTo>
                    <a:pt x="1705" y="7695"/>
                  </a:lnTo>
                  <a:lnTo>
                    <a:pt x="9054" y="5348"/>
                  </a:lnTo>
                  <a:lnTo>
                    <a:pt x="734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3"/>
            <p:cNvSpPr/>
            <p:nvPr/>
          </p:nvSpPr>
          <p:spPr>
            <a:xfrm>
              <a:off x="2416760" y="1372074"/>
              <a:ext cx="552046" cy="519303"/>
            </a:xfrm>
            <a:custGeom>
              <a:avLst/>
              <a:gdLst/>
              <a:ahLst/>
              <a:cxnLst/>
              <a:rect l="l" t="t" r="r" b="b"/>
              <a:pathLst>
                <a:path w="11229" h="10563" extrusionOk="0">
                  <a:moveTo>
                    <a:pt x="9230" y="0"/>
                  </a:moveTo>
                  <a:lnTo>
                    <a:pt x="0" y="3331"/>
                  </a:lnTo>
                  <a:lnTo>
                    <a:pt x="3901" y="10563"/>
                  </a:lnTo>
                  <a:lnTo>
                    <a:pt x="11229" y="5615"/>
                  </a:lnTo>
                  <a:lnTo>
                    <a:pt x="9230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2409238" y="1365191"/>
              <a:ext cx="565860" cy="533708"/>
            </a:xfrm>
            <a:custGeom>
              <a:avLst/>
              <a:gdLst/>
              <a:ahLst/>
              <a:cxnLst/>
              <a:rect l="l" t="t" r="r" b="b"/>
              <a:pathLst>
                <a:path w="11510" h="10856" extrusionOk="0">
                  <a:moveTo>
                    <a:pt x="9309" y="276"/>
                  </a:moveTo>
                  <a:lnTo>
                    <a:pt x="11243" y="5712"/>
                  </a:lnTo>
                  <a:lnTo>
                    <a:pt x="4084" y="10546"/>
                  </a:lnTo>
                  <a:lnTo>
                    <a:pt x="307" y="3527"/>
                  </a:lnTo>
                  <a:lnTo>
                    <a:pt x="9309" y="276"/>
                  </a:lnTo>
                  <a:close/>
                  <a:moveTo>
                    <a:pt x="9447" y="0"/>
                  </a:moveTo>
                  <a:lnTo>
                    <a:pt x="0" y="3413"/>
                  </a:lnTo>
                  <a:lnTo>
                    <a:pt x="4017" y="10856"/>
                  </a:lnTo>
                  <a:lnTo>
                    <a:pt x="11510" y="5792"/>
                  </a:lnTo>
                  <a:lnTo>
                    <a:pt x="94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3"/>
            <p:cNvSpPr/>
            <p:nvPr/>
          </p:nvSpPr>
          <p:spPr>
            <a:xfrm>
              <a:off x="2854355" y="1277977"/>
              <a:ext cx="254416" cy="411293"/>
            </a:xfrm>
            <a:custGeom>
              <a:avLst/>
              <a:gdLst/>
              <a:ahLst/>
              <a:cxnLst/>
              <a:rect l="l" t="t" r="r" b="b"/>
              <a:pathLst>
                <a:path w="5175" h="8366" extrusionOk="0">
                  <a:moveTo>
                    <a:pt x="2221" y="1"/>
                  </a:moveTo>
                  <a:cubicBezTo>
                    <a:pt x="2133" y="1"/>
                    <a:pt x="2043" y="14"/>
                    <a:pt x="1954" y="43"/>
                  </a:cubicBezTo>
                  <a:lnTo>
                    <a:pt x="715" y="436"/>
                  </a:lnTo>
                  <a:cubicBezTo>
                    <a:pt x="253" y="583"/>
                    <a:pt x="0" y="1071"/>
                    <a:pt x="148" y="1531"/>
                  </a:cubicBezTo>
                  <a:lnTo>
                    <a:pt x="2125" y="7757"/>
                  </a:lnTo>
                  <a:cubicBezTo>
                    <a:pt x="2244" y="8129"/>
                    <a:pt x="2586" y="8365"/>
                    <a:pt x="2956" y="8365"/>
                  </a:cubicBezTo>
                  <a:cubicBezTo>
                    <a:pt x="3043" y="8365"/>
                    <a:pt x="3133" y="8352"/>
                    <a:pt x="3221" y="8324"/>
                  </a:cubicBezTo>
                  <a:lnTo>
                    <a:pt x="4461" y="7929"/>
                  </a:lnTo>
                  <a:cubicBezTo>
                    <a:pt x="4921" y="7784"/>
                    <a:pt x="5174" y="7295"/>
                    <a:pt x="5028" y="6835"/>
                  </a:cubicBezTo>
                  <a:lnTo>
                    <a:pt x="3050" y="608"/>
                  </a:lnTo>
                  <a:cubicBezTo>
                    <a:pt x="2932" y="237"/>
                    <a:pt x="2591" y="1"/>
                    <a:pt x="22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3"/>
            <p:cNvSpPr/>
            <p:nvPr/>
          </p:nvSpPr>
          <p:spPr>
            <a:xfrm>
              <a:off x="2848701" y="1272618"/>
              <a:ext cx="266117" cy="421716"/>
            </a:xfrm>
            <a:custGeom>
              <a:avLst/>
              <a:gdLst/>
              <a:ahLst/>
              <a:cxnLst/>
              <a:rect l="l" t="t" r="r" b="b"/>
              <a:pathLst>
                <a:path w="5413" h="8578" extrusionOk="0">
                  <a:moveTo>
                    <a:pt x="2337" y="213"/>
                  </a:moveTo>
                  <a:cubicBezTo>
                    <a:pt x="2669" y="213"/>
                    <a:pt x="2963" y="427"/>
                    <a:pt x="3066" y="741"/>
                  </a:cubicBezTo>
                  <a:lnTo>
                    <a:pt x="5045" y="6966"/>
                  </a:lnTo>
                  <a:cubicBezTo>
                    <a:pt x="5172" y="7370"/>
                    <a:pt x="4948" y="7799"/>
                    <a:pt x="4546" y="7928"/>
                  </a:cubicBezTo>
                  <a:lnTo>
                    <a:pt x="3309" y="8320"/>
                  </a:lnTo>
                  <a:cubicBezTo>
                    <a:pt x="3233" y="8345"/>
                    <a:pt x="3153" y="8358"/>
                    <a:pt x="3074" y="8358"/>
                  </a:cubicBezTo>
                  <a:cubicBezTo>
                    <a:pt x="2953" y="8358"/>
                    <a:pt x="2833" y="8328"/>
                    <a:pt x="2724" y="8271"/>
                  </a:cubicBezTo>
                  <a:cubicBezTo>
                    <a:pt x="2544" y="8178"/>
                    <a:pt x="2407" y="8018"/>
                    <a:pt x="2344" y="7823"/>
                  </a:cubicBezTo>
                  <a:lnTo>
                    <a:pt x="368" y="1605"/>
                  </a:lnTo>
                  <a:cubicBezTo>
                    <a:pt x="367" y="1603"/>
                    <a:pt x="367" y="1602"/>
                    <a:pt x="367" y="1600"/>
                  </a:cubicBezTo>
                  <a:cubicBezTo>
                    <a:pt x="239" y="1198"/>
                    <a:pt x="462" y="769"/>
                    <a:pt x="864" y="643"/>
                  </a:cubicBezTo>
                  <a:lnTo>
                    <a:pt x="2103" y="248"/>
                  </a:lnTo>
                  <a:cubicBezTo>
                    <a:pt x="2177" y="224"/>
                    <a:pt x="2256" y="213"/>
                    <a:pt x="2334" y="213"/>
                  </a:cubicBezTo>
                  <a:cubicBezTo>
                    <a:pt x="2335" y="213"/>
                    <a:pt x="2336" y="213"/>
                    <a:pt x="2337" y="213"/>
                  </a:cubicBezTo>
                  <a:close/>
                  <a:moveTo>
                    <a:pt x="2334" y="0"/>
                  </a:moveTo>
                  <a:cubicBezTo>
                    <a:pt x="2236" y="0"/>
                    <a:pt x="2137" y="15"/>
                    <a:pt x="2039" y="46"/>
                  </a:cubicBezTo>
                  <a:lnTo>
                    <a:pt x="803" y="437"/>
                  </a:lnTo>
                  <a:cubicBezTo>
                    <a:pt x="287" y="601"/>
                    <a:pt x="1" y="1152"/>
                    <a:pt x="163" y="1669"/>
                  </a:cubicBezTo>
                  <a:lnTo>
                    <a:pt x="2142" y="7894"/>
                  </a:lnTo>
                  <a:cubicBezTo>
                    <a:pt x="2271" y="8299"/>
                    <a:pt x="2648" y="8574"/>
                    <a:pt x="3074" y="8577"/>
                  </a:cubicBezTo>
                  <a:cubicBezTo>
                    <a:pt x="3078" y="8577"/>
                    <a:pt x="3083" y="8578"/>
                    <a:pt x="3088" y="8578"/>
                  </a:cubicBezTo>
                  <a:cubicBezTo>
                    <a:pt x="3184" y="8578"/>
                    <a:pt x="3279" y="8563"/>
                    <a:pt x="3372" y="8536"/>
                  </a:cubicBezTo>
                  <a:lnTo>
                    <a:pt x="4609" y="8141"/>
                  </a:lnTo>
                  <a:cubicBezTo>
                    <a:pt x="4610" y="8140"/>
                    <a:pt x="4612" y="8140"/>
                    <a:pt x="4613" y="8140"/>
                  </a:cubicBezTo>
                  <a:cubicBezTo>
                    <a:pt x="5129" y="7976"/>
                    <a:pt x="5413" y="7425"/>
                    <a:pt x="5249" y="6910"/>
                  </a:cubicBezTo>
                  <a:lnTo>
                    <a:pt x="3270" y="686"/>
                  </a:lnTo>
                  <a:cubicBezTo>
                    <a:pt x="3138" y="267"/>
                    <a:pt x="2751" y="0"/>
                    <a:pt x="23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3"/>
            <p:cNvSpPr/>
            <p:nvPr/>
          </p:nvSpPr>
          <p:spPr>
            <a:xfrm>
              <a:off x="2566607" y="1729190"/>
              <a:ext cx="232145" cy="162187"/>
            </a:xfrm>
            <a:custGeom>
              <a:avLst/>
              <a:gdLst/>
              <a:ahLst/>
              <a:cxnLst/>
              <a:rect l="l" t="t" r="r" b="b"/>
              <a:pathLst>
                <a:path w="4722" h="3299" extrusionOk="0">
                  <a:moveTo>
                    <a:pt x="3201" y="0"/>
                  </a:moveTo>
                  <a:cubicBezTo>
                    <a:pt x="2815" y="0"/>
                    <a:pt x="2361" y="105"/>
                    <a:pt x="1842" y="398"/>
                  </a:cubicBezTo>
                  <a:cubicBezTo>
                    <a:pt x="0" y="1439"/>
                    <a:pt x="853" y="3299"/>
                    <a:pt x="853" y="3299"/>
                  </a:cubicBezTo>
                  <a:lnTo>
                    <a:pt x="853" y="3297"/>
                  </a:lnTo>
                  <a:lnTo>
                    <a:pt x="3894" y="1238"/>
                  </a:lnTo>
                  <a:lnTo>
                    <a:pt x="4722" y="687"/>
                  </a:lnTo>
                  <a:cubicBezTo>
                    <a:pt x="4722" y="687"/>
                    <a:pt x="4186" y="0"/>
                    <a:pt x="32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3"/>
            <p:cNvSpPr/>
            <p:nvPr/>
          </p:nvSpPr>
          <p:spPr>
            <a:xfrm>
              <a:off x="2561937" y="1723930"/>
              <a:ext cx="243944" cy="175117"/>
            </a:xfrm>
            <a:custGeom>
              <a:avLst/>
              <a:gdLst/>
              <a:ahLst/>
              <a:cxnLst/>
              <a:rect l="l" t="t" r="r" b="b"/>
              <a:pathLst>
                <a:path w="4962" h="3562" extrusionOk="0">
                  <a:moveTo>
                    <a:pt x="3298" y="212"/>
                  </a:moveTo>
                  <a:cubicBezTo>
                    <a:pt x="3803" y="212"/>
                    <a:pt x="4289" y="414"/>
                    <a:pt x="4646" y="775"/>
                  </a:cubicBezTo>
                  <a:lnTo>
                    <a:pt x="999" y="3240"/>
                  </a:lnTo>
                  <a:cubicBezTo>
                    <a:pt x="852" y="2825"/>
                    <a:pt x="496" y="1449"/>
                    <a:pt x="1989" y="596"/>
                  </a:cubicBezTo>
                  <a:cubicBezTo>
                    <a:pt x="2382" y="356"/>
                    <a:pt x="2832" y="224"/>
                    <a:pt x="3292" y="212"/>
                  </a:cubicBezTo>
                  <a:cubicBezTo>
                    <a:pt x="3294" y="212"/>
                    <a:pt x="3296" y="212"/>
                    <a:pt x="3298" y="212"/>
                  </a:cubicBezTo>
                  <a:close/>
                  <a:moveTo>
                    <a:pt x="3280" y="0"/>
                  </a:moveTo>
                  <a:cubicBezTo>
                    <a:pt x="2881" y="0"/>
                    <a:pt x="2413" y="109"/>
                    <a:pt x="1885" y="411"/>
                  </a:cubicBezTo>
                  <a:cubicBezTo>
                    <a:pt x="0" y="1488"/>
                    <a:pt x="852" y="3428"/>
                    <a:pt x="852" y="3447"/>
                  </a:cubicBezTo>
                  <a:lnTo>
                    <a:pt x="904" y="3562"/>
                  </a:lnTo>
                  <a:lnTo>
                    <a:pt x="4041" y="1434"/>
                  </a:lnTo>
                  <a:lnTo>
                    <a:pt x="4961" y="821"/>
                  </a:lnTo>
                  <a:lnTo>
                    <a:pt x="4891" y="730"/>
                  </a:lnTo>
                  <a:cubicBezTo>
                    <a:pt x="4884" y="719"/>
                    <a:pt x="4306" y="0"/>
                    <a:pt x="328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3"/>
            <p:cNvSpPr/>
            <p:nvPr/>
          </p:nvSpPr>
          <p:spPr>
            <a:xfrm>
              <a:off x="2608543" y="1790004"/>
              <a:ext cx="201566" cy="293107"/>
            </a:xfrm>
            <a:custGeom>
              <a:avLst/>
              <a:gdLst/>
              <a:ahLst/>
              <a:cxnLst/>
              <a:rect l="l" t="t" r="r" b="b"/>
              <a:pathLst>
                <a:path w="4100" h="5962" extrusionOk="0">
                  <a:moveTo>
                    <a:pt x="3032" y="1"/>
                  </a:moveTo>
                  <a:cubicBezTo>
                    <a:pt x="84" y="96"/>
                    <a:pt x="0" y="2062"/>
                    <a:pt x="0" y="2062"/>
                  </a:cubicBezTo>
                  <a:lnTo>
                    <a:pt x="1150" y="5961"/>
                  </a:lnTo>
                  <a:lnTo>
                    <a:pt x="4100" y="5675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3"/>
            <p:cNvSpPr/>
            <p:nvPr/>
          </p:nvSpPr>
          <p:spPr>
            <a:xfrm>
              <a:off x="2603282" y="1784744"/>
              <a:ext cx="212677" cy="303972"/>
            </a:xfrm>
            <a:custGeom>
              <a:avLst/>
              <a:gdLst/>
              <a:ahLst/>
              <a:cxnLst/>
              <a:rect l="l" t="t" r="r" b="b"/>
              <a:pathLst>
                <a:path w="4326" h="6183" extrusionOk="0">
                  <a:moveTo>
                    <a:pt x="3053" y="220"/>
                  </a:moveTo>
                  <a:lnTo>
                    <a:pt x="4074" y="5687"/>
                  </a:lnTo>
                  <a:lnTo>
                    <a:pt x="1327" y="5954"/>
                  </a:lnTo>
                  <a:lnTo>
                    <a:pt x="216" y="2155"/>
                  </a:lnTo>
                  <a:cubicBezTo>
                    <a:pt x="231" y="1962"/>
                    <a:pt x="443" y="340"/>
                    <a:pt x="3053" y="220"/>
                  </a:cubicBezTo>
                  <a:close/>
                  <a:moveTo>
                    <a:pt x="3137" y="1"/>
                  </a:moveTo>
                  <a:cubicBezTo>
                    <a:pt x="124" y="99"/>
                    <a:pt x="0" y="2142"/>
                    <a:pt x="0" y="2164"/>
                  </a:cubicBezTo>
                  <a:lnTo>
                    <a:pt x="0" y="2181"/>
                  </a:lnTo>
                  <a:lnTo>
                    <a:pt x="1172" y="6183"/>
                  </a:lnTo>
                  <a:lnTo>
                    <a:pt x="4326" y="5881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3"/>
            <p:cNvSpPr/>
            <p:nvPr/>
          </p:nvSpPr>
          <p:spPr>
            <a:xfrm>
              <a:off x="2577816" y="2069001"/>
              <a:ext cx="231949" cy="210465"/>
            </a:xfrm>
            <a:custGeom>
              <a:avLst/>
              <a:gdLst/>
              <a:ahLst/>
              <a:cxnLst/>
              <a:rect l="l" t="t" r="r" b="b"/>
              <a:pathLst>
                <a:path w="4718" h="4281" extrusionOk="0">
                  <a:moveTo>
                    <a:pt x="4717" y="0"/>
                  </a:moveTo>
                  <a:lnTo>
                    <a:pt x="1769" y="286"/>
                  </a:lnTo>
                  <a:lnTo>
                    <a:pt x="192" y="3042"/>
                  </a:lnTo>
                  <a:cubicBezTo>
                    <a:pt x="0" y="3377"/>
                    <a:pt x="67" y="3802"/>
                    <a:pt x="352" y="4064"/>
                  </a:cubicBezTo>
                  <a:cubicBezTo>
                    <a:pt x="510" y="4209"/>
                    <a:pt x="710" y="4281"/>
                    <a:pt x="909" y="4281"/>
                  </a:cubicBezTo>
                  <a:cubicBezTo>
                    <a:pt x="1133" y="4281"/>
                    <a:pt x="1355" y="4191"/>
                    <a:pt x="1519" y="4014"/>
                  </a:cubicBezTo>
                  <a:cubicBezTo>
                    <a:pt x="1532" y="4000"/>
                    <a:pt x="1546" y="3983"/>
                    <a:pt x="1559" y="3967"/>
                  </a:cubicBezTo>
                  <a:lnTo>
                    <a:pt x="4717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3"/>
            <p:cNvSpPr/>
            <p:nvPr/>
          </p:nvSpPr>
          <p:spPr>
            <a:xfrm>
              <a:off x="2576636" y="2062610"/>
              <a:ext cx="244878" cy="222067"/>
            </a:xfrm>
            <a:custGeom>
              <a:avLst/>
              <a:gdLst/>
              <a:ahLst/>
              <a:cxnLst/>
              <a:rect l="l" t="t" r="r" b="b"/>
              <a:pathLst>
                <a:path w="4981" h="4517" extrusionOk="0">
                  <a:moveTo>
                    <a:pt x="4500" y="261"/>
                  </a:moveTo>
                  <a:lnTo>
                    <a:pt x="1500" y="4031"/>
                  </a:lnTo>
                  <a:cubicBezTo>
                    <a:pt x="1359" y="4208"/>
                    <a:pt x="1149" y="4303"/>
                    <a:pt x="935" y="4303"/>
                  </a:cubicBezTo>
                  <a:cubicBezTo>
                    <a:pt x="814" y="4303"/>
                    <a:pt x="691" y="4272"/>
                    <a:pt x="580" y="4208"/>
                  </a:cubicBezTo>
                  <a:cubicBezTo>
                    <a:pt x="234" y="4010"/>
                    <a:pt x="113" y="3571"/>
                    <a:pt x="310" y="3224"/>
                  </a:cubicBezTo>
                  <a:lnTo>
                    <a:pt x="1856" y="516"/>
                  </a:lnTo>
                  <a:lnTo>
                    <a:pt x="4500" y="261"/>
                  </a:lnTo>
                  <a:close/>
                  <a:moveTo>
                    <a:pt x="4981" y="1"/>
                  </a:moveTo>
                  <a:lnTo>
                    <a:pt x="1726" y="316"/>
                  </a:lnTo>
                  <a:lnTo>
                    <a:pt x="125" y="3119"/>
                  </a:lnTo>
                  <a:cubicBezTo>
                    <a:pt x="44" y="3260"/>
                    <a:pt x="0" y="3421"/>
                    <a:pt x="0" y="3586"/>
                  </a:cubicBezTo>
                  <a:cubicBezTo>
                    <a:pt x="2" y="4100"/>
                    <a:pt x="420" y="4517"/>
                    <a:pt x="934" y="4517"/>
                  </a:cubicBezTo>
                  <a:cubicBezTo>
                    <a:pt x="935" y="4517"/>
                    <a:pt x="936" y="4517"/>
                    <a:pt x="937" y="4517"/>
                  </a:cubicBezTo>
                  <a:lnTo>
                    <a:pt x="1007" y="4515"/>
                  </a:lnTo>
                  <a:cubicBezTo>
                    <a:pt x="1266" y="4493"/>
                    <a:pt x="1504" y="4366"/>
                    <a:pt x="1666" y="4165"/>
                  </a:cubicBezTo>
                  <a:lnTo>
                    <a:pt x="498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3"/>
            <p:cNvSpPr/>
            <p:nvPr/>
          </p:nvSpPr>
          <p:spPr>
            <a:xfrm>
              <a:off x="2646447" y="2047812"/>
              <a:ext cx="182393" cy="62240"/>
            </a:xfrm>
            <a:custGeom>
              <a:avLst/>
              <a:gdLst/>
              <a:ahLst/>
              <a:cxnLst/>
              <a:rect l="l" t="t" r="r" b="b"/>
              <a:pathLst>
                <a:path w="3710" h="1266" extrusionOk="0">
                  <a:moveTo>
                    <a:pt x="3265" y="0"/>
                  </a:moveTo>
                  <a:cubicBezTo>
                    <a:pt x="3247" y="0"/>
                    <a:pt x="3229" y="2"/>
                    <a:pt x="3211" y="4"/>
                  </a:cubicBezTo>
                  <a:lnTo>
                    <a:pt x="385" y="372"/>
                  </a:lnTo>
                  <a:cubicBezTo>
                    <a:pt x="159" y="400"/>
                    <a:pt x="1" y="605"/>
                    <a:pt x="29" y="832"/>
                  </a:cubicBezTo>
                  <a:lnTo>
                    <a:pt x="39" y="906"/>
                  </a:lnTo>
                  <a:cubicBezTo>
                    <a:pt x="67" y="1115"/>
                    <a:pt x="244" y="1265"/>
                    <a:pt x="449" y="1265"/>
                  </a:cubicBezTo>
                  <a:cubicBezTo>
                    <a:pt x="466" y="1265"/>
                    <a:pt x="483" y="1264"/>
                    <a:pt x="501" y="1262"/>
                  </a:cubicBezTo>
                  <a:lnTo>
                    <a:pt x="3326" y="894"/>
                  </a:lnTo>
                  <a:cubicBezTo>
                    <a:pt x="3552" y="865"/>
                    <a:pt x="3710" y="659"/>
                    <a:pt x="3681" y="433"/>
                  </a:cubicBezTo>
                  <a:lnTo>
                    <a:pt x="3671" y="360"/>
                  </a:lnTo>
                  <a:cubicBezTo>
                    <a:pt x="3645" y="152"/>
                    <a:pt x="3468" y="0"/>
                    <a:pt x="326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3"/>
            <p:cNvSpPr/>
            <p:nvPr/>
          </p:nvSpPr>
          <p:spPr>
            <a:xfrm>
              <a:off x="2641334" y="2042650"/>
              <a:ext cx="193012" cy="72711"/>
            </a:xfrm>
            <a:custGeom>
              <a:avLst/>
              <a:gdLst/>
              <a:ahLst/>
              <a:cxnLst/>
              <a:rect l="l" t="t" r="r" b="b"/>
              <a:pathLst>
                <a:path w="3926" h="1479" extrusionOk="0">
                  <a:moveTo>
                    <a:pt x="3366" y="213"/>
                  </a:moveTo>
                  <a:cubicBezTo>
                    <a:pt x="3522" y="215"/>
                    <a:pt x="3653" y="334"/>
                    <a:pt x="3669" y="489"/>
                  </a:cubicBezTo>
                  <a:lnTo>
                    <a:pt x="3680" y="562"/>
                  </a:lnTo>
                  <a:cubicBezTo>
                    <a:pt x="3690" y="642"/>
                    <a:pt x="3668" y="724"/>
                    <a:pt x="3617" y="788"/>
                  </a:cubicBezTo>
                  <a:cubicBezTo>
                    <a:pt x="3568" y="852"/>
                    <a:pt x="3495" y="894"/>
                    <a:pt x="3415" y="903"/>
                  </a:cubicBezTo>
                  <a:lnTo>
                    <a:pt x="589" y="1260"/>
                  </a:lnTo>
                  <a:lnTo>
                    <a:pt x="586" y="1260"/>
                  </a:lnTo>
                  <a:cubicBezTo>
                    <a:pt x="573" y="1262"/>
                    <a:pt x="560" y="1262"/>
                    <a:pt x="548" y="1262"/>
                  </a:cubicBezTo>
                  <a:cubicBezTo>
                    <a:pt x="398" y="1262"/>
                    <a:pt x="267" y="1150"/>
                    <a:pt x="248" y="996"/>
                  </a:cubicBezTo>
                  <a:lnTo>
                    <a:pt x="237" y="922"/>
                  </a:lnTo>
                  <a:cubicBezTo>
                    <a:pt x="218" y="755"/>
                    <a:pt x="336" y="603"/>
                    <a:pt x="502" y="581"/>
                  </a:cubicBezTo>
                  <a:lnTo>
                    <a:pt x="3328" y="215"/>
                  </a:lnTo>
                  <a:lnTo>
                    <a:pt x="3366" y="215"/>
                  </a:lnTo>
                  <a:lnTo>
                    <a:pt x="3366" y="213"/>
                  </a:lnTo>
                  <a:close/>
                  <a:moveTo>
                    <a:pt x="3378" y="0"/>
                  </a:moveTo>
                  <a:cubicBezTo>
                    <a:pt x="3356" y="0"/>
                    <a:pt x="3333" y="2"/>
                    <a:pt x="3310" y="5"/>
                  </a:cubicBezTo>
                  <a:lnTo>
                    <a:pt x="484" y="373"/>
                  </a:lnTo>
                  <a:cubicBezTo>
                    <a:pt x="202" y="408"/>
                    <a:pt x="1" y="669"/>
                    <a:pt x="38" y="952"/>
                  </a:cubicBezTo>
                  <a:lnTo>
                    <a:pt x="38" y="1028"/>
                  </a:lnTo>
                  <a:cubicBezTo>
                    <a:pt x="71" y="1285"/>
                    <a:pt x="291" y="1479"/>
                    <a:pt x="551" y="1479"/>
                  </a:cubicBezTo>
                  <a:lnTo>
                    <a:pt x="617" y="1474"/>
                  </a:lnTo>
                  <a:lnTo>
                    <a:pt x="3443" y="1108"/>
                  </a:lnTo>
                  <a:cubicBezTo>
                    <a:pt x="3726" y="1069"/>
                    <a:pt x="3925" y="810"/>
                    <a:pt x="3891" y="526"/>
                  </a:cubicBezTo>
                  <a:lnTo>
                    <a:pt x="3891" y="453"/>
                  </a:lnTo>
                  <a:cubicBezTo>
                    <a:pt x="3891" y="451"/>
                    <a:pt x="3890" y="450"/>
                    <a:pt x="3890" y="448"/>
                  </a:cubicBezTo>
                  <a:cubicBezTo>
                    <a:pt x="3855" y="190"/>
                    <a:pt x="3634" y="0"/>
                    <a:pt x="33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3"/>
            <p:cNvSpPr/>
            <p:nvPr/>
          </p:nvSpPr>
          <p:spPr>
            <a:xfrm>
              <a:off x="2092484" y="1532491"/>
              <a:ext cx="441725" cy="224869"/>
            </a:xfrm>
            <a:custGeom>
              <a:avLst/>
              <a:gdLst/>
              <a:ahLst/>
              <a:cxnLst/>
              <a:rect l="l" t="t" r="r" b="b"/>
              <a:pathLst>
                <a:path w="8985" h="4574" extrusionOk="0">
                  <a:moveTo>
                    <a:pt x="1" y="1"/>
                  </a:moveTo>
                  <a:lnTo>
                    <a:pt x="161" y="2648"/>
                  </a:lnTo>
                  <a:lnTo>
                    <a:pt x="8985" y="4573"/>
                  </a:lnTo>
                  <a:lnTo>
                    <a:pt x="6596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3"/>
            <p:cNvSpPr/>
            <p:nvPr/>
          </p:nvSpPr>
          <p:spPr>
            <a:xfrm>
              <a:off x="2086928" y="1527181"/>
              <a:ext cx="457310" cy="237701"/>
            </a:xfrm>
            <a:custGeom>
              <a:avLst/>
              <a:gdLst/>
              <a:ahLst/>
              <a:cxnLst/>
              <a:rect l="l" t="t" r="r" b="b"/>
              <a:pathLst>
                <a:path w="9302" h="4835" extrusionOk="0">
                  <a:moveTo>
                    <a:pt x="227" y="216"/>
                  </a:moveTo>
                  <a:lnTo>
                    <a:pt x="6645" y="282"/>
                  </a:lnTo>
                  <a:lnTo>
                    <a:pt x="8895" y="4528"/>
                  </a:lnTo>
                  <a:lnTo>
                    <a:pt x="376" y="2668"/>
                  </a:lnTo>
                  <a:lnTo>
                    <a:pt x="227" y="216"/>
                  </a:lnTo>
                  <a:close/>
                  <a:moveTo>
                    <a:pt x="0" y="0"/>
                  </a:moveTo>
                  <a:lnTo>
                    <a:pt x="173" y="2843"/>
                  </a:lnTo>
                  <a:lnTo>
                    <a:pt x="9300" y="4835"/>
                  </a:lnTo>
                  <a:lnTo>
                    <a:pt x="9302" y="4835"/>
                  </a:lnTo>
                  <a:lnTo>
                    <a:pt x="6774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1859847" y="1532491"/>
              <a:ext cx="240601" cy="130231"/>
            </a:xfrm>
            <a:custGeom>
              <a:avLst/>
              <a:gdLst/>
              <a:ahLst/>
              <a:cxnLst/>
              <a:rect l="l" t="t" r="r" b="b"/>
              <a:pathLst>
                <a:path w="4894" h="2649" extrusionOk="0">
                  <a:moveTo>
                    <a:pt x="4733" y="1"/>
                  </a:moveTo>
                  <a:lnTo>
                    <a:pt x="1" y="162"/>
                  </a:lnTo>
                  <a:lnTo>
                    <a:pt x="242" y="2648"/>
                  </a:lnTo>
                  <a:lnTo>
                    <a:pt x="4893" y="2648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1854095" y="1527083"/>
              <a:ext cx="251909" cy="140654"/>
            </a:xfrm>
            <a:custGeom>
              <a:avLst/>
              <a:gdLst/>
              <a:ahLst/>
              <a:cxnLst/>
              <a:rect l="l" t="t" r="r" b="b"/>
              <a:pathLst>
                <a:path w="5124" h="2861" extrusionOk="0">
                  <a:moveTo>
                    <a:pt x="4744" y="215"/>
                  </a:moveTo>
                  <a:lnTo>
                    <a:pt x="4890" y="2647"/>
                  </a:lnTo>
                  <a:lnTo>
                    <a:pt x="448" y="2647"/>
                  </a:lnTo>
                  <a:lnTo>
                    <a:pt x="235" y="373"/>
                  </a:lnTo>
                  <a:lnTo>
                    <a:pt x="4744" y="215"/>
                  </a:lnTo>
                  <a:close/>
                  <a:moveTo>
                    <a:pt x="4951" y="1"/>
                  </a:moveTo>
                  <a:lnTo>
                    <a:pt x="0" y="169"/>
                  </a:lnTo>
                  <a:lnTo>
                    <a:pt x="261" y="2861"/>
                  </a:lnTo>
                  <a:lnTo>
                    <a:pt x="5123" y="2861"/>
                  </a:lnTo>
                  <a:lnTo>
                    <a:pt x="495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1658772" y="1540406"/>
              <a:ext cx="213218" cy="207466"/>
            </a:xfrm>
            <a:custGeom>
              <a:avLst/>
              <a:gdLst/>
              <a:ahLst/>
              <a:cxnLst/>
              <a:rect l="l" t="t" r="r" b="b"/>
              <a:pathLst>
                <a:path w="4337" h="4220" extrusionOk="0">
                  <a:moveTo>
                    <a:pt x="4091" y="1"/>
                  </a:moveTo>
                  <a:lnTo>
                    <a:pt x="331" y="2965"/>
                  </a:lnTo>
                  <a:cubicBezTo>
                    <a:pt x="88" y="3159"/>
                    <a:pt x="1" y="3489"/>
                    <a:pt x="118" y="3777"/>
                  </a:cubicBezTo>
                  <a:cubicBezTo>
                    <a:pt x="227" y="4052"/>
                    <a:pt x="491" y="4219"/>
                    <a:pt x="770" y="4219"/>
                  </a:cubicBezTo>
                  <a:cubicBezTo>
                    <a:pt x="857" y="4219"/>
                    <a:pt x="944" y="4203"/>
                    <a:pt x="1029" y="4170"/>
                  </a:cubicBezTo>
                  <a:cubicBezTo>
                    <a:pt x="1050" y="4161"/>
                    <a:pt x="1070" y="4152"/>
                    <a:pt x="1091" y="4141"/>
                  </a:cubicBezTo>
                  <a:lnTo>
                    <a:pt x="4336" y="2487"/>
                  </a:lnTo>
                  <a:lnTo>
                    <a:pt x="409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1653069" y="1530328"/>
              <a:ext cx="224279" cy="222706"/>
            </a:xfrm>
            <a:custGeom>
              <a:avLst/>
              <a:gdLst/>
              <a:ahLst/>
              <a:cxnLst/>
              <a:rect l="l" t="t" r="r" b="b"/>
              <a:pathLst>
                <a:path w="4562" h="4530" extrusionOk="0">
                  <a:moveTo>
                    <a:pt x="4111" y="410"/>
                  </a:moveTo>
                  <a:lnTo>
                    <a:pt x="4335" y="2636"/>
                  </a:lnTo>
                  <a:lnTo>
                    <a:pt x="1153" y="4259"/>
                  </a:lnTo>
                  <a:cubicBezTo>
                    <a:pt x="1068" y="4303"/>
                    <a:pt x="975" y="4325"/>
                    <a:pt x="881" y="4325"/>
                  </a:cubicBezTo>
                  <a:cubicBezTo>
                    <a:pt x="811" y="4325"/>
                    <a:pt x="741" y="4312"/>
                    <a:pt x="673" y="4287"/>
                  </a:cubicBezTo>
                  <a:cubicBezTo>
                    <a:pt x="514" y="4227"/>
                    <a:pt x="389" y="4102"/>
                    <a:pt x="330" y="3943"/>
                  </a:cubicBezTo>
                  <a:cubicBezTo>
                    <a:pt x="231" y="3699"/>
                    <a:pt x="307" y="3417"/>
                    <a:pt x="513" y="3252"/>
                  </a:cubicBezTo>
                  <a:lnTo>
                    <a:pt x="4111" y="410"/>
                  </a:lnTo>
                  <a:close/>
                  <a:moveTo>
                    <a:pt x="4295" y="0"/>
                  </a:moveTo>
                  <a:lnTo>
                    <a:pt x="382" y="3087"/>
                  </a:lnTo>
                  <a:cubicBezTo>
                    <a:pt x="102" y="3310"/>
                    <a:pt x="0" y="3690"/>
                    <a:pt x="132" y="4022"/>
                  </a:cubicBezTo>
                  <a:cubicBezTo>
                    <a:pt x="215" y="4233"/>
                    <a:pt x="385" y="4400"/>
                    <a:pt x="599" y="4479"/>
                  </a:cubicBezTo>
                  <a:cubicBezTo>
                    <a:pt x="690" y="4513"/>
                    <a:pt x="785" y="4530"/>
                    <a:pt x="882" y="4530"/>
                  </a:cubicBezTo>
                  <a:cubicBezTo>
                    <a:pt x="885" y="4530"/>
                    <a:pt x="888" y="4530"/>
                    <a:pt x="891" y="4530"/>
                  </a:cubicBezTo>
                  <a:cubicBezTo>
                    <a:pt x="1016" y="4530"/>
                    <a:pt x="1139" y="4500"/>
                    <a:pt x="1251" y="4443"/>
                  </a:cubicBezTo>
                  <a:lnTo>
                    <a:pt x="4561" y="2753"/>
                  </a:lnTo>
                  <a:lnTo>
                    <a:pt x="4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3"/>
            <p:cNvSpPr/>
            <p:nvPr/>
          </p:nvSpPr>
          <p:spPr>
            <a:xfrm>
              <a:off x="1840477" y="1527231"/>
              <a:ext cx="54865" cy="148520"/>
            </a:xfrm>
            <a:custGeom>
              <a:avLst/>
              <a:gdLst/>
              <a:ahLst/>
              <a:cxnLst/>
              <a:rect l="l" t="t" r="r" b="b"/>
              <a:pathLst>
                <a:path w="1116" h="3021" extrusionOk="0">
                  <a:moveTo>
                    <a:pt x="405" y="0"/>
                  </a:moveTo>
                  <a:cubicBezTo>
                    <a:pt x="388" y="0"/>
                    <a:pt x="370" y="1"/>
                    <a:pt x="353" y="4"/>
                  </a:cubicBezTo>
                  <a:cubicBezTo>
                    <a:pt x="145" y="32"/>
                    <a:pt x="0" y="223"/>
                    <a:pt x="28" y="431"/>
                  </a:cubicBezTo>
                  <a:lnTo>
                    <a:pt x="337" y="2693"/>
                  </a:lnTo>
                  <a:cubicBezTo>
                    <a:pt x="338" y="2694"/>
                    <a:pt x="338" y="2694"/>
                    <a:pt x="338" y="2696"/>
                  </a:cubicBezTo>
                  <a:cubicBezTo>
                    <a:pt x="364" y="2885"/>
                    <a:pt x="526" y="3021"/>
                    <a:pt x="712" y="3021"/>
                  </a:cubicBezTo>
                  <a:cubicBezTo>
                    <a:pt x="729" y="3021"/>
                    <a:pt x="746" y="3020"/>
                    <a:pt x="764" y="3017"/>
                  </a:cubicBezTo>
                  <a:cubicBezTo>
                    <a:pt x="971" y="2989"/>
                    <a:pt x="1115" y="2797"/>
                    <a:pt x="1089" y="2590"/>
                  </a:cubicBezTo>
                  <a:lnTo>
                    <a:pt x="779" y="328"/>
                  </a:lnTo>
                  <a:cubicBezTo>
                    <a:pt x="779" y="327"/>
                    <a:pt x="779" y="327"/>
                    <a:pt x="779" y="325"/>
                  </a:cubicBezTo>
                  <a:cubicBezTo>
                    <a:pt x="752" y="136"/>
                    <a:pt x="590" y="0"/>
                    <a:pt x="4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1834823" y="1521675"/>
              <a:ext cx="66124" cy="159336"/>
            </a:xfrm>
            <a:custGeom>
              <a:avLst/>
              <a:gdLst/>
              <a:ahLst/>
              <a:cxnLst/>
              <a:rect l="l" t="t" r="r" b="b"/>
              <a:pathLst>
                <a:path w="1345" h="3241" extrusionOk="0">
                  <a:moveTo>
                    <a:pt x="525" y="219"/>
                  </a:moveTo>
                  <a:cubicBezTo>
                    <a:pt x="581" y="219"/>
                    <a:pt x="636" y="239"/>
                    <a:pt x="682" y="273"/>
                  </a:cubicBezTo>
                  <a:cubicBezTo>
                    <a:pt x="740" y="316"/>
                    <a:pt x="779" y="382"/>
                    <a:pt x="790" y="453"/>
                  </a:cubicBezTo>
                  <a:lnTo>
                    <a:pt x="1098" y="2716"/>
                  </a:lnTo>
                  <a:cubicBezTo>
                    <a:pt x="1117" y="2865"/>
                    <a:pt x="1013" y="3002"/>
                    <a:pt x="864" y="3023"/>
                  </a:cubicBezTo>
                  <a:cubicBezTo>
                    <a:pt x="853" y="3024"/>
                    <a:pt x="841" y="3025"/>
                    <a:pt x="830" y="3025"/>
                  </a:cubicBezTo>
                  <a:cubicBezTo>
                    <a:pt x="770" y="3025"/>
                    <a:pt x="712" y="3006"/>
                    <a:pt x="663" y="2971"/>
                  </a:cubicBezTo>
                  <a:cubicBezTo>
                    <a:pt x="605" y="2926"/>
                    <a:pt x="566" y="2861"/>
                    <a:pt x="557" y="2789"/>
                  </a:cubicBezTo>
                  <a:lnTo>
                    <a:pt x="249" y="526"/>
                  </a:lnTo>
                  <a:cubicBezTo>
                    <a:pt x="230" y="377"/>
                    <a:pt x="334" y="240"/>
                    <a:pt x="481" y="219"/>
                  </a:cubicBezTo>
                  <a:lnTo>
                    <a:pt x="519" y="219"/>
                  </a:lnTo>
                  <a:cubicBezTo>
                    <a:pt x="521" y="219"/>
                    <a:pt x="523" y="219"/>
                    <a:pt x="525" y="219"/>
                  </a:cubicBezTo>
                  <a:close/>
                  <a:moveTo>
                    <a:pt x="520" y="0"/>
                  </a:moveTo>
                  <a:cubicBezTo>
                    <a:pt x="498" y="0"/>
                    <a:pt x="475" y="2"/>
                    <a:pt x="453" y="5"/>
                  </a:cubicBezTo>
                  <a:cubicBezTo>
                    <a:pt x="187" y="41"/>
                    <a:pt x="0" y="286"/>
                    <a:pt x="36" y="551"/>
                  </a:cubicBezTo>
                  <a:lnTo>
                    <a:pt x="346" y="2815"/>
                  </a:lnTo>
                  <a:cubicBezTo>
                    <a:pt x="377" y="3057"/>
                    <a:pt x="581" y="3239"/>
                    <a:pt x="825" y="3240"/>
                  </a:cubicBezTo>
                  <a:lnTo>
                    <a:pt x="883" y="3230"/>
                  </a:lnTo>
                  <a:lnTo>
                    <a:pt x="888" y="3230"/>
                  </a:lnTo>
                  <a:cubicBezTo>
                    <a:pt x="1156" y="3194"/>
                    <a:pt x="1345" y="2950"/>
                    <a:pt x="1309" y="2682"/>
                  </a:cubicBezTo>
                  <a:lnTo>
                    <a:pt x="1001" y="420"/>
                  </a:lnTo>
                  <a:cubicBezTo>
                    <a:pt x="983" y="292"/>
                    <a:pt x="916" y="178"/>
                    <a:pt x="813" y="100"/>
                  </a:cubicBezTo>
                  <a:cubicBezTo>
                    <a:pt x="729" y="35"/>
                    <a:pt x="625" y="0"/>
                    <a:pt x="5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3"/>
            <p:cNvSpPr/>
            <p:nvPr/>
          </p:nvSpPr>
          <p:spPr>
            <a:xfrm>
              <a:off x="2084667" y="1516857"/>
              <a:ext cx="38543" cy="149503"/>
            </a:xfrm>
            <a:custGeom>
              <a:avLst/>
              <a:gdLst/>
              <a:ahLst/>
              <a:cxnLst/>
              <a:rect l="l" t="t" r="r" b="b"/>
              <a:pathLst>
                <a:path w="784" h="3041" extrusionOk="0">
                  <a:moveTo>
                    <a:pt x="382" y="0"/>
                  </a:moveTo>
                  <a:cubicBezTo>
                    <a:pt x="381" y="0"/>
                    <a:pt x="379" y="0"/>
                    <a:pt x="377" y="0"/>
                  </a:cubicBezTo>
                  <a:cubicBezTo>
                    <a:pt x="167" y="2"/>
                    <a:pt x="0" y="174"/>
                    <a:pt x="2" y="383"/>
                  </a:cubicBezTo>
                  <a:lnTo>
                    <a:pt x="24" y="2665"/>
                  </a:lnTo>
                  <a:lnTo>
                    <a:pt x="23" y="2665"/>
                  </a:lnTo>
                  <a:lnTo>
                    <a:pt x="23" y="2670"/>
                  </a:lnTo>
                  <a:cubicBezTo>
                    <a:pt x="27" y="2877"/>
                    <a:pt x="195" y="3041"/>
                    <a:pt x="401" y="3041"/>
                  </a:cubicBezTo>
                  <a:cubicBezTo>
                    <a:pt x="403" y="3041"/>
                    <a:pt x="405" y="3041"/>
                    <a:pt x="407" y="3041"/>
                  </a:cubicBezTo>
                  <a:cubicBezTo>
                    <a:pt x="615" y="3038"/>
                    <a:pt x="783" y="2868"/>
                    <a:pt x="782" y="2659"/>
                  </a:cubicBezTo>
                  <a:lnTo>
                    <a:pt x="761" y="375"/>
                  </a:lnTo>
                  <a:cubicBezTo>
                    <a:pt x="758" y="167"/>
                    <a:pt x="590" y="0"/>
                    <a:pt x="3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3"/>
            <p:cNvSpPr/>
            <p:nvPr/>
          </p:nvSpPr>
          <p:spPr>
            <a:xfrm>
              <a:off x="2079308" y="1511597"/>
              <a:ext cx="49113" cy="159975"/>
            </a:xfrm>
            <a:custGeom>
              <a:avLst/>
              <a:gdLst/>
              <a:ahLst/>
              <a:cxnLst/>
              <a:rect l="l" t="t" r="r" b="b"/>
              <a:pathLst>
                <a:path w="999" h="3254" extrusionOk="0">
                  <a:moveTo>
                    <a:pt x="489" y="219"/>
                  </a:moveTo>
                  <a:cubicBezTo>
                    <a:pt x="560" y="220"/>
                    <a:pt x="627" y="249"/>
                    <a:pt x="678" y="298"/>
                  </a:cubicBezTo>
                  <a:cubicBezTo>
                    <a:pt x="730" y="348"/>
                    <a:pt x="760" y="418"/>
                    <a:pt x="761" y="490"/>
                  </a:cubicBezTo>
                  <a:lnTo>
                    <a:pt x="782" y="2772"/>
                  </a:lnTo>
                  <a:cubicBezTo>
                    <a:pt x="782" y="2923"/>
                    <a:pt x="660" y="3045"/>
                    <a:pt x="510" y="3045"/>
                  </a:cubicBezTo>
                  <a:cubicBezTo>
                    <a:pt x="359" y="3045"/>
                    <a:pt x="237" y="2923"/>
                    <a:pt x="237" y="2772"/>
                  </a:cubicBezTo>
                  <a:lnTo>
                    <a:pt x="219" y="494"/>
                  </a:lnTo>
                  <a:cubicBezTo>
                    <a:pt x="218" y="344"/>
                    <a:pt x="339" y="222"/>
                    <a:pt x="489" y="219"/>
                  </a:cubicBezTo>
                  <a:close/>
                  <a:moveTo>
                    <a:pt x="481" y="0"/>
                  </a:moveTo>
                  <a:cubicBezTo>
                    <a:pt x="215" y="3"/>
                    <a:pt x="1" y="222"/>
                    <a:pt x="2" y="490"/>
                  </a:cubicBezTo>
                  <a:lnTo>
                    <a:pt x="24" y="2774"/>
                  </a:lnTo>
                  <a:cubicBezTo>
                    <a:pt x="29" y="3040"/>
                    <a:pt x="245" y="3253"/>
                    <a:pt x="510" y="3253"/>
                  </a:cubicBezTo>
                  <a:lnTo>
                    <a:pt x="516" y="3253"/>
                  </a:lnTo>
                  <a:cubicBezTo>
                    <a:pt x="784" y="3250"/>
                    <a:pt x="998" y="3032"/>
                    <a:pt x="997" y="2764"/>
                  </a:cubicBezTo>
                  <a:lnTo>
                    <a:pt x="974" y="482"/>
                  </a:lnTo>
                  <a:cubicBezTo>
                    <a:pt x="973" y="353"/>
                    <a:pt x="921" y="229"/>
                    <a:pt x="827" y="139"/>
                  </a:cubicBezTo>
                  <a:cubicBezTo>
                    <a:pt x="735" y="49"/>
                    <a:pt x="611" y="0"/>
                    <a:pt x="4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2416760" y="1506730"/>
              <a:ext cx="117449" cy="250630"/>
            </a:xfrm>
            <a:custGeom>
              <a:avLst/>
              <a:gdLst/>
              <a:ahLst/>
              <a:cxnLst/>
              <a:rect l="l" t="t" r="r" b="b"/>
              <a:pathLst>
                <a:path w="2389" h="5098" extrusionOk="0">
                  <a:moveTo>
                    <a:pt x="1805" y="1"/>
                  </a:moveTo>
                  <a:lnTo>
                    <a:pt x="0" y="592"/>
                  </a:lnTo>
                  <a:lnTo>
                    <a:pt x="2389" y="5097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2409238" y="1499650"/>
              <a:ext cx="133378" cy="284651"/>
            </a:xfrm>
            <a:custGeom>
              <a:avLst/>
              <a:gdLst/>
              <a:ahLst/>
              <a:cxnLst/>
              <a:rect l="l" t="t" r="r" b="b"/>
              <a:pathLst>
                <a:path w="2713" h="5790" extrusionOk="0">
                  <a:moveTo>
                    <a:pt x="1875" y="292"/>
                  </a:moveTo>
                  <a:lnTo>
                    <a:pt x="2378" y="4698"/>
                  </a:lnTo>
                  <a:lnTo>
                    <a:pt x="307" y="797"/>
                  </a:lnTo>
                  <a:lnTo>
                    <a:pt x="1875" y="292"/>
                  </a:lnTo>
                  <a:close/>
                  <a:moveTo>
                    <a:pt x="2049" y="0"/>
                  </a:moveTo>
                  <a:lnTo>
                    <a:pt x="0" y="672"/>
                  </a:lnTo>
                  <a:lnTo>
                    <a:pt x="2713" y="5789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2038405" y="1535785"/>
              <a:ext cx="495804" cy="221575"/>
            </a:xfrm>
            <a:custGeom>
              <a:avLst/>
              <a:gdLst/>
              <a:ahLst/>
              <a:cxnLst/>
              <a:rect l="l" t="t" r="r" b="b"/>
              <a:pathLst>
                <a:path w="10085" h="4507" extrusionOk="0">
                  <a:moveTo>
                    <a:pt x="7696" y="1"/>
                  </a:moveTo>
                  <a:lnTo>
                    <a:pt x="0" y="1654"/>
                  </a:lnTo>
                  <a:lnTo>
                    <a:pt x="1007" y="4471"/>
                  </a:lnTo>
                  <a:lnTo>
                    <a:pt x="10085" y="4506"/>
                  </a:lnTo>
                  <a:lnTo>
                    <a:pt x="769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2031719" y="1529295"/>
              <a:ext cx="511192" cy="233325"/>
            </a:xfrm>
            <a:custGeom>
              <a:avLst/>
              <a:gdLst/>
              <a:ahLst/>
              <a:cxnLst/>
              <a:rect l="l" t="t" r="r" b="b"/>
              <a:pathLst>
                <a:path w="10398" h="4746" extrusionOk="0">
                  <a:moveTo>
                    <a:pt x="7777" y="256"/>
                  </a:moveTo>
                  <a:lnTo>
                    <a:pt x="10055" y="4531"/>
                  </a:lnTo>
                  <a:lnTo>
                    <a:pt x="1228" y="4495"/>
                  </a:lnTo>
                  <a:lnTo>
                    <a:pt x="278" y="1866"/>
                  </a:lnTo>
                  <a:lnTo>
                    <a:pt x="7777" y="256"/>
                  </a:lnTo>
                  <a:close/>
                  <a:moveTo>
                    <a:pt x="7891" y="0"/>
                  </a:moveTo>
                  <a:lnTo>
                    <a:pt x="1" y="1707"/>
                  </a:lnTo>
                  <a:lnTo>
                    <a:pt x="1067" y="4708"/>
                  </a:lnTo>
                  <a:lnTo>
                    <a:pt x="10398" y="4746"/>
                  </a:lnTo>
                  <a:lnTo>
                    <a:pt x="789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1877742" y="1617050"/>
              <a:ext cx="210170" cy="251220"/>
            </a:xfrm>
            <a:custGeom>
              <a:avLst/>
              <a:gdLst/>
              <a:ahLst/>
              <a:cxnLst/>
              <a:rect l="l" t="t" r="r" b="b"/>
              <a:pathLst>
                <a:path w="4275" h="5110" extrusionOk="0">
                  <a:moveTo>
                    <a:pt x="3268" y="1"/>
                  </a:moveTo>
                  <a:lnTo>
                    <a:pt x="0" y="3772"/>
                  </a:lnTo>
                  <a:lnTo>
                    <a:pt x="1295" y="5109"/>
                  </a:lnTo>
                  <a:lnTo>
                    <a:pt x="4275" y="2818"/>
                  </a:lnTo>
                  <a:lnTo>
                    <a:pt x="326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3"/>
            <p:cNvSpPr/>
            <p:nvPr/>
          </p:nvSpPr>
          <p:spPr>
            <a:xfrm>
              <a:off x="1870564" y="1606726"/>
              <a:ext cx="223591" cy="268476"/>
            </a:xfrm>
            <a:custGeom>
              <a:avLst/>
              <a:gdLst/>
              <a:ahLst/>
              <a:cxnLst/>
              <a:rect l="l" t="t" r="r" b="b"/>
              <a:pathLst>
                <a:path w="4548" h="5461" extrusionOk="0">
                  <a:moveTo>
                    <a:pt x="3376" y="418"/>
                  </a:moveTo>
                  <a:lnTo>
                    <a:pt x="4293" y="2989"/>
                  </a:lnTo>
                  <a:lnTo>
                    <a:pt x="1453" y="5176"/>
                  </a:lnTo>
                  <a:lnTo>
                    <a:pt x="290" y="3979"/>
                  </a:lnTo>
                  <a:lnTo>
                    <a:pt x="3376" y="418"/>
                  </a:lnTo>
                  <a:close/>
                  <a:moveTo>
                    <a:pt x="3453" y="1"/>
                  </a:moveTo>
                  <a:lnTo>
                    <a:pt x="0" y="3987"/>
                  </a:lnTo>
                  <a:lnTo>
                    <a:pt x="1431" y="5461"/>
                  </a:lnTo>
                  <a:lnTo>
                    <a:pt x="4547" y="3063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3"/>
            <p:cNvSpPr/>
            <p:nvPr/>
          </p:nvSpPr>
          <p:spPr>
            <a:xfrm>
              <a:off x="1790479" y="1802491"/>
              <a:ext cx="150978" cy="193700"/>
            </a:xfrm>
            <a:custGeom>
              <a:avLst/>
              <a:gdLst/>
              <a:ahLst/>
              <a:cxnLst/>
              <a:rect l="l" t="t" r="r" b="b"/>
              <a:pathLst>
                <a:path w="3071" h="3940" extrusionOk="0">
                  <a:moveTo>
                    <a:pt x="1774" y="0"/>
                  </a:moveTo>
                  <a:lnTo>
                    <a:pt x="1774" y="1"/>
                  </a:lnTo>
                  <a:lnTo>
                    <a:pt x="1774" y="1"/>
                  </a:lnTo>
                  <a:lnTo>
                    <a:pt x="1775" y="0"/>
                  </a:lnTo>
                  <a:close/>
                  <a:moveTo>
                    <a:pt x="1774" y="1"/>
                  </a:moveTo>
                  <a:lnTo>
                    <a:pt x="122" y="3172"/>
                  </a:lnTo>
                  <a:cubicBezTo>
                    <a:pt x="0" y="3401"/>
                    <a:pt x="66" y="3685"/>
                    <a:pt x="276" y="3837"/>
                  </a:cubicBezTo>
                  <a:cubicBezTo>
                    <a:pt x="369" y="3906"/>
                    <a:pt x="478" y="3939"/>
                    <a:pt x="587" y="3939"/>
                  </a:cubicBezTo>
                  <a:cubicBezTo>
                    <a:pt x="734" y="3939"/>
                    <a:pt x="880" y="3877"/>
                    <a:pt x="983" y="3758"/>
                  </a:cubicBezTo>
                  <a:lnTo>
                    <a:pt x="3070" y="1337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3"/>
            <p:cNvSpPr/>
            <p:nvPr/>
          </p:nvSpPr>
          <p:spPr>
            <a:xfrm>
              <a:off x="1788365" y="1793445"/>
              <a:ext cx="160024" cy="207957"/>
            </a:xfrm>
            <a:custGeom>
              <a:avLst/>
              <a:gdLst/>
              <a:ahLst/>
              <a:cxnLst/>
              <a:rect l="l" t="t" r="r" b="b"/>
              <a:pathLst>
                <a:path w="3255" h="4230" extrusionOk="0">
                  <a:moveTo>
                    <a:pt x="1843" y="364"/>
                  </a:moveTo>
                  <a:lnTo>
                    <a:pt x="2969" y="1535"/>
                  </a:lnTo>
                  <a:lnTo>
                    <a:pt x="947" y="3880"/>
                  </a:lnTo>
                  <a:cubicBezTo>
                    <a:pt x="863" y="3974"/>
                    <a:pt x="747" y="4023"/>
                    <a:pt x="629" y="4023"/>
                  </a:cubicBezTo>
                  <a:cubicBezTo>
                    <a:pt x="543" y="4023"/>
                    <a:pt x="457" y="3997"/>
                    <a:pt x="383" y="3944"/>
                  </a:cubicBezTo>
                  <a:cubicBezTo>
                    <a:pt x="219" y="3820"/>
                    <a:pt x="167" y="3597"/>
                    <a:pt x="259" y="3414"/>
                  </a:cubicBezTo>
                  <a:lnTo>
                    <a:pt x="1843" y="364"/>
                  </a:lnTo>
                  <a:close/>
                  <a:moveTo>
                    <a:pt x="1785" y="1"/>
                  </a:moveTo>
                  <a:lnTo>
                    <a:pt x="79" y="3306"/>
                  </a:lnTo>
                  <a:cubicBezTo>
                    <a:pt x="39" y="3387"/>
                    <a:pt x="16" y="3476"/>
                    <a:pt x="13" y="3565"/>
                  </a:cubicBezTo>
                  <a:cubicBezTo>
                    <a:pt x="0" y="3918"/>
                    <a:pt x="274" y="4216"/>
                    <a:pt x="627" y="4230"/>
                  </a:cubicBezTo>
                  <a:cubicBezTo>
                    <a:pt x="811" y="4230"/>
                    <a:pt x="986" y="4149"/>
                    <a:pt x="1108" y="4011"/>
                  </a:cubicBezTo>
                  <a:lnTo>
                    <a:pt x="3255" y="151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3"/>
            <p:cNvSpPr/>
            <p:nvPr/>
          </p:nvSpPr>
          <p:spPr>
            <a:xfrm>
              <a:off x="1842787" y="1787939"/>
              <a:ext cx="128953" cy="108207"/>
            </a:xfrm>
            <a:custGeom>
              <a:avLst/>
              <a:gdLst/>
              <a:ahLst/>
              <a:cxnLst/>
              <a:rect l="l" t="t" r="r" b="b"/>
              <a:pathLst>
                <a:path w="2623" h="2201" extrusionOk="0">
                  <a:moveTo>
                    <a:pt x="428" y="1"/>
                  </a:moveTo>
                  <a:cubicBezTo>
                    <a:pt x="317" y="1"/>
                    <a:pt x="207" y="49"/>
                    <a:pt x="132" y="141"/>
                  </a:cubicBezTo>
                  <a:cubicBezTo>
                    <a:pt x="1" y="304"/>
                    <a:pt x="25" y="542"/>
                    <a:pt x="185" y="674"/>
                  </a:cubicBezTo>
                  <a:lnTo>
                    <a:pt x="1957" y="2116"/>
                  </a:lnTo>
                  <a:lnTo>
                    <a:pt x="1959" y="2116"/>
                  </a:lnTo>
                  <a:cubicBezTo>
                    <a:pt x="1959" y="2116"/>
                    <a:pt x="1960" y="2117"/>
                    <a:pt x="1960" y="2117"/>
                  </a:cubicBezTo>
                  <a:cubicBezTo>
                    <a:pt x="2030" y="2173"/>
                    <a:pt x="2114" y="2201"/>
                    <a:pt x="2197" y="2201"/>
                  </a:cubicBezTo>
                  <a:cubicBezTo>
                    <a:pt x="2308" y="2201"/>
                    <a:pt x="2417" y="2153"/>
                    <a:pt x="2492" y="2060"/>
                  </a:cubicBezTo>
                  <a:cubicBezTo>
                    <a:pt x="2623" y="1898"/>
                    <a:pt x="2597" y="1658"/>
                    <a:pt x="2435" y="1527"/>
                  </a:cubicBezTo>
                  <a:lnTo>
                    <a:pt x="666" y="85"/>
                  </a:lnTo>
                  <a:cubicBezTo>
                    <a:pt x="596" y="28"/>
                    <a:pt x="512" y="1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3"/>
            <p:cNvSpPr/>
            <p:nvPr/>
          </p:nvSpPr>
          <p:spPr>
            <a:xfrm>
              <a:off x="1836937" y="1782531"/>
              <a:ext cx="140310" cy="118875"/>
            </a:xfrm>
            <a:custGeom>
              <a:avLst/>
              <a:gdLst/>
              <a:ahLst/>
              <a:cxnLst/>
              <a:rect l="l" t="t" r="r" b="b"/>
              <a:pathLst>
                <a:path w="2854" h="2418" extrusionOk="0">
                  <a:moveTo>
                    <a:pt x="549" y="217"/>
                  </a:moveTo>
                  <a:cubicBezTo>
                    <a:pt x="610" y="217"/>
                    <a:pt x="671" y="238"/>
                    <a:pt x="718" y="280"/>
                  </a:cubicBezTo>
                  <a:lnTo>
                    <a:pt x="2490" y="1721"/>
                  </a:lnTo>
                  <a:cubicBezTo>
                    <a:pt x="2606" y="1816"/>
                    <a:pt x="2624" y="1987"/>
                    <a:pt x="2529" y="2105"/>
                  </a:cubicBezTo>
                  <a:cubicBezTo>
                    <a:pt x="2474" y="2170"/>
                    <a:pt x="2396" y="2204"/>
                    <a:pt x="2317" y="2204"/>
                  </a:cubicBezTo>
                  <a:cubicBezTo>
                    <a:pt x="2257" y="2204"/>
                    <a:pt x="2196" y="2184"/>
                    <a:pt x="2145" y="2142"/>
                  </a:cubicBezTo>
                  <a:lnTo>
                    <a:pt x="374" y="701"/>
                  </a:lnTo>
                  <a:cubicBezTo>
                    <a:pt x="258" y="606"/>
                    <a:pt x="240" y="436"/>
                    <a:pt x="334" y="320"/>
                  </a:cubicBezTo>
                  <a:cubicBezTo>
                    <a:pt x="380" y="263"/>
                    <a:pt x="447" y="227"/>
                    <a:pt x="520" y="218"/>
                  </a:cubicBezTo>
                  <a:cubicBezTo>
                    <a:pt x="530" y="217"/>
                    <a:pt x="539" y="217"/>
                    <a:pt x="549" y="217"/>
                  </a:cubicBezTo>
                  <a:close/>
                  <a:moveTo>
                    <a:pt x="548" y="1"/>
                  </a:moveTo>
                  <a:cubicBezTo>
                    <a:pt x="407" y="1"/>
                    <a:pt x="267" y="61"/>
                    <a:pt x="170" y="178"/>
                  </a:cubicBezTo>
                  <a:cubicBezTo>
                    <a:pt x="170" y="178"/>
                    <a:pt x="170" y="178"/>
                    <a:pt x="170" y="180"/>
                  </a:cubicBezTo>
                  <a:cubicBezTo>
                    <a:pt x="1" y="388"/>
                    <a:pt x="32" y="693"/>
                    <a:pt x="240" y="863"/>
                  </a:cubicBezTo>
                  <a:lnTo>
                    <a:pt x="2011" y="2309"/>
                  </a:lnTo>
                  <a:cubicBezTo>
                    <a:pt x="2097" y="2379"/>
                    <a:pt x="2204" y="2418"/>
                    <a:pt x="2316" y="2418"/>
                  </a:cubicBezTo>
                  <a:lnTo>
                    <a:pt x="2367" y="2404"/>
                  </a:lnTo>
                  <a:cubicBezTo>
                    <a:pt x="2489" y="2391"/>
                    <a:pt x="2600" y="2331"/>
                    <a:pt x="2679" y="2237"/>
                  </a:cubicBezTo>
                  <a:cubicBezTo>
                    <a:pt x="2853" y="2033"/>
                    <a:pt x="2830" y="1725"/>
                    <a:pt x="2624" y="1553"/>
                  </a:cubicBezTo>
                  <a:lnTo>
                    <a:pt x="855" y="110"/>
                  </a:lnTo>
                  <a:cubicBezTo>
                    <a:pt x="765" y="37"/>
                    <a:pt x="656" y="1"/>
                    <a:pt x="5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3"/>
            <p:cNvSpPr/>
            <p:nvPr/>
          </p:nvSpPr>
          <p:spPr>
            <a:xfrm>
              <a:off x="2022968" y="1596501"/>
              <a:ext cx="86133" cy="174183"/>
            </a:xfrm>
            <a:custGeom>
              <a:avLst/>
              <a:gdLst/>
              <a:ahLst/>
              <a:cxnLst/>
              <a:rect l="l" t="t" r="r" b="b"/>
              <a:pathLst>
                <a:path w="1752" h="3543" extrusionOk="0">
                  <a:moveTo>
                    <a:pt x="427" y="1"/>
                  </a:moveTo>
                  <a:cubicBezTo>
                    <a:pt x="386" y="1"/>
                    <a:pt x="344" y="7"/>
                    <a:pt x="304" y="21"/>
                  </a:cubicBezTo>
                  <a:cubicBezTo>
                    <a:pt x="302" y="23"/>
                    <a:pt x="302" y="23"/>
                    <a:pt x="301" y="23"/>
                  </a:cubicBezTo>
                  <a:cubicBezTo>
                    <a:pt x="104" y="91"/>
                    <a:pt x="0" y="307"/>
                    <a:pt x="69" y="503"/>
                  </a:cubicBezTo>
                  <a:lnTo>
                    <a:pt x="963" y="3289"/>
                  </a:lnTo>
                  <a:cubicBezTo>
                    <a:pt x="1018" y="3446"/>
                    <a:pt x="1165" y="3543"/>
                    <a:pt x="1322" y="3543"/>
                  </a:cubicBezTo>
                  <a:cubicBezTo>
                    <a:pt x="1363" y="3543"/>
                    <a:pt x="1406" y="3536"/>
                    <a:pt x="1447" y="3522"/>
                  </a:cubicBezTo>
                  <a:cubicBezTo>
                    <a:pt x="1447" y="3520"/>
                    <a:pt x="1449" y="3520"/>
                    <a:pt x="1450" y="3520"/>
                  </a:cubicBezTo>
                  <a:cubicBezTo>
                    <a:pt x="1647" y="3452"/>
                    <a:pt x="1751" y="3236"/>
                    <a:pt x="1681" y="3039"/>
                  </a:cubicBezTo>
                  <a:lnTo>
                    <a:pt x="788" y="256"/>
                  </a:lnTo>
                  <a:cubicBezTo>
                    <a:pt x="733" y="99"/>
                    <a:pt x="585" y="1"/>
                    <a:pt x="4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3"/>
            <p:cNvSpPr/>
            <p:nvPr/>
          </p:nvSpPr>
          <p:spPr>
            <a:xfrm>
              <a:off x="2017069" y="1591338"/>
              <a:ext cx="97637" cy="184605"/>
            </a:xfrm>
            <a:custGeom>
              <a:avLst/>
              <a:gdLst/>
              <a:ahLst/>
              <a:cxnLst/>
              <a:rect l="l" t="t" r="r" b="b"/>
              <a:pathLst>
                <a:path w="1986" h="3755" extrusionOk="0">
                  <a:moveTo>
                    <a:pt x="550" y="210"/>
                  </a:moveTo>
                  <a:cubicBezTo>
                    <a:pt x="592" y="210"/>
                    <a:pt x="635" y="220"/>
                    <a:pt x="674" y="239"/>
                  </a:cubicBezTo>
                  <a:cubicBezTo>
                    <a:pt x="738" y="270"/>
                    <a:pt x="789" y="326"/>
                    <a:pt x="812" y="393"/>
                  </a:cubicBezTo>
                  <a:lnTo>
                    <a:pt x="1706" y="3180"/>
                  </a:lnTo>
                  <a:cubicBezTo>
                    <a:pt x="1706" y="3181"/>
                    <a:pt x="1706" y="3181"/>
                    <a:pt x="1706" y="3181"/>
                  </a:cubicBezTo>
                  <a:cubicBezTo>
                    <a:pt x="1755" y="3324"/>
                    <a:pt x="1679" y="3478"/>
                    <a:pt x="1538" y="3525"/>
                  </a:cubicBezTo>
                  <a:cubicBezTo>
                    <a:pt x="1507" y="3536"/>
                    <a:pt x="1476" y="3542"/>
                    <a:pt x="1445" y="3542"/>
                  </a:cubicBezTo>
                  <a:cubicBezTo>
                    <a:pt x="1403" y="3542"/>
                    <a:pt x="1361" y="3532"/>
                    <a:pt x="1323" y="3513"/>
                  </a:cubicBezTo>
                  <a:cubicBezTo>
                    <a:pt x="1258" y="3484"/>
                    <a:pt x="1208" y="3427"/>
                    <a:pt x="1185" y="3360"/>
                  </a:cubicBezTo>
                  <a:lnTo>
                    <a:pt x="1185" y="3359"/>
                  </a:lnTo>
                  <a:lnTo>
                    <a:pt x="291" y="574"/>
                  </a:lnTo>
                  <a:cubicBezTo>
                    <a:pt x="242" y="431"/>
                    <a:pt x="318" y="276"/>
                    <a:pt x="460" y="226"/>
                  </a:cubicBezTo>
                  <a:cubicBezTo>
                    <a:pt x="489" y="215"/>
                    <a:pt x="519" y="210"/>
                    <a:pt x="550" y="210"/>
                  </a:cubicBezTo>
                  <a:close/>
                  <a:moveTo>
                    <a:pt x="547" y="1"/>
                  </a:moveTo>
                  <a:cubicBezTo>
                    <a:pt x="494" y="1"/>
                    <a:pt x="441" y="10"/>
                    <a:pt x="388" y="28"/>
                  </a:cubicBezTo>
                  <a:cubicBezTo>
                    <a:pt x="135" y="116"/>
                    <a:pt x="1" y="390"/>
                    <a:pt x="87" y="643"/>
                  </a:cubicBezTo>
                  <a:lnTo>
                    <a:pt x="981" y="3427"/>
                  </a:lnTo>
                  <a:cubicBezTo>
                    <a:pt x="1021" y="3549"/>
                    <a:pt x="1110" y="3650"/>
                    <a:pt x="1228" y="3704"/>
                  </a:cubicBezTo>
                  <a:cubicBezTo>
                    <a:pt x="1293" y="3738"/>
                    <a:pt x="1368" y="3755"/>
                    <a:pt x="1441" y="3755"/>
                  </a:cubicBezTo>
                  <a:cubicBezTo>
                    <a:pt x="1499" y="3755"/>
                    <a:pt x="1557" y="3746"/>
                    <a:pt x="1612" y="3728"/>
                  </a:cubicBezTo>
                  <a:cubicBezTo>
                    <a:pt x="1858" y="3635"/>
                    <a:pt x="1986" y="3363"/>
                    <a:pt x="1899" y="3114"/>
                  </a:cubicBezTo>
                  <a:lnTo>
                    <a:pt x="1006" y="327"/>
                  </a:lnTo>
                  <a:cubicBezTo>
                    <a:pt x="936" y="127"/>
                    <a:pt x="748" y="1"/>
                    <a:pt x="5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3"/>
            <p:cNvSpPr/>
            <p:nvPr/>
          </p:nvSpPr>
          <p:spPr>
            <a:xfrm>
              <a:off x="3507676" y="1259197"/>
              <a:ext cx="1040770" cy="1574134"/>
            </a:xfrm>
            <a:custGeom>
              <a:avLst/>
              <a:gdLst/>
              <a:ahLst/>
              <a:cxnLst/>
              <a:rect l="l" t="t" r="r" b="b"/>
              <a:pathLst>
                <a:path w="21170" h="32019" extrusionOk="0">
                  <a:moveTo>
                    <a:pt x="16070" y="0"/>
                  </a:moveTo>
                  <a:cubicBezTo>
                    <a:pt x="13890" y="0"/>
                    <a:pt x="11936" y="1528"/>
                    <a:pt x="11480" y="3745"/>
                  </a:cubicBezTo>
                  <a:lnTo>
                    <a:pt x="0" y="29990"/>
                  </a:lnTo>
                  <a:lnTo>
                    <a:pt x="13193" y="32018"/>
                  </a:lnTo>
                  <a:lnTo>
                    <a:pt x="20657" y="5619"/>
                  </a:lnTo>
                  <a:cubicBezTo>
                    <a:pt x="21170" y="3085"/>
                    <a:pt x="19535" y="615"/>
                    <a:pt x="17002" y="94"/>
                  </a:cubicBezTo>
                  <a:cubicBezTo>
                    <a:pt x="16689" y="31"/>
                    <a:pt x="16377" y="0"/>
                    <a:pt x="160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3"/>
            <p:cNvSpPr/>
            <p:nvPr/>
          </p:nvSpPr>
          <p:spPr>
            <a:xfrm>
              <a:off x="3499613" y="1253494"/>
              <a:ext cx="1055076" cy="1585736"/>
            </a:xfrm>
            <a:custGeom>
              <a:avLst/>
              <a:gdLst/>
              <a:ahLst/>
              <a:cxnLst/>
              <a:rect l="l" t="t" r="r" b="b"/>
              <a:pathLst>
                <a:path w="21461" h="32255" extrusionOk="0">
                  <a:moveTo>
                    <a:pt x="16225" y="228"/>
                  </a:moveTo>
                  <a:cubicBezTo>
                    <a:pt x="16529" y="228"/>
                    <a:pt x="16837" y="258"/>
                    <a:pt x="17147" y="322"/>
                  </a:cubicBezTo>
                  <a:cubicBezTo>
                    <a:pt x="19617" y="826"/>
                    <a:pt x="21213" y="3234"/>
                    <a:pt x="20717" y="5706"/>
                  </a:cubicBezTo>
                  <a:lnTo>
                    <a:pt x="13279" y="32014"/>
                  </a:lnTo>
                  <a:lnTo>
                    <a:pt x="317" y="30021"/>
                  </a:lnTo>
                  <a:lnTo>
                    <a:pt x="11748" y="3910"/>
                  </a:lnTo>
                  <a:lnTo>
                    <a:pt x="11748" y="3889"/>
                  </a:lnTo>
                  <a:cubicBezTo>
                    <a:pt x="11748" y="3888"/>
                    <a:pt x="11748" y="3886"/>
                    <a:pt x="11748" y="3885"/>
                  </a:cubicBezTo>
                  <a:cubicBezTo>
                    <a:pt x="12192" y="1719"/>
                    <a:pt x="14098" y="228"/>
                    <a:pt x="16225" y="228"/>
                  </a:cubicBezTo>
                  <a:close/>
                  <a:moveTo>
                    <a:pt x="16234" y="0"/>
                  </a:moveTo>
                  <a:cubicBezTo>
                    <a:pt x="14006" y="0"/>
                    <a:pt x="12011" y="1563"/>
                    <a:pt x="11547" y="3830"/>
                  </a:cubicBezTo>
                  <a:lnTo>
                    <a:pt x="0" y="30190"/>
                  </a:lnTo>
                  <a:lnTo>
                    <a:pt x="13435" y="32255"/>
                  </a:lnTo>
                  <a:lnTo>
                    <a:pt x="20930" y="5749"/>
                  </a:lnTo>
                  <a:cubicBezTo>
                    <a:pt x="21460" y="3158"/>
                    <a:pt x="19790" y="628"/>
                    <a:pt x="17199" y="98"/>
                  </a:cubicBezTo>
                  <a:cubicBezTo>
                    <a:pt x="16875" y="32"/>
                    <a:pt x="16552" y="0"/>
                    <a:pt x="16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3"/>
            <p:cNvSpPr/>
            <p:nvPr/>
          </p:nvSpPr>
          <p:spPr>
            <a:xfrm>
              <a:off x="3961790" y="1664689"/>
              <a:ext cx="327373" cy="698304"/>
            </a:xfrm>
            <a:custGeom>
              <a:avLst/>
              <a:gdLst/>
              <a:ahLst/>
              <a:cxnLst/>
              <a:rect l="l" t="t" r="r" b="b"/>
              <a:pathLst>
                <a:path w="6659" h="14204" extrusionOk="0">
                  <a:moveTo>
                    <a:pt x="5350" y="1"/>
                  </a:moveTo>
                  <a:cubicBezTo>
                    <a:pt x="4872" y="1"/>
                    <a:pt x="4423" y="298"/>
                    <a:pt x="4253" y="774"/>
                  </a:cubicBezTo>
                  <a:lnTo>
                    <a:pt x="67" y="12655"/>
                  </a:lnTo>
                  <a:cubicBezTo>
                    <a:pt x="23" y="12782"/>
                    <a:pt x="0" y="12913"/>
                    <a:pt x="0" y="13047"/>
                  </a:cubicBezTo>
                  <a:cubicBezTo>
                    <a:pt x="2" y="13686"/>
                    <a:pt x="521" y="14204"/>
                    <a:pt x="1160" y="14204"/>
                  </a:cubicBezTo>
                  <a:cubicBezTo>
                    <a:pt x="1161" y="14204"/>
                    <a:pt x="1162" y="14204"/>
                    <a:pt x="1163" y="14204"/>
                  </a:cubicBezTo>
                  <a:cubicBezTo>
                    <a:pt x="1164" y="14204"/>
                    <a:pt x="1166" y="14204"/>
                    <a:pt x="1167" y="14204"/>
                  </a:cubicBezTo>
                  <a:cubicBezTo>
                    <a:pt x="1655" y="14204"/>
                    <a:pt x="2093" y="13896"/>
                    <a:pt x="2259" y="13437"/>
                  </a:cubicBezTo>
                  <a:lnTo>
                    <a:pt x="6443" y="1554"/>
                  </a:lnTo>
                  <a:cubicBezTo>
                    <a:pt x="6659" y="949"/>
                    <a:pt x="6343" y="284"/>
                    <a:pt x="5739" y="68"/>
                  </a:cubicBezTo>
                  <a:cubicBezTo>
                    <a:pt x="5610" y="22"/>
                    <a:pt x="5479" y="1"/>
                    <a:pt x="5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3"/>
            <p:cNvSpPr/>
            <p:nvPr/>
          </p:nvSpPr>
          <p:spPr>
            <a:xfrm>
              <a:off x="3963412" y="3047188"/>
              <a:ext cx="1240468" cy="1134670"/>
            </a:xfrm>
            <a:custGeom>
              <a:avLst/>
              <a:gdLst/>
              <a:ahLst/>
              <a:cxnLst/>
              <a:rect l="l" t="t" r="r" b="b"/>
              <a:pathLst>
                <a:path w="25232" h="23080" extrusionOk="0">
                  <a:moveTo>
                    <a:pt x="17723" y="1"/>
                  </a:moveTo>
                  <a:cubicBezTo>
                    <a:pt x="14521" y="1"/>
                    <a:pt x="11652" y="2133"/>
                    <a:pt x="10987" y="5223"/>
                  </a:cubicBezTo>
                  <a:lnTo>
                    <a:pt x="0" y="23080"/>
                  </a:lnTo>
                  <a:lnTo>
                    <a:pt x="22339" y="23080"/>
                  </a:lnTo>
                  <a:lnTo>
                    <a:pt x="24471" y="7835"/>
                  </a:lnTo>
                  <a:cubicBezTo>
                    <a:pt x="25232" y="4303"/>
                    <a:pt x="22828" y="858"/>
                    <a:pt x="19106" y="134"/>
                  </a:cubicBezTo>
                  <a:cubicBezTo>
                    <a:pt x="18642" y="44"/>
                    <a:pt x="18179" y="1"/>
                    <a:pt x="1772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3"/>
            <p:cNvSpPr/>
            <p:nvPr/>
          </p:nvSpPr>
          <p:spPr>
            <a:xfrm>
              <a:off x="3953973" y="3042075"/>
              <a:ext cx="1235257" cy="1145093"/>
            </a:xfrm>
            <a:custGeom>
              <a:avLst/>
              <a:gdLst/>
              <a:ahLst/>
              <a:cxnLst/>
              <a:rect l="l" t="t" r="r" b="b"/>
              <a:pathLst>
                <a:path w="25126" h="23292" extrusionOk="0">
                  <a:moveTo>
                    <a:pt x="17915" y="218"/>
                  </a:moveTo>
                  <a:cubicBezTo>
                    <a:pt x="18364" y="218"/>
                    <a:pt x="18819" y="261"/>
                    <a:pt x="19276" y="350"/>
                  </a:cubicBezTo>
                  <a:cubicBezTo>
                    <a:pt x="21068" y="677"/>
                    <a:pt x="22651" y="1716"/>
                    <a:pt x="23662" y="3232"/>
                  </a:cubicBezTo>
                  <a:cubicBezTo>
                    <a:pt x="24584" y="4611"/>
                    <a:pt x="24905" y="6304"/>
                    <a:pt x="24555" y="7924"/>
                  </a:cubicBezTo>
                  <a:lnTo>
                    <a:pt x="22438" y="23078"/>
                  </a:lnTo>
                  <a:lnTo>
                    <a:pt x="381" y="23078"/>
                  </a:lnTo>
                  <a:lnTo>
                    <a:pt x="11268" y="5388"/>
                  </a:lnTo>
                  <a:lnTo>
                    <a:pt x="11282" y="5354"/>
                  </a:lnTo>
                  <a:cubicBezTo>
                    <a:pt x="11933" y="2317"/>
                    <a:pt x="14764" y="218"/>
                    <a:pt x="17915" y="218"/>
                  </a:cubicBezTo>
                  <a:close/>
                  <a:moveTo>
                    <a:pt x="17923" y="0"/>
                  </a:moveTo>
                  <a:cubicBezTo>
                    <a:pt x="14681" y="0"/>
                    <a:pt x="11760" y="2160"/>
                    <a:pt x="11076" y="5287"/>
                  </a:cubicBezTo>
                  <a:lnTo>
                    <a:pt x="0" y="23291"/>
                  </a:lnTo>
                  <a:lnTo>
                    <a:pt x="22621" y="23291"/>
                  </a:lnTo>
                  <a:lnTo>
                    <a:pt x="24765" y="7969"/>
                  </a:lnTo>
                  <a:cubicBezTo>
                    <a:pt x="25126" y="6293"/>
                    <a:pt x="24792" y="4544"/>
                    <a:pt x="23839" y="3119"/>
                  </a:cubicBezTo>
                  <a:cubicBezTo>
                    <a:pt x="22799" y="1553"/>
                    <a:pt x="21167" y="475"/>
                    <a:pt x="19316" y="134"/>
                  </a:cubicBezTo>
                  <a:cubicBezTo>
                    <a:pt x="18849" y="44"/>
                    <a:pt x="18383" y="0"/>
                    <a:pt x="179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3"/>
            <p:cNvSpPr/>
            <p:nvPr/>
          </p:nvSpPr>
          <p:spPr>
            <a:xfrm>
              <a:off x="3512543" y="2556988"/>
              <a:ext cx="1474236" cy="1196025"/>
            </a:xfrm>
            <a:custGeom>
              <a:avLst/>
              <a:gdLst/>
              <a:ahLst/>
              <a:cxnLst/>
              <a:rect l="l" t="t" r="r" b="b"/>
              <a:pathLst>
                <a:path w="29987" h="24328" extrusionOk="0">
                  <a:moveTo>
                    <a:pt x="6744" y="1"/>
                  </a:moveTo>
                  <a:cubicBezTo>
                    <a:pt x="4700" y="1"/>
                    <a:pt x="2713" y="1065"/>
                    <a:pt x="1624" y="2964"/>
                  </a:cubicBezTo>
                  <a:cubicBezTo>
                    <a:pt x="1622" y="2964"/>
                    <a:pt x="1622" y="2966"/>
                    <a:pt x="1622" y="2966"/>
                  </a:cubicBezTo>
                  <a:cubicBezTo>
                    <a:pt x="1" y="5790"/>
                    <a:pt x="976" y="9393"/>
                    <a:pt x="3799" y="11015"/>
                  </a:cubicBezTo>
                  <a:cubicBezTo>
                    <a:pt x="3801" y="11016"/>
                    <a:pt x="3801" y="11016"/>
                    <a:pt x="3801" y="11016"/>
                  </a:cubicBezTo>
                  <a:lnTo>
                    <a:pt x="22339" y="24327"/>
                  </a:lnTo>
                  <a:lnTo>
                    <a:pt x="29986" y="9350"/>
                  </a:lnTo>
                  <a:lnTo>
                    <a:pt x="9673" y="784"/>
                  </a:lnTo>
                  <a:cubicBezTo>
                    <a:pt x="8748" y="253"/>
                    <a:pt x="7739" y="1"/>
                    <a:pt x="67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3"/>
            <p:cNvSpPr/>
            <p:nvPr/>
          </p:nvSpPr>
          <p:spPr>
            <a:xfrm>
              <a:off x="3506496" y="2551777"/>
              <a:ext cx="1487215" cy="1209152"/>
            </a:xfrm>
            <a:custGeom>
              <a:avLst/>
              <a:gdLst/>
              <a:ahLst/>
              <a:cxnLst/>
              <a:rect l="l" t="t" r="r" b="b"/>
              <a:pathLst>
                <a:path w="30251" h="24595" extrusionOk="0">
                  <a:moveTo>
                    <a:pt x="6876" y="213"/>
                  </a:moveTo>
                  <a:cubicBezTo>
                    <a:pt x="7885" y="213"/>
                    <a:pt x="8877" y="478"/>
                    <a:pt x="9753" y="980"/>
                  </a:cubicBezTo>
                  <a:lnTo>
                    <a:pt x="29960" y="9510"/>
                  </a:lnTo>
                  <a:lnTo>
                    <a:pt x="22416" y="24280"/>
                  </a:lnTo>
                  <a:lnTo>
                    <a:pt x="3970" y="11034"/>
                  </a:lnTo>
                  <a:cubicBezTo>
                    <a:pt x="1197" y="9441"/>
                    <a:pt x="243" y="5902"/>
                    <a:pt x="1836" y="3130"/>
                  </a:cubicBezTo>
                  <a:cubicBezTo>
                    <a:pt x="2872" y="1328"/>
                    <a:pt x="4790" y="216"/>
                    <a:pt x="6867" y="213"/>
                  </a:cubicBezTo>
                  <a:cubicBezTo>
                    <a:pt x="6870" y="213"/>
                    <a:pt x="6873" y="213"/>
                    <a:pt x="6876" y="213"/>
                  </a:cubicBezTo>
                  <a:close/>
                  <a:moveTo>
                    <a:pt x="6861" y="1"/>
                  </a:moveTo>
                  <a:cubicBezTo>
                    <a:pt x="4779" y="1"/>
                    <a:pt x="2756" y="1083"/>
                    <a:pt x="1647" y="3018"/>
                  </a:cubicBezTo>
                  <a:cubicBezTo>
                    <a:pt x="0" y="5892"/>
                    <a:pt x="989" y="9556"/>
                    <a:pt x="3858" y="11210"/>
                  </a:cubicBezTo>
                  <a:lnTo>
                    <a:pt x="22397" y="24521"/>
                  </a:lnTo>
                  <a:lnTo>
                    <a:pt x="22496" y="24594"/>
                  </a:lnTo>
                  <a:lnTo>
                    <a:pt x="22496" y="24593"/>
                  </a:lnTo>
                  <a:lnTo>
                    <a:pt x="30199" y="9505"/>
                  </a:lnTo>
                  <a:lnTo>
                    <a:pt x="30251" y="9404"/>
                  </a:lnTo>
                  <a:lnTo>
                    <a:pt x="9844" y="798"/>
                  </a:lnTo>
                  <a:cubicBezTo>
                    <a:pt x="8901" y="258"/>
                    <a:pt x="7874" y="1"/>
                    <a:pt x="68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3"/>
            <p:cNvSpPr/>
            <p:nvPr/>
          </p:nvSpPr>
          <p:spPr>
            <a:xfrm>
              <a:off x="3940551" y="2925560"/>
              <a:ext cx="394529" cy="286716"/>
            </a:xfrm>
            <a:custGeom>
              <a:avLst/>
              <a:gdLst/>
              <a:ahLst/>
              <a:cxnLst/>
              <a:rect l="l" t="t" r="r" b="b"/>
              <a:pathLst>
                <a:path w="8025" h="5832" extrusionOk="0">
                  <a:moveTo>
                    <a:pt x="1325" y="0"/>
                  </a:moveTo>
                  <a:cubicBezTo>
                    <a:pt x="945" y="0"/>
                    <a:pt x="573" y="186"/>
                    <a:pt x="350" y="529"/>
                  </a:cubicBezTo>
                  <a:cubicBezTo>
                    <a:pt x="1" y="1067"/>
                    <a:pt x="152" y="1788"/>
                    <a:pt x="691" y="2137"/>
                  </a:cubicBezTo>
                  <a:lnTo>
                    <a:pt x="6065" y="5641"/>
                  </a:lnTo>
                  <a:cubicBezTo>
                    <a:pt x="6256" y="5766"/>
                    <a:pt x="6477" y="5832"/>
                    <a:pt x="6705" y="5832"/>
                  </a:cubicBezTo>
                  <a:lnTo>
                    <a:pt x="6701" y="5820"/>
                  </a:lnTo>
                  <a:cubicBezTo>
                    <a:pt x="7091" y="5820"/>
                    <a:pt x="7456" y="5625"/>
                    <a:pt x="7672" y="5298"/>
                  </a:cubicBezTo>
                  <a:cubicBezTo>
                    <a:pt x="8024" y="4762"/>
                    <a:pt x="7876" y="4040"/>
                    <a:pt x="7341" y="3687"/>
                  </a:cubicBezTo>
                  <a:lnTo>
                    <a:pt x="1959" y="188"/>
                  </a:lnTo>
                  <a:cubicBezTo>
                    <a:pt x="1762" y="61"/>
                    <a:pt x="1543" y="0"/>
                    <a:pt x="13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3"/>
            <p:cNvSpPr/>
            <p:nvPr/>
          </p:nvSpPr>
          <p:spPr>
            <a:xfrm>
              <a:off x="4364430" y="2961350"/>
              <a:ext cx="831043" cy="831043"/>
            </a:xfrm>
            <a:custGeom>
              <a:avLst/>
              <a:gdLst/>
              <a:ahLst/>
              <a:cxnLst/>
              <a:rect l="l" t="t" r="r" b="b"/>
              <a:pathLst>
                <a:path w="16904" h="16904" extrusionOk="0">
                  <a:moveTo>
                    <a:pt x="8452" y="1"/>
                  </a:moveTo>
                  <a:cubicBezTo>
                    <a:pt x="6210" y="1"/>
                    <a:pt x="4061" y="891"/>
                    <a:pt x="2476" y="2477"/>
                  </a:cubicBezTo>
                  <a:cubicBezTo>
                    <a:pt x="891" y="4061"/>
                    <a:pt x="1" y="6211"/>
                    <a:pt x="1" y="8452"/>
                  </a:cubicBezTo>
                  <a:cubicBezTo>
                    <a:pt x="1" y="10694"/>
                    <a:pt x="891" y="12843"/>
                    <a:pt x="2476" y="14429"/>
                  </a:cubicBezTo>
                  <a:cubicBezTo>
                    <a:pt x="4061" y="16013"/>
                    <a:pt x="6210" y="16903"/>
                    <a:pt x="8452" y="16903"/>
                  </a:cubicBezTo>
                  <a:cubicBezTo>
                    <a:pt x="10693" y="16903"/>
                    <a:pt x="12843" y="16013"/>
                    <a:pt x="14427" y="14429"/>
                  </a:cubicBezTo>
                  <a:cubicBezTo>
                    <a:pt x="16013" y="12843"/>
                    <a:pt x="16903" y="10694"/>
                    <a:pt x="16903" y="8452"/>
                  </a:cubicBezTo>
                  <a:cubicBezTo>
                    <a:pt x="16903" y="6211"/>
                    <a:pt x="16013" y="4061"/>
                    <a:pt x="14427" y="2477"/>
                  </a:cubicBezTo>
                  <a:cubicBezTo>
                    <a:pt x="12843" y="891"/>
                    <a:pt x="10693" y="1"/>
                    <a:pt x="8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3"/>
            <p:cNvSpPr/>
            <p:nvPr/>
          </p:nvSpPr>
          <p:spPr>
            <a:xfrm>
              <a:off x="4358875" y="2956483"/>
              <a:ext cx="842154" cy="841318"/>
            </a:xfrm>
            <a:custGeom>
              <a:avLst/>
              <a:gdLst/>
              <a:ahLst/>
              <a:cxnLst/>
              <a:rect l="l" t="t" r="r" b="b"/>
              <a:pathLst>
                <a:path w="17130" h="17113" extrusionOk="0">
                  <a:moveTo>
                    <a:pt x="8552" y="207"/>
                  </a:moveTo>
                  <a:cubicBezTo>
                    <a:pt x="8558" y="207"/>
                    <a:pt x="8565" y="207"/>
                    <a:pt x="8571" y="207"/>
                  </a:cubicBezTo>
                  <a:cubicBezTo>
                    <a:pt x="10024" y="210"/>
                    <a:pt x="11452" y="593"/>
                    <a:pt x="12712" y="1318"/>
                  </a:cubicBezTo>
                  <a:cubicBezTo>
                    <a:pt x="15310" y="2811"/>
                    <a:pt x="16909" y="5582"/>
                    <a:pt x="16902" y="8579"/>
                  </a:cubicBezTo>
                  <a:cubicBezTo>
                    <a:pt x="16890" y="13184"/>
                    <a:pt x="13153" y="16910"/>
                    <a:pt x="8549" y="16910"/>
                  </a:cubicBezTo>
                  <a:cubicBezTo>
                    <a:pt x="8542" y="16910"/>
                    <a:pt x="8536" y="16910"/>
                    <a:pt x="8529" y="16910"/>
                  </a:cubicBezTo>
                  <a:cubicBezTo>
                    <a:pt x="3917" y="16898"/>
                    <a:pt x="187" y="13150"/>
                    <a:pt x="199" y="8538"/>
                  </a:cubicBezTo>
                  <a:cubicBezTo>
                    <a:pt x="211" y="3931"/>
                    <a:pt x="3948" y="207"/>
                    <a:pt x="8552" y="207"/>
                  </a:cubicBezTo>
                  <a:close/>
                  <a:moveTo>
                    <a:pt x="8566" y="0"/>
                  </a:moveTo>
                  <a:cubicBezTo>
                    <a:pt x="3847" y="0"/>
                    <a:pt x="17" y="3821"/>
                    <a:pt x="8" y="8541"/>
                  </a:cubicBezTo>
                  <a:cubicBezTo>
                    <a:pt x="1" y="13267"/>
                    <a:pt x="3824" y="17104"/>
                    <a:pt x="8549" y="17113"/>
                  </a:cubicBezTo>
                  <a:cubicBezTo>
                    <a:pt x="8567" y="17113"/>
                    <a:pt x="8585" y="17113"/>
                    <a:pt x="8602" y="17113"/>
                  </a:cubicBezTo>
                  <a:cubicBezTo>
                    <a:pt x="11658" y="17113"/>
                    <a:pt x="14479" y="15471"/>
                    <a:pt x="15987" y="12811"/>
                  </a:cubicBezTo>
                  <a:cubicBezTo>
                    <a:pt x="16727" y="11520"/>
                    <a:pt x="17118" y="10059"/>
                    <a:pt x="17121" y="8572"/>
                  </a:cubicBezTo>
                  <a:cubicBezTo>
                    <a:pt x="17129" y="3846"/>
                    <a:pt x="13304" y="9"/>
                    <a:pt x="8580" y="0"/>
                  </a:cubicBezTo>
                  <a:cubicBezTo>
                    <a:pt x="8575" y="0"/>
                    <a:pt x="8571" y="0"/>
                    <a:pt x="85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3"/>
            <p:cNvSpPr/>
            <p:nvPr/>
          </p:nvSpPr>
          <p:spPr>
            <a:xfrm>
              <a:off x="4497612" y="3094089"/>
              <a:ext cx="568712" cy="568712"/>
            </a:xfrm>
            <a:custGeom>
              <a:avLst/>
              <a:gdLst/>
              <a:ahLst/>
              <a:cxnLst/>
              <a:rect l="l" t="t" r="r" b="b"/>
              <a:pathLst>
                <a:path w="11568" h="11568" extrusionOk="0">
                  <a:moveTo>
                    <a:pt x="5785" y="0"/>
                  </a:moveTo>
                  <a:cubicBezTo>
                    <a:pt x="2591" y="0"/>
                    <a:pt x="0" y="2590"/>
                    <a:pt x="0" y="5785"/>
                  </a:cubicBezTo>
                  <a:cubicBezTo>
                    <a:pt x="0" y="8979"/>
                    <a:pt x="2591" y="11568"/>
                    <a:pt x="5785" y="11568"/>
                  </a:cubicBezTo>
                  <a:cubicBezTo>
                    <a:pt x="8979" y="11568"/>
                    <a:pt x="11568" y="8979"/>
                    <a:pt x="11568" y="5785"/>
                  </a:cubicBezTo>
                  <a:cubicBezTo>
                    <a:pt x="11568" y="2590"/>
                    <a:pt x="8979" y="0"/>
                    <a:pt x="5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3"/>
            <p:cNvSpPr/>
            <p:nvPr/>
          </p:nvSpPr>
          <p:spPr>
            <a:xfrm>
              <a:off x="4489844" y="3087943"/>
              <a:ext cx="581052" cy="580068"/>
            </a:xfrm>
            <a:custGeom>
              <a:avLst/>
              <a:gdLst/>
              <a:ahLst/>
              <a:cxnLst/>
              <a:rect l="l" t="t" r="r" b="b"/>
              <a:pathLst>
                <a:path w="11819" h="11799" extrusionOk="0">
                  <a:moveTo>
                    <a:pt x="5949" y="231"/>
                  </a:moveTo>
                  <a:cubicBezTo>
                    <a:pt x="5950" y="231"/>
                    <a:pt x="5951" y="231"/>
                    <a:pt x="5952" y="231"/>
                  </a:cubicBezTo>
                  <a:cubicBezTo>
                    <a:pt x="6939" y="231"/>
                    <a:pt x="7910" y="490"/>
                    <a:pt x="8769" y="982"/>
                  </a:cubicBezTo>
                  <a:cubicBezTo>
                    <a:pt x="10532" y="1992"/>
                    <a:pt x="11619" y="3869"/>
                    <a:pt x="11617" y="5901"/>
                  </a:cubicBezTo>
                  <a:cubicBezTo>
                    <a:pt x="11617" y="9032"/>
                    <a:pt x="9079" y="11568"/>
                    <a:pt x="5947" y="11568"/>
                  </a:cubicBezTo>
                  <a:cubicBezTo>
                    <a:pt x="2818" y="11566"/>
                    <a:pt x="280" y="9028"/>
                    <a:pt x="282" y="5898"/>
                  </a:cubicBezTo>
                  <a:cubicBezTo>
                    <a:pt x="282" y="2768"/>
                    <a:pt x="2819" y="231"/>
                    <a:pt x="5949" y="231"/>
                  </a:cubicBezTo>
                  <a:close/>
                  <a:moveTo>
                    <a:pt x="5911" y="0"/>
                  </a:moveTo>
                  <a:cubicBezTo>
                    <a:pt x="5904" y="0"/>
                    <a:pt x="5897" y="0"/>
                    <a:pt x="5889" y="0"/>
                  </a:cubicBezTo>
                  <a:cubicBezTo>
                    <a:pt x="2631" y="12"/>
                    <a:pt x="1" y="2664"/>
                    <a:pt x="12" y="5920"/>
                  </a:cubicBezTo>
                  <a:cubicBezTo>
                    <a:pt x="24" y="9171"/>
                    <a:pt x="2663" y="11799"/>
                    <a:pt x="5910" y="11799"/>
                  </a:cubicBezTo>
                  <a:cubicBezTo>
                    <a:pt x="5918" y="11799"/>
                    <a:pt x="5925" y="11799"/>
                    <a:pt x="5932" y="11799"/>
                  </a:cubicBezTo>
                  <a:cubicBezTo>
                    <a:pt x="6457" y="11796"/>
                    <a:pt x="6978" y="11724"/>
                    <a:pt x="7482" y="11584"/>
                  </a:cubicBezTo>
                  <a:cubicBezTo>
                    <a:pt x="10046" y="10875"/>
                    <a:pt x="11818" y="8538"/>
                    <a:pt x="11809" y="5879"/>
                  </a:cubicBezTo>
                  <a:cubicBezTo>
                    <a:pt x="11797" y="2628"/>
                    <a:pt x="9159" y="0"/>
                    <a:pt x="59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3"/>
            <p:cNvSpPr/>
            <p:nvPr/>
          </p:nvSpPr>
          <p:spPr>
            <a:xfrm>
              <a:off x="4533156" y="3232629"/>
              <a:ext cx="251515" cy="150486"/>
            </a:xfrm>
            <a:custGeom>
              <a:avLst/>
              <a:gdLst/>
              <a:ahLst/>
              <a:cxnLst/>
              <a:rect l="l" t="t" r="r" b="b"/>
              <a:pathLst>
                <a:path w="5116" h="3061" extrusionOk="0">
                  <a:moveTo>
                    <a:pt x="107" y="1"/>
                  </a:moveTo>
                  <a:lnTo>
                    <a:pt x="1" y="187"/>
                  </a:lnTo>
                  <a:lnTo>
                    <a:pt x="5010" y="3061"/>
                  </a:lnTo>
                  <a:lnTo>
                    <a:pt x="5115" y="2876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3"/>
            <p:cNvSpPr/>
            <p:nvPr/>
          </p:nvSpPr>
          <p:spPr>
            <a:xfrm>
              <a:off x="4503216" y="3315074"/>
              <a:ext cx="280079" cy="68582"/>
            </a:xfrm>
            <a:custGeom>
              <a:avLst/>
              <a:gdLst/>
              <a:ahLst/>
              <a:cxnLst/>
              <a:rect l="l" t="t" r="r" b="b"/>
              <a:pathLst>
                <a:path w="5697" h="1395" extrusionOk="0">
                  <a:moveTo>
                    <a:pt x="44" y="0"/>
                  </a:moveTo>
                  <a:lnTo>
                    <a:pt x="1" y="209"/>
                  </a:lnTo>
                  <a:lnTo>
                    <a:pt x="5651" y="1394"/>
                  </a:lnTo>
                  <a:lnTo>
                    <a:pt x="5696" y="118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3"/>
            <p:cNvSpPr/>
            <p:nvPr/>
          </p:nvSpPr>
          <p:spPr>
            <a:xfrm>
              <a:off x="4499381" y="3372840"/>
              <a:ext cx="283471" cy="40952"/>
            </a:xfrm>
            <a:custGeom>
              <a:avLst/>
              <a:gdLst/>
              <a:ahLst/>
              <a:cxnLst/>
              <a:rect l="l" t="t" r="r" b="b"/>
              <a:pathLst>
                <a:path w="5766" h="833" extrusionOk="0">
                  <a:moveTo>
                    <a:pt x="5741" y="0"/>
                  </a:moveTo>
                  <a:lnTo>
                    <a:pt x="0" y="621"/>
                  </a:lnTo>
                  <a:lnTo>
                    <a:pt x="22" y="833"/>
                  </a:lnTo>
                  <a:lnTo>
                    <a:pt x="5765" y="212"/>
                  </a:lnTo>
                  <a:lnTo>
                    <a:pt x="57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3"/>
            <p:cNvSpPr/>
            <p:nvPr/>
          </p:nvSpPr>
          <p:spPr>
            <a:xfrm>
              <a:off x="4520718" y="3373577"/>
              <a:ext cx="263511" cy="125561"/>
            </a:xfrm>
            <a:custGeom>
              <a:avLst/>
              <a:gdLst/>
              <a:ahLst/>
              <a:cxnLst/>
              <a:rect l="l" t="t" r="r" b="b"/>
              <a:pathLst>
                <a:path w="5360" h="2554" extrusionOk="0">
                  <a:moveTo>
                    <a:pt x="5272" y="0"/>
                  </a:moveTo>
                  <a:lnTo>
                    <a:pt x="1" y="2359"/>
                  </a:lnTo>
                  <a:lnTo>
                    <a:pt x="87" y="2554"/>
                  </a:lnTo>
                  <a:lnTo>
                    <a:pt x="5359" y="195"/>
                  </a:lnTo>
                  <a:lnTo>
                    <a:pt x="527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3"/>
            <p:cNvSpPr/>
            <p:nvPr/>
          </p:nvSpPr>
          <p:spPr>
            <a:xfrm>
              <a:off x="4567865" y="3374659"/>
              <a:ext cx="217544" cy="198322"/>
            </a:xfrm>
            <a:custGeom>
              <a:avLst/>
              <a:gdLst/>
              <a:ahLst/>
              <a:cxnLst/>
              <a:rect l="l" t="t" r="r" b="b"/>
              <a:pathLst>
                <a:path w="4425" h="4034" extrusionOk="0">
                  <a:moveTo>
                    <a:pt x="4281" y="0"/>
                  </a:moveTo>
                  <a:lnTo>
                    <a:pt x="1" y="3875"/>
                  </a:lnTo>
                  <a:lnTo>
                    <a:pt x="144" y="4034"/>
                  </a:lnTo>
                  <a:lnTo>
                    <a:pt x="4424" y="158"/>
                  </a:lnTo>
                  <a:lnTo>
                    <a:pt x="428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3"/>
            <p:cNvSpPr/>
            <p:nvPr/>
          </p:nvSpPr>
          <p:spPr>
            <a:xfrm>
              <a:off x="4636004" y="3375593"/>
              <a:ext cx="150585" cy="251515"/>
            </a:xfrm>
            <a:custGeom>
              <a:avLst/>
              <a:gdLst/>
              <a:ahLst/>
              <a:cxnLst/>
              <a:rect l="l" t="t" r="r" b="b"/>
              <a:pathLst>
                <a:path w="3063" h="5116" extrusionOk="0">
                  <a:moveTo>
                    <a:pt x="2878" y="1"/>
                  </a:moveTo>
                  <a:lnTo>
                    <a:pt x="1" y="5008"/>
                  </a:lnTo>
                  <a:lnTo>
                    <a:pt x="187" y="5115"/>
                  </a:lnTo>
                  <a:lnTo>
                    <a:pt x="3062" y="108"/>
                  </a:lnTo>
                  <a:lnTo>
                    <a:pt x="287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3"/>
            <p:cNvSpPr/>
            <p:nvPr/>
          </p:nvSpPr>
          <p:spPr>
            <a:xfrm>
              <a:off x="4718745" y="3377363"/>
              <a:ext cx="68582" cy="280128"/>
            </a:xfrm>
            <a:custGeom>
              <a:avLst/>
              <a:gdLst/>
              <a:ahLst/>
              <a:cxnLst/>
              <a:rect l="l" t="t" r="r" b="b"/>
              <a:pathLst>
                <a:path w="1395" h="5698" extrusionOk="0">
                  <a:moveTo>
                    <a:pt x="1186" y="1"/>
                  </a:moveTo>
                  <a:lnTo>
                    <a:pt x="0" y="5653"/>
                  </a:lnTo>
                  <a:lnTo>
                    <a:pt x="209" y="5697"/>
                  </a:lnTo>
                  <a:lnTo>
                    <a:pt x="1394" y="45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3"/>
            <p:cNvSpPr/>
            <p:nvPr/>
          </p:nvSpPr>
          <p:spPr>
            <a:xfrm>
              <a:off x="4770857" y="3351651"/>
              <a:ext cx="41641" cy="282340"/>
            </a:xfrm>
            <a:custGeom>
              <a:avLst/>
              <a:gdLst/>
              <a:ahLst/>
              <a:cxnLst/>
              <a:rect l="l" t="t" r="r" b="b"/>
              <a:pathLst>
                <a:path w="847" h="5743" extrusionOk="0">
                  <a:moveTo>
                    <a:pt x="210" y="1"/>
                  </a:moveTo>
                  <a:lnTo>
                    <a:pt x="1" y="25"/>
                  </a:lnTo>
                  <a:lnTo>
                    <a:pt x="635" y="5742"/>
                  </a:lnTo>
                  <a:lnTo>
                    <a:pt x="846" y="5718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3"/>
            <p:cNvSpPr/>
            <p:nvPr/>
          </p:nvSpPr>
          <p:spPr>
            <a:xfrm>
              <a:off x="4777150" y="3376281"/>
              <a:ext cx="125758" cy="263413"/>
            </a:xfrm>
            <a:custGeom>
              <a:avLst/>
              <a:gdLst/>
              <a:ahLst/>
              <a:cxnLst/>
              <a:rect l="l" t="t" r="r" b="b"/>
              <a:pathLst>
                <a:path w="2558" h="5358" extrusionOk="0">
                  <a:moveTo>
                    <a:pt x="196" y="0"/>
                  </a:moveTo>
                  <a:lnTo>
                    <a:pt x="1" y="87"/>
                  </a:lnTo>
                  <a:lnTo>
                    <a:pt x="2363" y="5357"/>
                  </a:lnTo>
                  <a:lnTo>
                    <a:pt x="2557" y="5270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3"/>
            <p:cNvSpPr/>
            <p:nvPr/>
          </p:nvSpPr>
          <p:spPr>
            <a:xfrm>
              <a:off x="4778035" y="3374954"/>
              <a:ext cx="198322" cy="217593"/>
            </a:xfrm>
            <a:custGeom>
              <a:avLst/>
              <a:gdLst/>
              <a:ahLst/>
              <a:cxnLst/>
              <a:rect l="l" t="t" r="r" b="b"/>
              <a:pathLst>
                <a:path w="4034" h="4426" extrusionOk="0">
                  <a:moveTo>
                    <a:pt x="158" y="0"/>
                  </a:moveTo>
                  <a:lnTo>
                    <a:pt x="0" y="143"/>
                  </a:lnTo>
                  <a:lnTo>
                    <a:pt x="3876" y="4426"/>
                  </a:lnTo>
                  <a:lnTo>
                    <a:pt x="4034" y="4283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3"/>
            <p:cNvSpPr/>
            <p:nvPr/>
          </p:nvSpPr>
          <p:spPr>
            <a:xfrm>
              <a:off x="4779362" y="3373872"/>
              <a:ext cx="251466" cy="150437"/>
            </a:xfrm>
            <a:custGeom>
              <a:avLst/>
              <a:gdLst/>
              <a:ahLst/>
              <a:cxnLst/>
              <a:rect l="l" t="t" r="r" b="b"/>
              <a:pathLst>
                <a:path w="5115" h="3060" extrusionOk="0">
                  <a:moveTo>
                    <a:pt x="107" y="0"/>
                  </a:moveTo>
                  <a:lnTo>
                    <a:pt x="0" y="185"/>
                  </a:lnTo>
                  <a:lnTo>
                    <a:pt x="5009" y="3060"/>
                  </a:lnTo>
                  <a:lnTo>
                    <a:pt x="5115" y="287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3"/>
            <p:cNvSpPr/>
            <p:nvPr/>
          </p:nvSpPr>
          <p:spPr>
            <a:xfrm>
              <a:off x="4780935" y="3373184"/>
              <a:ext cx="280079" cy="68631"/>
            </a:xfrm>
            <a:custGeom>
              <a:avLst/>
              <a:gdLst/>
              <a:ahLst/>
              <a:cxnLst/>
              <a:rect l="l" t="t" r="r" b="b"/>
              <a:pathLst>
                <a:path w="5697" h="1396" extrusionOk="0">
                  <a:moveTo>
                    <a:pt x="44" y="1"/>
                  </a:moveTo>
                  <a:lnTo>
                    <a:pt x="1" y="209"/>
                  </a:lnTo>
                  <a:lnTo>
                    <a:pt x="5653" y="1396"/>
                  </a:lnTo>
                  <a:lnTo>
                    <a:pt x="5696" y="1186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3"/>
            <p:cNvSpPr/>
            <p:nvPr/>
          </p:nvSpPr>
          <p:spPr>
            <a:xfrm>
              <a:off x="4781525" y="3342359"/>
              <a:ext cx="283422" cy="41002"/>
            </a:xfrm>
            <a:custGeom>
              <a:avLst/>
              <a:gdLst/>
              <a:ahLst/>
              <a:cxnLst/>
              <a:rect l="l" t="t" r="r" b="b"/>
              <a:pathLst>
                <a:path w="5765" h="834" extrusionOk="0">
                  <a:moveTo>
                    <a:pt x="5742" y="1"/>
                  </a:moveTo>
                  <a:lnTo>
                    <a:pt x="1" y="622"/>
                  </a:lnTo>
                  <a:lnTo>
                    <a:pt x="23" y="833"/>
                  </a:lnTo>
                  <a:lnTo>
                    <a:pt x="5765" y="212"/>
                  </a:lnTo>
                  <a:lnTo>
                    <a:pt x="5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3"/>
            <p:cNvSpPr/>
            <p:nvPr/>
          </p:nvSpPr>
          <p:spPr>
            <a:xfrm>
              <a:off x="4779804" y="3257406"/>
              <a:ext cx="263413" cy="125659"/>
            </a:xfrm>
            <a:custGeom>
              <a:avLst/>
              <a:gdLst/>
              <a:ahLst/>
              <a:cxnLst/>
              <a:rect l="l" t="t" r="r" b="b"/>
              <a:pathLst>
                <a:path w="5358" h="2556" extrusionOk="0">
                  <a:moveTo>
                    <a:pt x="5271" y="0"/>
                  </a:moveTo>
                  <a:lnTo>
                    <a:pt x="0" y="2360"/>
                  </a:lnTo>
                  <a:lnTo>
                    <a:pt x="87" y="2555"/>
                  </a:lnTo>
                  <a:lnTo>
                    <a:pt x="5357" y="195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3"/>
            <p:cNvSpPr/>
            <p:nvPr/>
          </p:nvSpPr>
          <p:spPr>
            <a:xfrm>
              <a:off x="4778379" y="3184056"/>
              <a:ext cx="217593" cy="198322"/>
            </a:xfrm>
            <a:custGeom>
              <a:avLst/>
              <a:gdLst/>
              <a:ahLst/>
              <a:cxnLst/>
              <a:rect l="l" t="t" r="r" b="b"/>
              <a:pathLst>
                <a:path w="4426" h="4034" extrusionOk="0">
                  <a:moveTo>
                    <a:pt x="4283" y="0"/>
                  </a:moveTo>
                  <a:lnTo>
                    <a:pt x="1" y="3876"/>
                  </a:lnTo>
                  <a:lnTo>
                    <a:pt x="144" y="4034"/>
                  </a:lnTo>
                  <a:lnTo>
                    <a:pt x="4426" y="160"/>
                  </a:lnTo>
                  <a:lnTo>
                    <a:pt x="42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3"/>
            <p:cNvSpPr/>
            <p:nvPr/>
          </p:nvSpPr>
          <p:spPr>
            <a:xfrm>
              <a:off x="4777395" y="3129436"/>
              <a:ext cx="150536" cy="251417"/>
            </a:xfrm>
            <a:custGeom>
              <a:avLst/>
              <a:gdLst/>
              <a:ahLst/>
              <a:cxnLst/>
              <a:rect l="l" t="t" r="r" b="b"/>
              <a:pathLst>
                <a:path w="3062" h="5114" extrusionOk="0">
                  <a:moveTo>
                    <a:pt x="2877" y="1"/>
                  </a:moveTo>
                  <a:lnTo>
                    <a:pt x="0" y="5008"/>
                  </a:lnTo>
                  <a:lnTo>
                    <a:pt x="186" y="5114"/>
                  </a:lnTo>
                  <a:lnTo>
                    <a:pt x="3061" y="106"/>
                  </a:lnTo>
                  <a:lnTo>
                    <a:pt x="287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777100" y="3099595"/>
              <a:ext cx="68533" cy="280030"/>
            </a:xfrm>
            <a:custGeom>
              <a:avLst/>
              <a:gdLst/>
              <a:ahLst/>
              <a:cxnLst/>
              <a:rect l="l" t="t" r="r" b="b"/>
              <a:pathLst>
                <a:path w="1394" h="5696" extrusionOk="0">
                  <a:moveTo>
                    <a:pt x="1184" y="0"/>
                  </a:moveTo>
                  <a:lnTo>
                    <a:pt x="0" y="5652"/>
                  </a:lnTo>
                  <a:lnTo>
                    <a:pt x="209" y="5695"/>
                  </a:lnTo>
                  <a:lnTo>
                    <a:pt x="1394" y="43"/>
                  </a:lnTo>
                  <a:lnTo>
                    <a:pt x="1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3"/>
            <p:cNvSpPr/>
            <p:nvPr/>
          </p:nvSpPr>
          <p:spPr>
            <a:xfrm>
              <a:off x="4746177" y="3095613"/>
              <a:ext cx="40903" cy="283422"/>
            </a:xfrm>
            <a:custGeom>
              <a:avLst/>
              <a:gdLst/>
              <a:ahLst/>
              <a:cxnLst/>
              <a:rect l="l" t="t" r="r" b="b"/>
              <a:pathLst>
                <a:path w="832" h="5765" extrusionOk="0">
                  <a:moveTo>
                    <a:pt x="214" y="1"/>
                  </a:moveTo>
                  <a:lnTo>
                    <a:pt x="1" y="23"/>
                  </a:lnTo>
                  <a:lnTo>
                    <a:pt x="620" y="5764"/>
                  </a:lnTo>
                  <a:lnTo>
                    <a:pt x="832" y="5742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3"/>
            <p:cNvSpPr/>
            <p:nvPr/>
          </p:nvSpPr>
          <p:spPr>
            <a:xfrm>
              <a:off x="4660979" y="3117047"/>
              <a:ext cx="125758" cy="263364"/>
            </a:xfrm>
            <a:custGeom>
              <a:avLst/>
              <a:gdLst/>
              <a:ahLst/>
              <a:cxnLst/>
              <a:rect l="l" t="t" r="r" b="b"/>
              <a:pathLst>
                <a:path w="2558" h="5357" extrusionOk="0">
                  <a:moveTo>
                    <a:pt x="194" y="1"/>
                  </a:moveTo>
                  <a:lnTo>
                    <a:pt x="1" y="89"/>
                  </a:lnTo>
                  <a:lnTo>
                    <a:pt x="2364" y="5357"/>
                  </a:lnTo>
                  <a:lnTo>
                    <a:pt x="2557" y="5269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3"/>
            <p:cNvSpPr/>
            <p:nvPr/>
          </p:nvSpPr>
          <p:spPr>
            <a:xfrm>
              <a:off x="4587481" y="3164489"/>
              <a:ext cx="198371" cy="217593"/>
            </a:xfrm>
            <a:custGeom>
              <a:avLst/>
              <a:gdLst/>
              <a:ahLst/>
              <a:cxnLst/>
              <a:rect l="l" t="t" r="r" b="b"/>
              <a:pathLst>
                <a:path w="4035" h="4426" extrusionOk="0">
                  <a:moveTo>
                    <a:pt x="159" y="1"/>
                  </a:moveTo>
                  <a:lnTo>
                    <a:pt x="1" y="144"/>
                  </a:lnTo>
                  <a:lnTo>
                    <a:pt x="3875" y="4426"/>
                  </a:lnTo>
                  <a:lnTo>
                    <a:pt x="4034" y="4283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3"/>
            <p:cNvSpPr/>
            <p:nvPr/>
          </p:nvSpPr>
          <p:spPr>
            <a:xfrm>
              <a:off x="4623959" y="3221174"/>
              <a:ext cx="312231" cy="312231"/>
            </a:xfrm>
            <a:custGeom>
              <a:avLst/>
              <a:gdLst/>
              <a:ahLst/>
              <a:cxnLst/>
              <a:rect l="l" t="t" r="r" b="b"/>
              <a:pathLst>
                <a:path w="6351" h="6351" extrusionOk="0">
                  <a:moveTo>
                    <a:pt x="3176" y="0"/>
                  </a:moveTo>
                  <a:cubicBezTo>
                    <a:pt x="1422" y="0"/>
                    <a:pt x="0" y="1422"/>
                    <a:pt x="0" y="3176"/>
                  </a:cubicBezTo>
                  <a:cubicBezTo>
                    <a:pt x="0" y="4930"/>
                    <a:pt x="1422" y="6350"/>
                    <a:pt x="3176" y="6350"/>
                  </a:cubicBezTo>
                  <a:cubicBezTo>
                    <a:pt x="4930" y="6350"/>
                    <a:pt x="6351" y="4930"/>
                    <a:pt x="6351" y="3176"/>
                  </a:cubicBezTo>
                  <a:cubicBezTo>
                    <a:pt x="6351" y="1422"/>
                    <a:pt x="4930" y="0"/>
                    <a:pt x="3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3"/>
            <p:cNvSpPr/>
            <p:nvPr/>
          </p:nvSpPr>
          <p:spPr>
            <a:xfrm>
              <a:off x="4617666" y="3214930"/>
              <a:ext cx="324079" cy="323588"/>
            </a:xfrm>
            <a:custGeom>
              <a:avLst/>
              <a:gdLst/>
              <a:ahLst/>
              <a:cxnLst/>
              <a:rect l="l" t="t" r="r" b="b"/>
              <a:pathLst>
                <a:path w="6592" h="6582" extrusionOk="0">
                  <a:moveTo>
                    <a:pt x="3302" y="230"/>
                  </a:moveTo>
                  <a:cubicBezTo>
                    <a:pt x="3303" y="230"/>
                    <a:pt x="3305" y="230"/>
                    <a:pt x="3307" y="230"/>
                  </a:cubicBezTo>
                  <a:cubicBezTo>
                    <a:pt x="3840" y="231"/>
                    <a:pt x="4366" y="371"/>
                    <a:pt x="4829" y="638"/>
                  </a:cubicBezTo>
                  <a:cubicBezTo>
                    <a:pt x="5785" y="1186"/>
                    <a:pt x="6373" y="2206"/>
                    <a:pt x="6371" y="3308"/>
                  </a:cubicBezTo>
                  <a:cubicBezTo>
                    <a:pt x="6368" y="5002"/>
                    <a:pt x="4994" y="6372"/>
                    <a:pt x="3301" y="6372"/>
                  </a:cubicBezTo>
                  <a:cubicBezTo>
                    <a:pt x="3299" y="6372"/>
                    <a:pt x="3297" y="6372"/>
                    <a:pt x="3295" y="6372"/>
                  </a:cubicBezTo>
                  <a:cubicBezTo>
                    <a:pt x="1599" y="6369"/>
                    <a:pt x="226" y="4992"/>
                    <a:pt x="229" y="3296"/>
                  </a:cubicBezTo>
                  <a:cubicBezTo>
                    <a:pt x="232" y="1602"/>
                    <a:pt x="1608" y="230"/>
                    <a:pt x="3302" y="230"/>
                  </a:cubicBezTo>
                  <a:close/>
                  <a:moveTo>
                    <a:pt x="3297" y="1"/>
                  </a:moveTo>
                  <a:cubicBezTo>
                    <a:pt x="3294" y="1"/>
                    <a:pt x="3290" y="1"/>
                    <a:pt x="3286" y="1"/>
                  </a:cubicBezTo>
                  <a:cubicBezTo>
                    <a:pt x="1470" y="5"/>
                    <a:pt x="0" y="1484"/>
                    <a:pt x="6" y="3300"/>
                  </a:cubicBezTo>
                  <a:cubicBezTo>
                    <a:pt x="12" y="5115"/>
                    <a:pt x="1485" y="6582"/>
                    <a:pt x="3299" y="6582"/>
                  </a:cubicBezTo>
                  <a:cubicBezTo>
                    <a:pt x="3302" y="6582"/>
                    <a:pt x="3304" y="6582"/>
                    <a:pt x="3307" y="6582"/>
                  </a:cubicBezTo>
                  <a:cubicBezTo>
                    <a:pt x="3594" y="6580"/>
                    <a:pt x="3882" y="6542"/>
                    <a:pt x="4159" y="6466"/>
                  </a:cubicBezTo>
                  <a:cubicBezTo>
                    <a:pt x="5596" y="6075"/>
                    <a:pt x="6592" y="4770"/>
                    <a:pt x="6587" y="3281"/>
                  </a:cubicBezTo>
                  <a:cubicBezTo>
                    <a:pt x="6581" y="1468"/>
                    <a:pt x="5110" y="1"/>
                    <a:pt x="329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3"/>
            <p:cNvSpPr/>
            <p:nvPr/>
          </p:nvSpPr>
          <p:spPr>
            <a:xfrm>
              <a:off x="3492927" y="2519526"/>
              <a:ext cx="645553" cy="645602"/>
            </a:xfrm>
            <a:custGeom>
              <a:avLst/>
              <a:gdLst/>
              <a:ahLst/>
              <a:cxnLst/>
              <a:rect l="l" t="t" r="r" b="b"/>
              <a:pathLst>
                <a:path w="13131" h="13132" extrusionOk="0">
                  <a:moveTo>
                    <a:pt x="6565" y="1"/>
                  </a:moveTo>
                  <a:cubicBezTo>
                    <a:pt x="2940" y="1"/>
                    <a:pt x="1" y="2940"/>
                    <a:pt x="1" y="6565"/>
                  </a:cubicBezTo>
                  <a:cubicBezTo>
                    <a:pt x="1" y="10192"/>
                    <a:pt x="2940" y="13132"/>
                    <a:pt x="6565" y="13132"/>
                  </a:cubicBezTo>
                  <a:cubicBezTo>
                    <a:pt x="10191" y="13132"/>
                    <a:pt x="13130" y="10192"/>
                    <a:pt x="13130" y="6565"/>
                  </a:cubicBezTo>
                  <a:cubicBezTo>
                    <a:pt x="13130" y="2940"/>
                    <a:pt x="10191" y="1"/>
                    <a:pt x="6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3"/>
            <p:cNvSpPr/>
            <p:nvPr/>
          </p:nvSpPr>
          <p:spPr>
            <a:xfrm>
              <a:off x="3456055" y="2502615"/>
              <a:ext cx="704794" cy="657401"/>
            </a:xfrm>
            <a:custGeom>
              <a:avLst/>
              <a:gdLst/>
              <a:ahLst/>
              <a:cxnLst/>
              <a:rect l="l" t="t" r="r" b="b"/>
              <a:pathLst>
                <a:path w="14336" h="13372" extrusionOk="0">
                  <a:moveTo>
                    <a:pt x="7193" y="237"/>
                  </a:moveTo>
                  <a:cubicBezTo>
                    <a:pt x="8318" y="240"/>
                    <a:pt x="9421" y="540"/>
                    <a:pt x="10393" y="1104"/>
                  </a:cubicBezTo>
                  <a:cubicBezTo>
                    <a:pt x="11878" y="1959"/>
                    <a:pt x="12961" y="3369"/>
                    <a:pt x="13408" y="5023"/>
                  </a:cubicBezTo>
                  <a:cubicBezTo>
                    <a:pt x="14336" y="8468"/>
                    <a:pt x="12294" y="12015"/>
                    <a:pt x="8849" y="12943"/>
                  </a:cubicBezTo>
                  <a:cubicBezTo>
                    <a:pt x="8286" y="13094"/>
                    <a:pt x="7721" y="13166"/>
                    <a:pt x="7165" y="13166"/>
                  </a:cubicBezTo>
                  <a:cubicBezTo>
                    <a:pt x="4315" y="13166"/>
                    <a:pt x="1706" y="11266"/>
                    <a:pt x="929" y="8383"/>
                  </a:cubicBezTo>
                  <a:cubicBezTo>
                    <a:pt x="0" y="4938"/>
                    <a:pt x="2042" y="1391"/>
                    <a:pt x="5489" y="464"/>
                  </a:cubicBezTo>
                  <a:cubicBezTo>
                    <a:pt x="6044" y="313"/>
                    <a:pt x="6617" y="237"/>
                    <a:pt x="7193" y="237"/>
                  </a:cubicBezTo>
                  <a:close/>
                  <a:moveTo>
                    <a:pt x="7171" y="1"/>
                  </a:moveTo>
                  <a:cubicBezTo>
                    <a:pt x="3480" y="1"/>
                    <a:pt x="486" y="2995"/>
                    <a:pt x="487" y="6686"/>
                  </a:cubicBezTo>
                  <a:cubicBezTo>
                    <a:pt x="487" y="10379"/>
                    <a:pt x="3480" y="13371"/>
                    <a:pt x="7173" y="13371"/>
                  </a:cubicBezTo>
                  <a:cubicBezTo>
                    <a:pt x="7178" y="13371"/>
                    <a:pt x="7183" y="13371"/>
                    <a:pt x="7189" y="13371"/>
                  </a:cubicBezTo>
                  <a:cubicBezTo>
                    <a:pt x="7776" y="13371"/>
                    <a:pt x="8362" y="13293"/>
                    <a:pt x="8928" y="13138"/>
                  </a:cubicBezTo>
                  <a:cubicBezTo>
                    <a:pt x="11837" y="12346"/>
                    <a:pt x="13858" y="9703"/>
                    <a:pt x="13858" y="6686"/>
                  </a:cubicBezTo>
                  <a:cubicBezTo>
                    <a:pt x="13858" y="2994"/>
                    <a:pt x="10864" y="1"/>
                    <a:pt x="71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3"/>
            <p:cNvSpPr/>
            <p:nvPr/>
          </p:nvSpPr>
          <p:spPr>
            <a:xfrm>
              <a:off x="3582845" y="2625767"/>
              <a:ext cx="452787" cy="412424"/>
            </a:xfrm>
            <a:custGeom>
              <a:avLst/>
              <a:gdLst/>
              <a:ahLst/>
              <a:cxnLst/>
              <a:rect l="l" t="t" r="r" b="b"/>
              <a:pathLst>
                <a:path w="9210" h="8389" extrusionOk="0">
                  <a:moveTo>
                    <a:pt x="4605" y="0"/>
                  </a:moveTo>
                  <a:cubicBezTo>
                    <a:pt x="3532" y="0"/>
                    <a:pt x="2458" y="410"/>
                    <a:pt x="1639" y="1229"/>
                  </a:cubicBezTo>
                  <a:cubicBezTo>
                    <a:pt x="0" y="2866"/>
                    <a:pt x="0" y="5523"/>
                    <a:pt x="1639" y="7160"/>
                  </a:cubicBezTo>
                  <a:cubicBezTo>
                    <a:pt x="2458" y="7979"/>
                    <a:pt x="3532" y="8389"/>
                    <a:pt x="4605" y="8389"/>
                  </a:cubicBezTo>
                  <a:cubicBezTo>
                    <a:pt x="5679" y="8389"/>
                    <a:pt x="6752" y="7979"/>
                    <a:pt x="7571" y="7160"/>
                  </a:cubicBezTo>
                  <a:cubicBezTo>
                    <a:pt x="9209" y="5523"/>
                    <a:pt x="9209" y="2866"/>
                    <a:pt x="7571" y="1229"/>
                  </a:cubicBezTo>
                  <a:cubicBezTo>
                    <a:pt x="6752" y="410"/>
                    <a:pt x="5679" y="0"/>
                    <a:pt x="46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3"/>
            <p:cNvSpPr/>
            <p:nvPr/>
          </p:nvSpPr>
          <p:spPr>
            <a:xfrm>
              <a:off x="3597446" y="2620408"/>
              <a:ext cx="453622" cy="423142"/>
            </a:xfrm>
            <a:custGeom>
              <a:avLst/>
              <a:gdLst/>
              <a:ahLst/>
              <a:cxnLst/>
              <a:rect l="l" t="t" r="r" b="b"/>
              <a:pathLst>
                <a:path w="9227" h="8607" extrusionOk="0">
                  <a:moveTo>
                    <a:pt x="4307" y="213"/>
                  </a:moveTo>
                  <a:cubicBezTo>
                    <a:pt x="4309" y="213"/>
                    <a:pt x="4311" y="213"/>
                    <a:pt x="4313" y="213"/>
                  </a:cubicBezTo>
                  <a:cubicBezTo>
                    <a:pt x="5025" y="213"/>
                    <a:pt x="5724" y="399"/>
                    <a:pt x="6341" y="755"/>
                  </a:cubicBezTo>
                  <a:cubicBezTo>
                    <a:pt x="7614" y="1485"/>
                    <a:pt x="8399" y="2840"/>
                    <a:pt x="8396" y="4306"/>
                  </a:cubicBezTo>
                  <a:cubicBezTo>
                    <a:pt x="8393" y="6562"/>
                    <a:pt x="6563" y="8389"/>
                    <a:pt x="4308" y="8389"/>
                  </a:cubicBezTo>
                  <a:cubicBezTo>
                    <a:pt x="4306" y="8389"/>
                    <a:pt x="4304" y="8389"/>
                    <a:pt x="4302" y="8389"/>
                  </a:cubicBezTo>
                  <a:cubicBezTo>
                    <a:pt x="2045" y="8386"/>
                    <a:pt x="217" y="6553"/>
                    <a:pt x="220" y="4296"/>
                  </a:cubicBezTo>
                  <a:cubicBezTo>
                    <a:pt x="223" y="2039"/>
                    <a:pt x="2053" y="213"/>
                    <a:pt x="4307" y="213"/>
                  </a:cubicBezTo>
                  <a:close/>
                  <a:moveTo>
                    <a:pt x="4306" y="0"/>
                  </a:moveTo>
                  <a:cubicBezTo>
                    <a:pt x="1935" y="0"/>
                    <a:pt x="10" y="1922"/>
                    <a:pt x="5" y="4295"/>
                  </a:cubicBezTo>
                  <a:cubicBezTo>
                    <a:pt x="1" y="6672"/>
                    <a:pt x="1925" y="8602"/>
                    <a:pt x="4301" y="8607"/>
                  </a:cubicBezTo>
                  <a:cubicBezTo>
                    <a:pt x="4306" y="8607"/>
                    <a:pt x="4312" y="8607"/>
                    <a:pt x="4317" y="8607"/>
                  </a:cubicBezTo>
                  <a:cubicBezTo>
                    <a:pt x="4693" y="8607"/>
                    <a:pt x="5067" y="8556"/>
                    <a:pt x="5431" y="8459"/>
                  </a:cubicBezTo>
                  <a:cubicBezTo>
                    <a:pt x="6536" y="8161"/>
                    <a:pt x="7477" y="7435"/>
                    <a:pt x="8046" y="6442"/>
                  </a:cubicBezTo>
                  <a:cubicBezTo>
                    <a:pt x="9226" y="4379"/>
                    <a:pt x="8512" y="1750"/>
                    <a:pt x="6448" y="569"/>
                  </a:cubicBezTo>
                  <a:cubicBezTo>
                    <a:pt x="5799" y="197"/>
                    <a:pt x="5065" y="2"/>
                    <a:pt x="4317" y="0"/>
                  </a:cubicBezTo>
                  <a:cubicBezTo>
                    <a:pt x="4314" y="0"/>
                    <a:pt x="4310" y="0"/>
                    <a:pt x="43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3"/>
            <p:cNvSpPr/>
            <p:nvPr/>
          </p:nvSpPr>
          <p:spPr>
            <a:xfrm>
              <a:off x="3627976" y="2724927"/>
              <a:ext cx="183966" cy="111697"/>
            </a:xfrm>
            <a:custGeom>
              <a:avLst/>
              <a:gdLst/>
              <a:ahLst/>
              <a:cxnLst/>
              <a:rect l="l" t="t" r="r" b="b"/>
              <a:pathLst>
                <a:path w="3742" h="2272" extrusionOk="0">
                  <a:moveTo>
                    <a:pt x="107" y="1"/>
                  </a:moveTo>
                  <a:lnTo>
                    <a:pt x="1" y="185"/>
                  </a:lnTo>
                  <a:lnTo>
                    <a:pt x="3635" y="2271"/>
                  </a:lnTo>
                  <a:lnTo>
                    <a:pt x="3741" y="2087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3606541" y="2784611"/>
              <a:ext cx="203828" cy="52653"/>
            </a:xfrm>
            <a:custGeom>
              <a:avLst/>
              <a:gdLst/>
              <a:ahLst/>
              <a:cxnLst/>
              <a:rect l="l" t="t" r="r" b="b"/>
              <a:pathLst>
                <a:path w="4146" h="1071" extrusionOk="0">
                  <a:moveTo>
                    <a:pt x="45" y="0"/>
                  </a:moveTo>
                  <a:lnTo>
                    <a:pt x="1" y="210"/>
                  </a:lnTo>
                  <a:lnTo>
                    <a:pt x="4103" y="1071"/>
                  </a:lnTo>
                  <a:lnTo>
                    <a:pt x="4146" y="86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3"/>
            <p:cNvSpPr/>
            <p:nvPr/>
          </p:nvSpPr>
          <p:spPr>
            <a:xfrm>
              <a:off x="3603887" y="2826448"/>
              <a:ext cx="205893" cy="32644"/>
            </a:xfrm>
            <a:custGeom>
              <a:avLst/>
              <a:gdLst/>
              <a:ahLst/>
              <a:cxnLst/>
              <a:rect l="l" t="t" r="r" b="b"/>
              <a:pathLst>
                <a:path w="4188" h="664" extrusionOk="0">
                  <a:moveTo>
                    <a:pt x="4166" y="1"/>
                  </a:moveTo>
                  <a:lnTo>
                    <a:pt x="1" y="452"/>
                  </a:lnTo>
                  <a:lnTo>
                    <a:pt x="25" y="663"/>
                  </a:lnTo>
                  <a:lnTo>
                    <a:pt x="4188" y="214"/>
                  </a:lnTo>
                  <a:lnTo>
                    <a:pt x="416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3"/>
            <p:cNvSpPr/>
            <p:nvPr/>
          </p:nvSpPr>
          <p:spPr>
            <a:xfrm>
              <a:off x="3618979" y="2827038"/>
              <a:ext cx="192275" cy="93999"/>
            </a:xfrm>
            <a:custGeom>
              <a:avLst/>
              <a:gdLst/>
              <a:ahLst/>
              <a:cxnLst/>
              <a:rect l="l" t="t" r="r" b="b"/>
              <a:pathLst>
                <a:path w="3911" h="1912" extrusionOk="0">
                  <a:moveTo>
                    <a:pt x="3823" y="1"/>
                  </a:moveTo>
                  <a:lnTo>
                    <a:pt x="1" y="1716"/>
                  </a:lnTo>
                  <a:lnTo>
                    <a:pt x="87" y="1911"/>
                  </a:lnTo>
                  <a:lnTo>
                    <a:pt x="3911" y="196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3652803" y="2828218"/>
              <a:ext cx="159827" cy="145865"/>
            </a:xfrm>
            <a:custGeom>
              <a:avLst/>
              <a:gdLst/>
              <a:ahLst/>
              <a:cxnLst/>
              <a:rect l="l" t="t" r="r" b="b"/>
              <a:pathLst>
                <a:path w="3251" h="2967" extrusionOk="0">
                  <a:moveTo>
                    <a:pt x="3108" y="1"/>
                  </a:moveTo>
                  <a:lnTo>
                    <a:pt x="1" y="2809"/>
                  </a:lnTo>
                  <a:lnTo>
                    <a:pt x="144" y="2967"/>
                  </a:lnTo>
                  <a:lnTo>
                    <a:pt x="3251" y="158"/>
                  </a:lnTo>
                  <a:lnTo>
                    <a:pt x="3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3702064" y="2829152"/>
              <a:ext cx="111746" cy="183868"/>
            </a:xfrm>
            <a:custGeom>
              <a:avLst/>
              <a:gdLst/>
              <a:ahLst/>
              <a:cxnLst/>
              <a:rect l="l" t="t" r="r" b="b"/>
              <a:pathLst>
                <a:path w="2273" h="3740" extrusionOk="0">
                  <a:moveTo>
                    <a:pt x="2087" y="1"/>
                  </a:moveTo>
                  <a:lnTo>
                    <a:pt x="1" y="3634"/>
                  </a:lnTo>
                  <a:lnTo>
                    <a:pt x="185" y="3740"/>
                  </a:lnTo>
                  <a:lnTo>
                    <a:pt x="2273" y="107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3761895" y="2830922"/>
              <a:ext cx="52604" cy="203828"/>
            </a:xfrm>
            <a:custGeom>
              <a:avLst/>
              <a:gdLst/>
              <a:ahLst/>
              <a:cxnLst/>
              <a:rect l="l" t="t" r="r" b="b"/>
              <a:pathLst>
                <a:path w="1070" h="4146" extrusionOk="0">
                  <a:moveTo>
                    <a:pt x="861" y="1"/>
                  </a:moveTo>
                  <a:lnTo>
                    <a:pt x="0" y="4101"/>
                  </a:lnTo>
                  <a:lnTo>
                    <a:pt x="210" y="4146"/>
                  </a:lnTo>
                  <a:lnTo>
                    <a:pt x="1069" y="44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3"/>
            <p:cNvSpPr/>
            <p:nvPr/>
          </p:nvSpPr>
          <p:spPr>
            <a:xfrm>
              <a:off x="3803830" y="2831512"/>
              <a:ext cx="32546" cy="205942"/>
            </a:xfrm>
            <a:custGeom>
              <a:avLst/>
              <a:gdLst/>
              <a:ahLst/>
              <a:cxnLst/>
              <a:rect l="l" t="t" r="r" b="b"/>
              <a:pathLst>
                <a:path w="662" h="4189" extrusionOk="0">
                  <a:moveTo>
                    <a:pt x="213" y="1"/>
                  </a:moveTo>
                  <a:lnTo>
                    <a:pt x="0" y="23"/>
                  </a:lnTo>
                  <a:lnTo>
                    <a:pt x="450" y="4189"/>
                  </a:lnTo>
                  <a:lnTo>
                    <a:pt x="661" y="41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3"/>
            <p:cNvSpPr/>
            <p:nvPr/>
          </p:nvSpPr>
          <p:spPr>
            <a:xfrm>
              <a:off x="3804273" y="2829840"/>
              <a:ext cx="93851" cy="192275"/>
            </a:xfrm>
            <a:custGeom>
              <a:avLst/>
              <a:gdLst/>
              <a:ahLst/>
              <a:cxnLst/>
              <a:rect l="l" t="t" r="r" b="b"/>
              <a:pathLst>
                <a:path w="1909" h="3911" extrusionOk="0">
                  <a:moveTo>
                    <a:pt x="195" y="0"/>
                  </a:moveTo>
                  <a:lnTo>
                    <a:pt x="0" y="87"/>
                  </a:lnTo>
                  <a:lnTo>
                    <a:pt x="1715" y="3910"/>
                  </a:lnTo>
                  <a:lnTo>
                    <a:pt x="1909" y="3824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3"/>
            <p:cNvSpPr/>
            <p:nvPr/>
          </p:nvSpPr>
          <p:spPr>
            <a:xfrm>
              <a:off x="3805207" y="2828464"/>
              <a:ext cx="146062" cy="159827"/>
            </a:xfrm>
            <a:custGeom>
              <a:avLst/>
              <a:gdLst/>
              <a:ahLst/>
              <a:cxnLst/>
              <a:rect l="l" t="t" r="r" b="b"/>
              <a:pathLst>
                <a:path w="2971" h="3251" extrusionOk="0">
                  <a:moveTo>
                    <a:pt x="158" y="0"/>
                  </a:moveTo>
                  <a:lnTo>
                    <a:pt x="1" y="143"/>
                  </a:lnTo>
                  <a:lnTo>
                    <a:pt x="2812" y="3250"/>
                  </a:lnTo>
                  <a:lnTo>
                    <a:pt x="2971" y="3107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3"/>
            <p:cNvSpPr/>
            <p:nvPr/>
          </p:nvSpPr>
          <p:spPr>
            <a:xfrm>
              <a:off x="3806534" y="2827431"/>
              <a:ext cx="183917" cy="111648"/>
            </a:xfrm>
            <a:custGeom>
              <a:avLst/>
              <a:gdLst/>
              <a:ahLst/>
              <a:cxnLst/>
              <a:rect l="l" t="t" r="r" b="b"/>
              <a:pathLst>
                <a:path w="3741" h="2271" extrusionOk="0">
                  <a:moveTo>
                    <a:pt x="108" y="0"/>
                  </a:moveTo>
                  <a:lnTo>
                    <a:pt x="0" y="186"/>
                  </a:lnTo>
                  <a:lnTo>
                    <a:pt x="3635" y="2271"/>
                  </a:lnTo>
                  <a:lnTo>
                    <a:pt x="3741" y="2086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3"/>
            <p:cNvSpPr/>
            <p:nvPr/>
          </p:nvSpPr>
          <p:spPr>
            <a:xfrm>
              <a:off x="3808206" y="2826890"/>
              <a:ext cx="203828" cy="52604"/>
            </a:xfrm>
            <a:custGeom>
              <a:avLst/>
              <a:gdLst/>
              <a:ahLst/>
              <a:cxnLst/>
              <a:rect l="l" t="t" r="r" b="b"/>
              <a:pathLst>
                <a:path w="4146" h="1070" extrusionOk="0">
                  <a:moveTo>
                    <a:pt x="44" y="1"/>
                  </a:moveTo>
                  <a:lnTo>
                    <a:pt x="1" y="209"/>
                  </a:lnTo>
                  <a:lnTo>
                    <a:pt x="4101" y="1070"/>
                  </a:lnTo>
                  <a:lnTo>
                    <a:pt x="4146" y="86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3"/>
            <p:cNvSpPr/>
            <p:nvPr/>
          </p:nvSpPr>
          <p:spPr>
            <a:xfrm>
              <a:off x="3808648" y="2804423"/>
              <a:ext cx="205942" cy="32644"/>
            </a:xfrm>
            <a:custGeom>
              <a:avLst/>
              <a:gdLst/>
              <a:ahLst/>
              <a:cxnLst/>
              <a:rect l="l" t="t" r="r" b="b"/>
              <a:pathLst>
                <a:path w="4189" h="664" extrusionOk="0">
                  <a:moveTo>
                    <a:pt x="4165" y="1"/>
                  </a:moveTo>
                  <a:lnTo>
                    <a:pt x="1" y="450"/>
                  </a:lnTo>
                  <a:lnTo>
                    <a:pt x="24" y="663"/>
                  </a:lnTo>
                  <a:lnTo>
                    <a:pt x="4189" y="212"/>
                  </a:lnTo>
                  <a:lnTo>
                    <a:pt x="41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3"/>
            <p:cNvSpPr/>
            <p:nvPr/>
          </p:nvSpPr>
          <p:spPr>
            <a:xfrm>
              <a:off x="3806977" y="2742872"/>
              <a:ext cx="192275" cy="93900"/>
            </a:xfrm>
            <a:custGeom>
              <a:avLst/>
              <a:gdLst/>
              <a:ahLst/>
              <a:cxnLst/>
              <a:rect l="l" t="t" r="r" b="b"/>
              <a:pathLst>
                <a:path w="3911" h="1910" extrusionOk="0">
                  <a:moveTo>
                    <a:pt x="3822" y="0"/>
                  </a:moveTo>
                  <a:lnTo>
                    <a:pt x="0" y="1716"/>
                  </a:lnTo>
                  <a:lnTo>
                    <a:pt x="87" y="1909"/>
                  </a:lnTo>
                  <a:lnTo>
                    <a:pt x="3910" y="194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3805551" y="2689924"/>
              <a:ext cx="159876" cy="145865"/>
            </a:xfrm>
            <a:custGeom>
              <a:avLst/>
              <a:gdLst/>
              <a:ahLst/>
              <a:cxnLst/>
              <a:rect l="l" t="t" r="r" b="b"/>
              <a:pathLst>
                <a:path w="3252" h="2967" extrusionOk="0">
                  <a:moveTo>
                    <a:pt x="3108" y="1"/>
                  </a:moveTo>
                  <a:lnTo>
                    <a:pt x="1" y="2809"/>
                  </a:lnTo>
                  <a:lnTo>
                    <a:pt x="144" y="2967"/>
                  </a:lnTo>
                  <a:lnTo>
                    <a:pt x="3251" y="159"/>
                  </a:lnTo>
                  <a:lnTo>
                    <a:pt x="3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3"/>
            <p:cNvSpPr/>
            <p:nvPr/>
          </p:nvSpPr>
          <p:spPr>
            <a:xfrm>
              <a:off x="3804470" y="2650692"/>
              <a:ext cx="111697" cy="183868"/>
            </a:xfrm>
            <a:custGeom>
              <a:avLst/>
              <a:gdLst/>
              <a:ahLst/>
              <a:cxnLst/>
              <a:rect l="l" t="t" r="r" b="b"/>
              <a:pathLst>
                <a:path w="2272" h="3740" extrusionOk="0">
                  <a:moveTo>
                    <a:pt x="2087" y="1"/>
                  </a:moveTo>
                  <a:lnTo>
                    <a:pt x="1" y="3632"/>
                  </a:lnTo>
                  <a:lnTo>
                    <a:pt x="185" y="3740"/>
                  </a:lnTo>
                  <a:lnTo>
                    <a:pt x="2271" y="107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3"/>
            <p:cNvSpPr/>
            <p:nvPr/>
          </p:nvSpPr>
          <p:spPr>
            <a:xfrm>
              <a:off x="3804125" y="2629405"/>
              <a:ext cx="52604" cy="203828"/>
            </a:xfrm>
            <a:custGeom>
              <a:avLst/>
              <a:gdLst/>
              <a:ahLst/>
              <a:cxnLst/>
              <a:rect l="l" t="t" r="r" b="b"/>
              <a:pathLst>
                <a:path w="1070" h="4146" extrusionOk="0">
                  <a:moveTo>
                    <a:pt x="861" y="1"/>
                  </a:moveTo>
                  <a:lnTo>
                    <a:pt x="0" y="4101"/>
                  </a:lnTo>
                  <a:lnTo>
                    <a:pt x="209" y="4146"/>
                  </a:lnTo>
                  <a:lnTo>
                    <a:pt x="1069" y="44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3"/>
            <p:cNvSpPr/>
            <p:nvPr/>
          </p:nvSpPr>
          <p:spPr>
            <a:xfrm>
              <a:off x="3781806" y="2626701"/>
              <a:ext cx="32546" cy="205893"/>
            </a:xfrm>
            <a:custGeom>
              <a:avLst/>
              <a:gdLst/>
              <a:ahLst/>
              <a:cxnLst/>
              <a:rect l="l" t="t" r="r" b="b"/>
              <a:pathLst>
                <a:path w="662" h="4188" extrusionOk="0">
                  <a:moveTo>
                    <a:pt x="213" y="1"/>
                  </a:moveTo>
                  <a:lnTo>
                    <a:pt x="0" y="23"/>
                  </a:lnTo>
                  <a:lnTo>
                    <a:pt x="450" y="4187"/>
                  </a:lnTo>
                  <a:lnTo>
                    <a:pt x="661" y="416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3720008" y="2641990"/>
              <a:ext cx="93900" cy="192225"/>
            </a:xfrm>
            <a:custGeom>
              <a:avLst/>
              <a:gdLst/>
              <a:ahLst/>
              <a:cxnLst/>
              <a:rect l="l" t="t" r="r" b="b"/>
              <a:pathLst>
                <a:path w="1910" h="3910" extrusionOk="0">
                  <a:moveTo>
                    <a:pt x="195" y="1"/>
                  </a:moveTo>
                  <a:lnTo>
                    <a:pt x="0" y="89"/>
                  </a:lnTo>
                  <a:lnTo>
                    <a:pt x="1714" y="3909"/>
                  </a:lnTo>
                  <a:lnTo>
                    <a:pt x="1909" y="3823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3"/>
            <p:cNvSpPr/>
            <p:nvPr/>
          </p:nvSpPr>
          <p:spPr>
            <a:xfrm>
              <a:off x="3667060" y="2675814"/>
              <a:ext cx="146013" cy="159680"/>
            </a:xfrm>
            <a:custGeom>
              <a:avLst/>
              <a:gdLst/>
              <a:ahLst/>
              <a:cxnLst/>
              <a:rect l="l" t="t" r="r" b="b"/>
              <a:pathLst>
                <a:path w="2970" h="3248" extrusionOk="0">
                  <a:moveTo>
                    <a:pt x="159" y="1"/>
                  </a:moveTo>
                  <a:lnTo>
                    <a:pt x="1" y="144"/>
                  </a:lnTo>
                  <a:lnTo>
                    <a:pt x="2812" y="3248"/>
                  </a:lnTo>
                  <a:lnTo>
                    <a:pt x="2970" y="3105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3"/>
            <p:cNvSpPr/>
            <p:nvPr/>
          </p:nvSpPr>
          <p:spPr>
            <a:xfrm>
              <a:off x="3688004" y="2710424"/>
              <a:ext cx="242420" cy="242420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2466" y="1"/>
                  </a:moveTo>
                  <a:cubicBezTo>
                    <a:pt x="1104" y="1"/>
                    <a:pt x="1" y="1104"/>
                    <a:pt x="1" y="2467"/>
                  </a:cubicBezTo>
                  <a:cubicBezTo>
                    <a:pt x="1" y="3827"/>
                    <a:pt x="1104" y="4931"/>
                    <a:pt x="2466" y="4931"/>
                  </a:cubicBezTo>
                  <a:cubicBezTo>
                    <a:pt x="3827" y="4931"/>
                    <a:pt x="4931" y="3827"/>
                    <a:pt x="4931" y="2467"/>
                  </a:cubicBezTo>
                  <a:cubicBezTo>
                    <a:pt x="4931" y="1104"/>
                    <a:pt x="3827" y="1"/>
                    <a:pt x="246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3"/>
            <p:cNvSpPr/>
            <p:nvPr/>
          </p:nvSpPr>
          <p:spPr>
            <a:xfrm>
              <a:off x="3682448" y="2705410"/>
              <a:ext cx="270984" cy="252941"/>
            </a:xfrm>
            <a:custGeom>
              <a:avLst/>
              <a:gdLst/>
              <a:ahLst/>
              <a:cxnLst/>
              <a:rect l="l" t="t" r="r" b="b"/>
              <a:pathLst>
                <a:path w="5512" h="5145" extrusionOk="0">
                  <a:moveTo>
                    <a:pt x="2568" y="213"/>
                  </a:moveTo>
                  <a:cubicBezTo>
                    <a:pt x="2570" y="213"/>
                    <a:pt x="2572" y="213"/>
                    <a:pt x="2573" y="213"/>
                  </a:cubicBezTo>
                  <a:lnTo>
                    <a:pt x="2582" y="217"/>
                  </a:lnTo>
                  <a:cubicBezTo>
                    <a:pt x="2989" y="217"/>
                    <a:pt x="3389" y="325"/>
                    <a:pt x="3742" y="527"/>
                  </a:cubicBezTo>
                  <a:cubicBezTo>
                    <a:pt x="4478" y="949"/>
                    <a:pt x="4930" y="1733"/>
                    <a:pt x="4927" y="2580"/>
                  </a:cubicBezTo>
                  <a:cubicBezTo>
                    <a:pt x="4925" y="3882"/>
                    <a:pt x="3867" y="4934"/>
                    <a:pt x="2568" y="4934"/>
                  </a:cubicBezTo>
                  <a:cubicBezTo>
                    <a:pt x="2566" y="4934"/>
                    <a:pt x="2563" y="4934"/>
                    <a:pt x="2560" y="4934"/>
                  </a:cubicBezTo>
                  <a:cubicBezTo>
                    <a:pt x="1256" y="4931"/>
                    <a:pt x="203" y="3871"/>
                    <a:pt x="206" y="2567"/>
                  </a:cubicBezTo>
                  <a:cubicBezTo>
                    <a:pt x="211" y="1265"/>
                    <a:pt x="1268" y="213"/>
                    <a:pt x="2568" y="213"/>
                  </a:cubicBezTo>
                  <a:close/>
                  <a:moveTo>
                    <a:pt x="2572" y="0"/>
                  </a:moveTo>
                  <a:cubicBezTo>
                    <a:pt x="1153" y="0"/>
                    <a:pt x="1" y="1153"/>
                    <a:pt x="2" y="2573"/>
                  </a:cubicBezTo>
                  <a:cubicBezTo>
                    <a:pt x="2" y="3993"/>
                    <a:pt x="1153" y="5144"/>
                    <a:pt x="2573" y="5144"/>
                  </a:cubicBezTo>
                  <a:cubicBezTo>
                    <a:pt x="3495" y="5143"/>
                    <a:pt x="4345" y="4652"/>
                    <a:pt x="4804" y="3852"/>
                  </a:cubicBezTo>
                  <a:cubicBezTo>
                    <a:pt x="5511" y="2621"/>
                    <a:pt x="5085" y="1048"/>
                    <a:pt x="3854" y="341"/>
                  </a:cubicBezTo>
                  <a:cubicBezTo>
                    <a:pt x="3464" y="118"/>
                    <a:pt x="3022" y="0"/>
                    <a:pt x="25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3"/>
            <p:cNvSpPr/>
            <p:nvPr/>
          </p:nvSpPr>
          <p:spPr>
            <a:xfrm>
              <a:off x="3145692" y="1185207"/>
              <a:ext cx="1618135" cy="616596"/>
            </a:xfrm>
            <a:custGeom>
              <a:avLst/>
              <a:gdLst/>
              <a:ahLst/>
              <a:cxnLst/>
              <a:rect l="l" t="t" r="r" b="b"/>
              <a:pathLst>
                <a:path w="32914" h="12542" extrusionOk="0">
                  <a:moveTo>
                    <a:pt x="4478" y="0"/>
                  </a:moveTo>
                  <a:cubicBezTo>
                    <a:pt x="2260" y="0"/>
                    <a:pt x="378" y="1703"/>
                    <a:pt x="194" y="3953"/>
                  </a:cubicBezTo>
                  <a:cubicBezTo>
                    <a:pt x="0" y="6322"/>
                    <a:pt x="1763" y="8397"/>
                    <a:pt x="4131" y="8593"/>
                  </a:cubicBezTo>
                  <a:lnTo>
                    <a:pt x="12740" y="9791"/>
                  </a:lnTo>
                  <a:lnTo>
                    <a:pt x="12933" y="8534"/>
                  </a:lnTo>
                  <a:lnTo>
                    <a:pt x="16084" y="8869"/>
                  </a:lnTo>
                  <a:lnTo>
                    <a:pt x="15962" y="10238"/>
                  </a:lnTo>
                  <a:lnTo>
                    <a:pt x="32513" y="12541"/>
                  </a:lnTo>
                  <a:lnTo>
                    <a:pt x="32913" y="281"/>
                  </a:lnTo>
                  <a:lnTo>
                    <a:pt x="16840" y="129"/>
                  </a:lnTo>
                  <a:lnTo>
                    <a:pt x="16840" y="131"/>
                  </a:lnTo>
                  <a:lnTo>
                    <a:pt x="16684" y="1703"/>
                  </a:lnTo>
                  <a:lnTo>
                    <a:pt x="13486" y="1519"/>
                  </a:lnTo>
                  <a:lnTo>
                    <a:pt x="13578" y="98"/>
                  </a:lnTo>
                  <a:lnTo>
                    <a:pt x="4833" y="15"/>
                  </a:lnTo>
                  <a:cubicBezTo>
                    <a:pt x="4714" y="5"/>
                    <a:pt x="4596" y="0"/>
                    <a:pt x="447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3"/>
            <p:cNvSpPr/>
            <p:nvPr/>
          </p:nvSpPr>
          <p:spPr>
            <a:xfrm>
              <a:off x="3139743" y="1180045"/>
              <a:ext cx="1629049" cy="627756"/>
            </a:xfrm>
            <a:custGeom>
              <a:avLst/>
              <a:gdLst/>
              <a:ahLst/>
              <a:cxnLst/>
              <a:rect l="l" t="t" r="r" b="b"/>
              <a:pathLst>
                <a:path w="33136" h="12769" extrusionOk="0">
                  <a:moveTo>
                    <a:pt x="4511" y="205"/>
                  </a:moveTo>
                  <a:cubicBezTo>
                    <a:pt x="4653" y="205"/>
                    <a:pt x="4796" y="212"/>
                    <a:pt x="4939" y="227"/>
                  </a:cubicBezTo>
                  <a:lnTo>
                    <a:pt x="13577" y="309"/>
                  </a:lnTo>
                  <a:lnTo>
                    <a:pt x="13484" y="1723"/>
                  </a:lnTo>
                  <a:lnTo>
                    <a:pt x="16897" y="1921"/>
                  </a:lnTo>
                  <a:lnTo>
                    <a:pt x="17052" y="342"/>
                  </a:lnTo>
                  <a:lnTo>
                    <a:pt x="32908" y="493"/>
                  </a:lnTo>
                  <a:lnTo>
                    <a:pt x="32516" y="12526"/>
                  </a:lnTo>
                  <a:lnTo>
                    <a:pt x="16191" y="10252"/>
                  </a:lnTo>
                  <a:lnTo>
                    <a:pt x="16191" y="10250"/>
                  </a:lnTo>
                  <a:lnTo>
                    <a:pt x="16307" y="8878"/>
                  </a:lnTo>
                  <a:lnTo>
                    <a:pt x="12950" y="8522"/>
                  </a:lnTo>
                  <a:lnTo>
                    <a:pt x="12758" y="9774"/>
                  </a:lnTo>
                  <a:lnTo>
                    <a:pt x="4249" y="8590"/>
                  </a:lnTo>
                  <a:cubicBezTo>
                    <a:pt x="4198" y="8587"/>
                    <a:pt x="4149" y="8583"/>
                    <a:pt x="4098" y="8577"/>
                  </a:cubicBezTo>
                  <a:cubicBezTo>
                    <a:pt x="1792" y="8345"/>
                    <a:pt x="111" y="6287"/>
                    <a:pt x="343" y="3981"/>
                  </a:cubicBezTo>
                  <a:cubicBezTo>
                    <a:pt x="561" y="1818"/>
                    <a:pt x="2384" y="205"/>
                    <a:pt x="4511" y="205"/>
                  </a:cubicBezTo>
                  <a:close/>
                  <a:moveTo>
                    <a:pt x="4587" y="0"/>
                  </a:moveTo>
                  <a:cubicBezTo>
                    <a:pt x="2318" y="0"/>
                    <a:pt x="391" y="1743"/>
                    <a:pt x="202" y="4046"/>
                  </a:cubicBezTo>
                  <a:cubicBezTo>
                    <a:pt x="1" y="6472"/>
                    <a:pt x="1805" y="8601"/>
                    <a:pt x="4232" y="8802"/>
                  </a:cubicBezTo>
                  <a:lnTo>
                    <a:pt x="12942" y="10015"/>
                  </a:lnTo>
                  <a:lnTo>
                    <a:pt x="13138" y="8757"/>
                  </a:lnTo>
                  <a:lnTo>
                    <a:pt x="16083" y="9068"/>
                  </a:lnTo>
                  <a:lnTo>
                    <a:pt x="15961" y="10435"/>
                  </a:lnTo>
                  <a:lnTo>
                    <a:pt x="32729" y="12768"/>
                  </a:lnTo>
                  <a:lnTo>
                    <a:pt x="33135" y="282"/>
                  </a:lnTo>
                  <a:lnTo>
                    <a:pt x="16869" y="126"/>
                  </a:lnTo>
                  <a:lnTo>
                    <a:pt x="16714" y="1698"/>
                  </a:lnTo>
                  <a:lnTo>
                    <a:pt x="13717" y="1524"/>
                  </a:lnTo>
                  <a:lnTo>
                    <a:pt x="13811" y="99"/>
                  </a:lnTo>
                  <a:lnTo>
                    <a:pt x="4956" y="16"/>
                  </a:lnTo>
                  <a:cubicBezTo>
                    <a:pt x="4832" y="5"/>
                    <a:pt x="4709" y="0"/>
                    <a:pt x="4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3"/>
            <p:cNvSpPr/>
            <p:nvPr/>
          </p:nvSpPr>
          <p:spPr>
            <a:xfrm>
              <a:off x="3862580" y="1264752"/>
              <a:ext cx="103340" cy="356526"/>
            </a:xfrm>
            <a:custGeom>
              <a:avLst/>
              <a:gdLst/>
              <a:ahLst/>
              <a:cxnLst/>
              <a:rect l="l" t="t" r="r" b="b"/>
              <a:pathLst>
                <a:path w="2102" h="7252" extrusionOk="0">
                  <a:moveTo>
                    <a:pt x="617" y="0"/>
                  </a:moveTo>
                  <a:lnTo>
                    <a:pt x="1" y="7094"/>
                  </a:lnTo>
                  <a:lnTo>
                    <a:pt x="1488" y="7251"/>
                  </a:lnTo>
                  <a:lnTo>
                    <a:pt x="2102" y="87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3"/>
            <p:cNvSpPr/>
            <p:nvPr/>
          </p:nvSpPr>
          <p:spPr>
            <a:xfrm>
              <a:off x="3856533" y="1259197"/>
              <a:ext cx="115384" cy="367883"/>
            </a:xfrm>
            <a:custGeom>
              <a:avLst/>
              <a:gdLst/>
              <a:ahLst/>
              <a:cxnLst/>
              <a:rect l="l" t="t" r="r" b="b"/>
              <a:pathLst>
                <a:path w="2347" h="7483" extrusionOk="0">
                  <a:moveTo>
                    <a:pt x="831" y="227"/>
                  </a:moveTo>
                  <a:lnTo>
                    <a:pt x="2110" y="299"/>
                  </a:lnTo>
                  <a:lnTo>
                    <a:pt x="1515" y="7247"/>
                  </a:lnTo>
                  <a:lnTo>
                    <a:pt x="236" y="7111"/>
                  </a:lnTo>
                  <a:lnTo>
                    <a:pt x="831" y="227"/>
                  </a:lnTo>
                  <a:close/>
                  <a:moveTo>
                    <a:pt x="641" y="0"/>
                  </a:moveTo>
                  <a:lnTo>
                    <a:pt x="0" y="7300"/>
                  </a:lnTo>
                  <a:lnTo>
                    <a:pt x="1707" y="7482"/>
                  </a:lnTo>
                  <a:lnTo>
                    <a:pt x="2347" y="10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3"/>
            <p:cNvSpPr/>
            <p:nvPr/>
          </p:nvSpPr>
          <p:spPr>
            <a:xfrm>
              <a:off x="3780970" y="1259836"/>
              <a:ext cx="89427" cy="350086"/>
            </a:xfrm>
            <a:custGeom>
              <a:avLst/>
              <a:gdLst/>
              <a:ahLst/>
              <a:cxnLst/>
              <a:rect l="l" t="t" r="r" b="b"/>
              <a:pathLst>
                <a:path w="1819" h="7121" extrusionOk="0">
                  <a:moveTo>
                    <a:pt x="558" y="1"/>
                  </a:moveTo>
                  <a:lnTo>
                    <a:pt x="1" y="7016"/>
                  </a:lnTo>
                  <a:lnTo>
                    <a:pt x="1205" y="7121"/>
                  </a:lnTo>
                  <a:lnTo>
                    <a:pt x="1819" y="85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3"/>
            <p:cNvSpPr/>
            <p:nvPr/>
          </p:nvSpPr>
          <p:spPr>
            <a:xfrm>
              <a:off x="3775267" y="1253985"/>
              <a:ext cx="100832" cy="361295"/>
            </a:xfrm>
            <a:custGeom>
              <a:avLst/>
              <a:gdLst/>
              <a:ahLst/>
              <a:cxnLst/>
              <a:rect l="l" t="t" r="r" b="b"/>
              <a:pathLst>
                <a:path w="2051" h="7349" extrusionOk="0">
                  <a:moveTo>
                    <a:pt x="770" y="222"/>
                  </a:moveTo>
                  <a:lnTo>
                    <a:pt x="1820" y="292"/>
                  </a:lnTo>
                  <a:lnTo>
                    <a:pt x="1223" y="7116"/>
                  </a:lnTo>
                  <a:lnTo>
                    <a:pt x="230" y="7033"/>
                  </a:lnTo>
                  <a:lnTo>
                    <a:pt x="770" y="222"/>
                  </a:lnTo>
                  <a:close/>
                  <a:moveTo>
                    <a:pt x="575" y="0"/>
                  </a:moveTo>
                  <a:lnTo>
                    <a:pt x="1" y="7228"/>
                  </a:lnTo>
                  <a:lnTo>
                    <a:pt x="1417" y="7348"/>
                  </a:lnTo>
                  <a:lnTo>
                    <a:pt x="2051" y="100"/>
                  </a:lnTo>
                  <a:lnTo>
                    <a:pt x="5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3"/>
            <p:cNvSpPr/>
            <p:nvPr/>
          </p:nvSpPr>
          <p:spPr>
            <a:xfrm>
              <a:off x="4455234" y="1196908"/>
              <a:ext cx="607649" cy="607747"/>
            </a:xfrm>
            <a:custGeom>
              <a:avLst/>
              <a:gdLst/>
              <a:ahLst/>
              <a:cxnLst/>
              <a:rect l="l" t="t" r="r" b="b"/>
              <a:pathLst>
                <a:path w="12360" h="12362" extrusionOk="0">
                  <a:moveTo>
                    <a:pt x="6179" y="0"/>
                  </a:moveTo>
                  <a:cubicBezTo>
                    <a:pt x="2767" y="0"/>
                    <a:pt x="0" y="2768"/>
                    <a:pt x="0" y="6181"/>
                  </a:cubicBezTo>
                  <a:cubicBezTo>
                    <a:pt x="0" y="9593"/>
                    <a:pt x="2767" y="12361"/>
                    <a:pt x="6179" y="12361"/>
                  </a:cubicBezTo>
                  <a:cubicBezTo>
                    <a:pt x="9593" y="12361"/>
                    <a:pt x="12360" y="9593"/>
                    <a:pt x="12360" y="6181"/>
                  </a:cubicBezTo>
                  <a:cubicBezTo>
                    <a:pt x="12360" y="2768"/>
                    <a:pt x="9593" y="0"/>
                    <a:pt x="6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3"/>
            <p:cNvSpPr/>
            <p:nvPr/>
          </p:nvSpPr>
          <p:spPr>
            <a:xfrm>
              <a:off x="4439689" y="1190664"/>
              <a:ext cx="643586" cy="618808"/>
            </a:xfrm>
            <a:custGeom>
              <a:avLst/>
              <a:gdLst/>
              <a:ahLst/>
              <a:cxnLst/>
              <a:rect l="l" t="t" r="r" b="b"/>
              <a:pathLst>
                <a:path w="13091" h="12587" extrusionOk="0">
                  <a:moveTo>
                    <a:pt x="6560" y="257"/>
                  </a:moveTo>
                  <a:cubicBezTo>
                    <a:pt x="6564" y="257"/>
                    <a:pt x="6567" y="257"/>
                    <a:pt x="6571" y="257"/>
                  </a:cubicBezTo>
                  <a:cubicBezTo>
                    <a:pt x="6735" y="257"/>
                    <a:pt x="6901" y="264"/>
                    <a:pt x="7070" y="277"/>
                  </a:cubicBezTo>
                  <a:cubicBezTo>
                    <a:pt x="10217" y="543"/>
                    <a:pt x="12637" y="3178"/>
                    <a:pt x="12632" y="6337"/>
                  </a:cubicBezTo>
                  <a:cubicBezTo>
                    <a:pt x="12626" y="9688"/>
                    <a:pt x="9909" y="12399"/>
                    <a:pt x="6560" y="12399"/>
                  </a:cubicBezTo>
                  <a:cubicBezTo>
                    <a:pt x="6557" y="12399"/>
                    <a:pt x="6554" y="12399"/>
                    <a:pt x="6552" y="12399"/>
                  </a:cubicBezTo>
                  <a:cubicBezTo>
                    <a:pt x="3199" y="12393"/>
                    <a:pt x="484" y="9671"/>
                    <a:pt x="490" y="6318"/>
                  </a:cubicBezTo>
                  <a:cubicBezTo>
                    <a:pt x="495" y="2969"/>
                    <a:pt x="3212" y="257"/>
                    <a:pt x="6560" y="257"/>
                  </a:cubicBezTo>
                  <a:close/>
                  <a:moveTo>
                    <a:pt x="6538" y="0"/>
                  </a:moveTo>
                  <a:cubicBezTo>
                    <a:pt x="3285" y="0"/>
                    <a:pt x="531" y="2504"/>
                    <a:pt x="273" y="5801"/>
                  </a:cubicBezTo>
                  <a:cubicBezTo>
                    <a:pt x="0" y="9266"/>
                    <a:pt x="2590" y="12296"/>
                    <a:pt x="6054" y="12567"/>
                  </a:cubicBezTo>
                  <a:cubicBezTo>
                    <a:pt x="6227" y="12587"/>
                    <a:pt x="6400" y="12587"/>
                    <a:pt x="6571" y="12587"/>
                  </a:cubicBezTo>
                  <a:cubicBezTo>
                    <a:pt x="9847" y="12573"/>
                    <a:pt x="12564" y="10051"/>
                    <a:pt x="12820" y="6786"/>
                  </a:cubicBezTo>
                  <a:cubicBezTo>
                    <a:pt x="13091" y="3319"/>
                    <a:pt x="10503" y="291"/>
                    <a:pt x="7038" y="20"/>
                  </a:cubicBezTo>
                  <a:cubicBezTo>
                    <a:pt x="6871" y="7"/>
                    <a:pt x="6704" y="0"/>
                    <a:pt x="65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3"/>
            <p:cNvSpPr/>
            <p:nvPr/>
          </p:nvSpPr>
          <p:spPr>
            <a:xfrm>
              <a:off x="4533009" y="1293954"/>
              <a:ext cx="414833" cy="414784"/>
            </a:xfrm>
            <a:custGeom>
              <a:avLst/>
              <a:gdLst/>
              <a:ahLst/>
              <a:cxnLst/>
              <a:rect l="l" t="t" r="r" b="b"/>
              <a:pathLst>
                <a:path w="8438" h="8437" extrusionOk="0">
                  <a:moveTo>
                    <a:pt x="4219" y="0"/>
                  </a:moveTo>
                  <a:cubicBezTo>
                    <a:pt x="1890" y="0"/>
                    <a:pt x="1" y="1888"/>
                    <a:pt x="1" y="4219"/>
                  </a:cubicBezTo>
                  <a:cubicBezTo>
                    <a:pt x="1" y="6549"/>
                    <a:pt x="1890" y="8437"/>
                    <a:pt x="4219" y="8437"/>
                  </a:cubicBezTo>
                  <a:cubicBezTo>
                    <a:pt x="6549" y="8437"/>
                    <a:pt x="8437" y="6549"/>
                    <a:pt x="8437" y="4219"/>
                  </a:cubicBezTo>
                  <a:cubicBezTo>
                    <a:pt x="8437" y="1888"/>
                    <a:pt x="6549" y="0"/>
                    <a:pt x="42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3"/>
            <p:cNvSpPr/>
            <p:nvPr/>
          </p:nvSpPr>
          <p:spPr>
            <a:xfrm>
              <a:off x="4518702" y="1288596"/>
              <a:ext cx="443544" cy="425354"/>
            </a:xfrm>
            <a:custGeom>
              <a:avLst/>
              <a:gdLst/>
              <a:ahLst/>
              <a:cxnLst/>
              <a:rect l="l" t="t" r="r" b="b"/>
              <a:pathLst>
                <a:path w="9022" h="8652" extrusionOk="0">
                  <a:moveTo>
                    <a:pt x="4498" y="215"/>
                  </a:moveTo>
                  <a:cubicBezTo>
                    <a:pt x="4614" y="215"/>
                    <a:pt x="4726" y="220"/>
                    <a:pt x="4848" y="229"/>
                  </a:cubicBezTo>
                  <a:cubicBezTo>
                    <a:pt x="7111" y="413"/>
                    <a:pt x="8795" y="2398"/>
                    <a:pt x="8611" y="4660"/>
                  </a:cubicBezTo>
                  <a:cubicBezTo>
                    <a:pt x="8435" y="6809"/>
                    <a:pt x="6636" y="8437"/>
                    <a:pt x="4517" y="8437"/>
                  </a:cubicBezTo>
                  <a:cubicBezTo>
                    <a:pt x="4405" y="8437"/>
                    <a:pt x="4292" y="8433"/>
                    <a:pt x="4178" y="8424"/>
                  </a:cubicBezTo>
                  <a:cubicBezTo>
                    <a:pt x="1915" y="8239"/>
                    <a:pt x="231" y="6256"/>
                    <a:pt x="414" y="3993"/>
                  </a:cubicBezTo>
                  <a:cubicBezTo>
                    <a:pt x="588" y="1863"/>
                    <a:pt x="2363" y="223"/>
                    <a:pt x="4498" y="215"/>
                  </a:cubicBezTo>
                  <a:close/>
                  <a:moveTo>
                    <a:pt x="4501" y="1"/>
                  </a:moveTo>
                  <a:cubicBezTo>
                    <a:pt x="2272" y="1"/>
                    <a:pt x="380" y="1713"/>
                    <a:pt x="195" y="3973"/>
                  </a:cubicBezTo>
                  <a:cubicBezTo>
                    <a:pt x="0" y="6354"/>
                    <a:pt x="1772" y="8442"/>
                    <a:pt x="4153" y="8637"/>
                  </a:cubicBezTo>
                  <a:cubicBezTo>
                    <a:pt x="4272" y="8651"/>
                    <a:pt x="4392" y="8651"/>
                    <a:pt x="4509" y="8651"/>
                  </a:cubicBezTo>
                  <a:cubicBezTo>
                    <a:pt x="4514" y="8651"/>
                    <a:pt x="4520" y="8651"/>
                    <a:pt x="4526" y="8651"/>
                  </a:cubicBezTo>
                  <a:cubicBezTo>
                    <a:pt x="6786" y="8651"/>
                    <a:pt x="8665" y="6913"/>
                    <a:pt x="8838" y="4660"/>
                  </a:cubicBezTo>
                  <a:cubicBezTo>
                    <a:pt x="9022" y="2277"/>
                    <a:pt x="7241" y="199"/>
                    <a:pt x="4859" y="16"/>
                  </a:cubicBezTo>
                  <a:cubicBezTo>
                    <a:pt x="4738" y="6"/>
                    <a:pt x="4619" y="1"/>
                    <a:pt x="45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3"/>
            <p:cNvSpPr/>
            <p:nvPr/>
          </p:nvSpPr>
          <p:spPr>
            <a:xfrm>
              <a:off x="4533549" y="1479199"/>
              <a:ext cx="207269" cy="27433"/>
            </a:xfrm>
            <a:custGeom>
              <a:avLst/>
              <a:gdLst/>
              <a:ahLst/>
              <a:cxnLst/>
              <a:rect l="l" t="t" r="r" b="b"/>
              <a:pathLst>
                <a:path w="4216" h="558" extrusionOk="0">
                  <a:moveTo>
                    <a:pt x="18" y="1"/>
                  </a:moveTo>
                  <a:lnTo>
                    <a:pt x="0" y="214"/>
                  </a:lnTo>
                  <a:lnTo>
                    <a:pt x="4198" y="558"/>
                  </a:lnTo>
                  <a:lnTo>
                    <a:pt x="4216" y="345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3"/>
            <p:cNvSpPr/>
            <p:nvPr/>
          </p:nvSpPr>
          <p:spPr>
            <a:xfrm>
              <a:off x="4537482" y="1496111"/>
              <a:ext cx="203975" cy="58061"/>
            </a:xfrm>
            <a:custGeom>
              <a:avLst/>
              <a:gdLst/>
              <a:ahLst/>
              <a:cxnLst/>
              <a:rect l="l" t="t" r="r" b="b"/>
              <a:pathLst>
                <a:path w="4149" h="1181" extrusionOk="0">
                  <a:moveTo>
                    <a:pt x="4098" y="1"/>
                  </a:moveTo>
                  <a:lnTo>
                    <a:pt x="1" y="973"/>
                  </a:lnTo>
                  <a:lnTo>
                    <a:pt x="50" y="1180"/>
                  </a:lnTo>
                  <a:lnTo>
                    <a:pt x="4149" y="209"/>
                  </a:lnTo>
                  <a:lnTo>
                    <a:pt x="409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3"/>
            <p:cNvSpPr/>
            <p:nvPr/>
          </p:nvSpPr>
          <p:spPr>
            <a:xfrm>
              <a:off x="4560490" y="1496799"/>
              <a:ext cx="182442" cy="116564"/>
            </a:xfrm>
            <a:custGeom>
              <a:avLst/>
              <a:gdLst/>
              <a:ahLst/>
              <a:cxnLst/>
              <a:rect l="l" t="t" r="r" b="b"/>
              <a:pathLst>
                <a:path w="3711" h="2371" extrusionOk="0">
                  <a:moveTo>
                    <a:pt x="3599" y="0"/>
                  </a:moveTo>
                  <a:lnTo>
                    <a:pt x="0" y="2188"/>
                  </a:lnTo>
                  <a:lnTo>
                    <a:pt x="112" y="2371"/>
                  </a:lnTo>
                  <a:lnTo>
                    <a:pt x="3711" y="182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3"/>
            <p:cNvSpPr/>
            <p:nvPr/>
          </p:nvSpPr>
          <p:spPr>
            <a:xfrm>
              <a:off x="4601246" y="1497881"/>
              <a:ext cx="143014" cy="163957"/>
            </a:xfrm>
            <a:custGeom>
              <a:avLst/>
              <a:gdLst/>
              <a:ahLst/>
              <a:cxnLst/>
              <a:rect l="l" t="t" r="r" b="b"/>
              <a:pathLst>
                <a:path w="2909" h="3335" extrusionOk="0">
                  <a:moveTo>
                    <a:pt x="2746" y="1"/>
                  </a:moveTo>
                  <a:lnTo>
                    <a:pt x="1" y="3194"/>
                  </a:lnTo>
                  <a:lnTo>
                    <a:pt x="163" y="3334"/>
                  </a:lnTo>
                  <a:lnTo>
                    <a:pt x="2909" y="141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3"/>
            <p:cNvSpPr/>
            <p:nvPr/>
          </p:nvSpPr>
          <p:spPr>
            <a:xfrm>
              <a:off x="4655620" y="1499503"/>
              <a:ext cx="89672" cy="195126"/>
            </a:xfrm>
            <a:custGeom>
              <a:avLst/>
              <a:gdLst/>
              <a:ahLst/>
              <a:cxnLst/>
              <a:rect l="l" t="t" r="r" b="b"/>
              <a:pathLst>
                <a:path w="1824" h="3969" extrusionOk="0">
                  <a:moveTo>
                    <a:pt x="1627" y="0"/>
                  </a:moveTo>
                  <a:lnTo>
                    <a:pt x="1" y="3885"/>
                  </a:lnTo>
                  <a:lnTo>
                    <a:pt x="197" y="3968"/>
                  </a:lnTo>
                  <a:lnTo>
                    <a:pt x="1823" y="82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4718007" y="1500830"/>
              <a:ext cx="27285" cy="207269"/>
            </a:xfrm>
            <a:custGeom>
              <a:avLst/>
              <a:gdLst/>
              <a:ahLst/>
              <a:cxnLst/>
              <a:rect l="l" t="t" r="r" b="b"/>
              <a:pathLst>
                <a:path w="555" h="4216" extrusionOk="0">
                  <a:moveTo>
                    <a:pt x="341" y="0"/>
                  </a:moveTo>
                  <a:lnTo>
                    <a:pt x="1" y="4199"/>
                  </a:lnTo>
                  <a:lnTo>
                    <a:pt x="212" y="4215"/>
                  </a:lnTo>
                  <a:lnTo>
                    <a:pt x="554" y="18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3"/>
            <p:cNvSpPr/>
            <p:nvPr/>
          </p:nvSpPr>
          <p:spPr>
            <a:xfrm>
              <a:off x="4735067" y="1500290"/>
              <a:ext cx="57963" cy="203926"/>
            </a:xfrm>
            <a:custGeom>
              <a:avLst/>
              <a:gdLst/>
              <a:ahLst/>
              <a:cxnLst/>
              <a:rect l="l" t="t" r="r" b="b"/>
              <a:pathLst>
                <a:path w="1179" h="4148" extrusionOk="0">
                  <a:moveTo>
                    <a:pt x="207" y="1"/>
                  </a:moveTo>
                  <a:lnTo>
                    <a:pt x="0" y="50"/>
                  </a:lnTo>
                  <a:lnTo>
                    <a:pt x="971" y="4147"/>
                  </a:lnTo>
                  <a:lnTo>
                    <a:pt x="1178" y="4098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3"/>
            <p:cNvSpPr/>
            <p:nvPr/>
          </p:nvSpPr>
          <p:spPr>
            <a:xfrm>
              <a:off x="4735804" y="1498667"/>
              <a:ext cx="116663" cy="182393"/>
            </a:xfrm>
            <a:custGeom>
              <a:avLst/>
              <a:gdLst/>
              <a:ahLst/>
              <a:cxnLst/>
              <a:rect l="l" t="t" r="r" b="b"/>
              <a:pathLst>
                <a:path w="2373" h="3710" extrusionOk="0">
                  <a:moveTo>
                    <a:pt x="182" y="1"/>
                  </a:moveTo>
                  <a:lnTo>
                    <a:pt x="0" y="113"/>
                  </a:lnTo>
                  <a:lnTo>
                    <a:pt x="2189" y="3710"/>
                  </a:lnTo>
                  <a:lnTo>
                    <a:pt x="2372" y="3600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4736984" y="1497536"/>
              <a:ext cx="163908" cy="142915"/>
            </a:xfrm>
            <a:custGeom>
              <a:avLst/>
              <a:gdLst/>
              <a:ahLst/>
              <a:cxnLst/>
              <a:rect l="l" t="t" r="r" b="b"/>
              <a:pathLst>
                <a:path w="3334" h="2907" extrusionOk="0">
                  <a:moveTo>
                    <a:pt x="140" y="0"/>
                  </a:moveTo>
                  <a:lnTo>
                    <a:pt x="0" y="162"/>
                  </a:lnTo>
                  <a:lnTo>
                    <a:pt x="3195" y="2907"/>
                  </a:lnTo>
                  <a:lnTo>
                    <a:pt x="3334" y="2746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3"/>
            <p:cNvSpPr/>
            <p:nvPr/>
          </p:nvSpPr>
          <p:spPr>
            <a:xfrm>
              <a:off x="4750799" y="1513908"/>
              <a:ext cx="194634" cy="90459"/>
            </a:xfrm>
            <a:custGeom>
              <a:avLst/>
              <a:gdLst/>
              <a:ahLst/>
              <a:cxnLst/>
              <a:rect l="l" t="t" r="r" b="b"/>
              <a:pathLst>
                <a:path w="3959" h="1840" extrusionOk="0">
                  <a:moveTo>
                    <a:pt x="82" y="1"/>
                  </a:moveTo>
                  <a:lnTo>
                    <a:pt x="1" y="197"/>
                  </a:lnTo>
                  <a:lnTo>
                    <a:pt x="3875" y="1840"/>
                  </a:lnTo>
                  <a:lnTo>
                    <a:pt x="3958" y="164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3"/>
            <p:cNvSpPr/>
            <p:nvPr/>
          </p:nvSpPr>
          <p:spPr>
            <a:xfrm>
              <a:off x="4739983" y="1496209"/>
              <a:ext cx="207269" cy="27334"/>
            </a:xfrm>
            <a:custGeom>
              <a:avLst/>
              <a:gdLst/>
              <a:ahLst/>
              <a:cxnLst/>
              <a:rect l="l" t="t" r="r" b="b"/>
              <a:pathLst>
                <a:path w="4216" h="556" extrusionOk="0">
                  <a:moveTo>
                    <a:pt x="18" y="0"/>
                  </a:moveTo>
                  <a:lnTo>
                    <a:pt x="0" y="213"/>
                  </a:lnTo>
                  <a:lnTo>
                    <a:pt x="4199" y="556"/>
                  </a:lnTo>
                  <a:lnTo>
                    <a:pt x="4215" y="34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3"/>
            <p:cNvSpPr/>
            <p:nvPr/>
          </p:nvSpPr>
          <p:spPr>
            <a:xfrm>
              <a:off x="4739000" y="1448472"/>
              <a:ext cx="203975" cy="57963"/>
            </a:xfrm>
            <a:custGeom>
              <a:avLst/>
              <a:gdLst/>
              <a:ahLst/>
              <a:cxnLst/>
              <a:rect l="l" t="t" r="r" b="b"/>
              <a:pathLst>
                <a:path w="4149" h="1179" extrusionOk="0">
                  <a:moveTo>
                    <a:pt x="4100" y="1"/>
                  </a:moveTo>
                  <a:lnTo>
                    <a:pt x="1" y="971"/>
                  </a:lnTo>
                  <a:lnTo>
                    <a:pt x="50" y="1178"/>
                  </a:lnTo>
                  <a:lnTo>
                    <a:pt x="4149" y="208"/>
                  </a:lnTo>
                  <a:lnTo>
                    <a:pt x="41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3"/>
            <p:cNvSpPr/>
            <p:nvPr/>
          </p:nvSpPr>
          <p:spPr>
            <a:xfrm>
              <a:off x="4737475" y="1389035"/>
              <a:ext cx="182393" cy="116564"/>
            </a:xfrm>
            <a:custGeom>
              <a:avLst/>
              <a:gdLst/>
              <a:ahLst/>
              <a:cxnLst/>
              <a:rect l="l" t="t" r="r" b="b"/>
              <a:pathLst>
                <a:path w="3710" h="2371" extrusionOk="0">
                  <a:moveTo>
                    <a:pt x="3599" y="1"/>
                  </a:moveTo>
                  <a:lnTo>
                    <a:pt x="1" y="2189"/>
                  </a:lnTo>
                  <a:lnTo>
                    <a:pt x="111" y="2371"/>
                  </a:lnTo>
                  <a:lnTo>
                    <a:pt x="3709" y="184"/>
                  </a:lnTo>
                  <a:lnTo>
                    <a:pt x="359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3"/>
            <p:cNvSpPr/>
            <p:nvPr/>
          </p:nvSpPr>
          <p:spPr>
            <a:xfrm>
              <a:off x="4736296" y="1340806"/>
              <a:ext cx="142965" cy="163957"/>
            </a:xfrm>
            <a:custGeom>
              <a:avLst/>
              <a:gdLst/>
              <a:ahLst/>
              <a:cxnLst/>
              <a:rect l="l" t="t" r="r" b="b"/>
              <a:pathLst>
                <a:path w="2908" h="3335" extrusionOk="0">
                  <a:moveTo>
                    <a:pt x="2745" y="0"/>
                  </a:moveTo>
                  <a:lnTo>
                    <a:pt x="1" y="3196"/>
                  </a:lnTo>
                  <a:lnTo>
                    <a:pt x="162" y="3334"/>
                  </a:lnTo>
                  <a:lnTo>
                    <a:pt x="2907" y="140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3"/>
            <p:cNvSpPr/>
            <p:nvPr/>
          </p:nvSpPr>
          <p:spPr>
            <a:xfrm>
              <a:off x="4735558" y="1308457"/>
              <a:ext cx="89672" cy="195126"/>
            </a:xfrm>
            <a:custGeom>
              <a:avLst/>
              <a:gdLst/>
              <a:ahLst/>
              <a:cxnLst/>
              <a:rect l="l" t="t" r="r" b="b"/>
              <a:pathLst>
                <a:path w="1824" h="3969" extrusionOk="0">
                  <a:moveTo>
                    <a:pt x="1627" y="0"/>
                  </a:moveTo>
                  <a:lnTo>
                    <a:pt x="1" y="3885"/>
                  </a:lnTo>
                  <a:lnTo>
                    <a:pt x="197" y="3968"/>
                  </a:lnTo>
                  <a:lnTo>
                    <a:pt x="1823" y="82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3"/>
            <p:cNvSpPr/>
            <p:nvPr/>
          </p:nvSpPr>
          <p:spPr>
            <a:xfrm>
              <a:off x="4734919" y="1294446"/>
              <a:ext cx="27285" cy="207367"/>
            </a:xfrm>
            <a:custGeom>
              <a:avLst/>
              <a:gdLst/>
              <a:ahLst/>
              <a:cxnLst/>
              <a:rect l="l" t="t" r="r" b="b"/>
              <a:pathLst>
                <a:path w="555" h="4218" extrusionOk="0">
                  <a:moveTo>
                    <a:pt x="341" y="1"/>
                  </a:moveTo>
                  <a:lnTo>
                    <a:pt x="0" y="4200"/>
                  </a:lnTo>
                  <a:lnTo>
                    <a:pt x="213" y="4218"/>
                  </a:lnTo>
                  <a:lnTo>
                    <a:pt x="554" y="1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3"/>
            <p:cNvSpPr/>
            <p:nvPr/>
          </p:nvSpPr>
          <p:spPr>
            <a:xfrm>
              <a:off x="4687428" y="1298723"/>
              <a:ext cx="57913" cy="203975"/>
            </a:xfrm>
            <a:custGeom>
              <a:avLst/>
              <a:gdLst/>
              <a:ahLst/>
              <a:cxnLst/>
              <a:rect l="l" t="t" r="r" b="b"/>
              <a:pathLst>
                <a:path w="1178" h="4149" extrusionOk="0">
                  <a:moveTo>
                    <a:pt x="207" y="0"/>
                  </a:moveTo>
                  <a:lnTo>
                    <a:pt x="0" y="49"/>
                  </a:lnTo>
                  <a:lnTo>
                    <a:pt x="971" y="4148"/>
                  </a:lnTo>
                  <a:lnTo>
                    <a:pt x="1178" y="4099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3"/>
            <p:cNvSpPr/>
            <p:nvPr/>
          </p:nvSpPr>
          <p:spPr>
            <a:xfrm>
              <a:off x="4628040" y="1321928"/>
              <a:ext cx="116663" cy="182393"/>
            </a:xfrm>
            <a:custGeom>
              <a:avLst/>
              <a:gdLst/>
              <a:ahLst/>
              <a:cxnLst/>
              <a:rect l="l" t="t" r="r" b="b"/>
              <a:pathLst>
                <a:path w="2373" h="3710" extrusionOk="0">
                  <a:moveTo>
                    <a:pt x="184" y="0"/>
                  </a:moveTo>
                  <a:lnTo>
                    <a:pt x="1" y="110"/>
                  </a:lnTo>
                  <a:lnTo>
                    <a:pt x="2191" y="3709"/>
                  </a:lnTo>
                  <a:lnTo>
                    <a:pt x="2372" y="3597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3"/>
            <p:cNvSpPr/>
            <p:nvPr/>
          </p:nvSpPr>
          <p:spPr>
            <a:xfrm>
              <a:off x="4579861" y="1362487"/>
              <a:ext cx="163957" cy="142965"/>
            </a:xfrm>
            <a:custGeom>
              <a:avLst/>
              <a:gdLst/>
              <a:ahLst/>
              <a:cxnLst/>
              <a:rect l="l" t="t" r="r" b="b"/>
              <a:pathLst>
                <a:path w="3335" h="2908" extrusionOk="0">
                  <a:moveTo>
                    <a:pt x="141" y="0"/>
                  </a:moveTo>
                  <a:lnTo>
                    <a:pt x="1" y="162"/>
                  </a:lnTo>
                  <a:lnTo>
                    <a:pt x="3195" y="2908"/>
                  </a:lnTo>
                  <a:lnTo>
                    <a:pt x="3335" y="2746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3"/>
            <p:cNvSpPr/>
            <p:nvPr/>
          </p:nvSpPr>
          <p:spPr>
            <a:xfrm>
              <a:off x="4547167" y="1416713"/>
              <a:ext cx="195126" cy="89574"/>
            </a:xfrm>
            <a:custGeom>
              <a:avLst/>
              <a:gdLst/>
              <a:ahLst/>
              <a:cxnLst/>
              <a:rect l="l" t="t" r="r" b="b"/>
              <a:pathLst>
                <a:path w="3969" h="1822" extrusionOk="0">
                  <a:moveTo>
                    <a:pt x="82" y="0"/>
                  </a:moveTo>
                  <a:lnTo>
                    <a:pt x="0" y="197"/>
                  </a:lnTo>
                  <a:lnTo>
                    <a:pt x="3886" y="1821"/>
                  </a:lnTo>
                  <a:lnTo>
                    <a:pt x="3968" y="1623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3"/>
            <p:cNvSpPr/>
            <p:nvPr/>
          </p:nvSpPr>
          <p:spPr>
            <a:xfrm>
              <a:off x="4613488" y="1387265"/>
              <a:ext cx="249942" cy="227721"/>
            </a:xfrm>
            <a:custGeom>
              <a:avLst/>
              <a:gdLst/>
              <a:ahLst/>
              <a:cxnLst/>
              <a:rect l="l" t="t" r="r" b="b"/>
              <a:pathLst>
                <a:path w="5084" h="4632" extrusionOk="0">
                  <a:moveTo>
                    <a:pt x="2542" y="0"/>
                  </a:moveTo>
                  <a:cubicBezTo>
                    <a:pt x="1950" y="0"/>
                    <a:pt x="1357" y="226"/>
                    <a:pt x="904" y="678"/>
                  </a:cubicBezTo>
                  <a:cubicBezTo>
                    <a:pt x="0" y="1582"/>
                    <a:pt x="0" y="3049"/>
                    <a:pt x="904" y="3954"/>
                  </a:cubicBezTo>
                  <a:cubicBezTo>
                    <a:pt x="1357" y="4406"/>
                    <a:pt x="1950" y="4632"/>
                    <a:pt x="2542" y="4632"/>
                  </a:cubicBezTo>
                  <a:cubicBezTo>
                    <a:pt x="3135" y="4632"/>
                    <a:pt x="3728" y="4406"/>
                    <a:pt x="4180" y="3954"/>
                  </a:cubicBezTo>
                  <a:cubicBezTo>
                    <a:pt x="5084" y="3049"/>
                    <a:pt x="5084" y="1582"/>
                    <a:pt x="4180" y="678"/>
                  </a:cubicBezTo>
                  <a:cubicBezTo>
                    <a:pt x="3728" y="226"/>
                    <a:pt x="3135" y="0"/>
                    <a:pt x="254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3"/>
            <p:cNvSpPr/>
            <p:nvPr/>
          </p:nvSpPr>
          <p:spPr>
            <a:xfrm>
              <a:off x="4611964" y="1382693"/>
              <a:ext cx="242814" cy="237553"/>
            </a:xfrm>
            <a:custGeom>
              <a:avLst/>
              <a:gdLst/>
              <a:ahLst/>
              <a:cxnLst/>
              <a:rect l="l" t="t" r="r" b="b"/>
              <a:pathLst>
                <a:path w="4939" h="4832" extrusionOk="0">
                  <a:moveTo>
                    <a:pt x="2570" y="201"/>
                  </a:moveTo>
                  <a:cubicBezTo>
                    <a:pt x="2631" y="201"/>
                    <a:pt x="2694" y="204"/>
                    <a:pt x="2753" y="208"/>
                  </a:cubicBezTo>
                  <a:cubicBezTo>
                    <a:pt x="3967" y="307"/>
                    <a:pt x="4872" y="1371"/>
                    <a:pt x="4774" y="2586"/>
                  </a:cubicBezTo>
                  <a:cubicBezTo>
                    <a:pt x="4679" y="3741"/>
                    <a:pt x="3713" y="4616"/>
                    <a:pt x="2575" y="4616"/>
                  </a:cubicBezTo>
                  <a:cubicBezTo>
                    <a:pt x="2515" y="4616"/>
                    <a:pt x="2455" y="4613"/>
                    <a:pt x="2394" y="4608"/>
                  </a:cubicBezTo>
                  <a:cubicBezTo>
                    <a:pt x="1179" y="4510"/>
                    <a:pt x="274" y="3444"/>
                    <a:pt x="372" y="2229"/>
                  </a:cubicBezTo>
                  <a:cubicBezTo>
                    <a:pt x="466" y="1085"/>
                    <a:pt x="1422" y="203"/>
                    <a:pt x="2570" y="201"/>
                  </a:cubicBezTo>
                  <a:close/>
                  <a:moveTo>
                    <a:pt x="2468" y="1"/>
                  </a:moveTo>
                  <a:cubicBezTo>
                    <a:pt x="1179" y="1"/>
                    <a:pt x="109" y="1018"/>
                    <a:pt x="55" y="2317"/>
                  </a:cubicBezTo>
                  <a:cubicBezTo>
                    <a:pt x="0" y="3649"/>
                    <a:pt x="1036" y="4777"/>
                    <a:pt x="2369" y="4832"/>
                  </a:cubicBezTo>
                  <a:lnTo>
                    <a:pt x="2570" y="4832"/>
                  </a:lnTo>
                  <a:cubicBezTo>
                    <a:pt x="3825" y="4780"/>
                    <a:pt x="4832" y="3773"/>
                    <a:pt x="4884" y="2518"/>
                  </a:cubicBezTo>
                  <a:cubicBezTo>
                    <a:pt x="4939" y="1184"/>
                    <a:pt x="3903" y="58"/>
                    <a:pt x="2570" y="3"/>
                  </a:cubicBezTo>
                  <a:cubicBezTo>
                    <a:pt x="2536" y="2"/>
                    <a:pt x="2502" y="1"/>
                    <a:pt x="24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4058836" y="1277338"/>
              <a:ext cx="367391" cy="367342"/>
            </a:xfrm>
            <a:custGeom>
              <a:avLst/>
              <a:gdLst/>
              <a:ahLst/>
              <a:cxnLst/>
              <a:rect l="l" t="t" r="r" b="b"/>
              <a:pathLst>
                <a:path w="7473" h="7472" extrusionOk="0">
                  <a:moveTo>
                    <a:pt x="3736" y="0"/>
                  </a:moveTo>
                  <a:cubicBezTo>
                    <a:pt x="1673" y="0"/>
                    <a:pt x="1" y="1673"/>
                    <a:pt x="1" y="3736"/>
                  </a:cubicBezTo>
                  <a:cubicBezTo>
                    <a:pt x="1" y="5800"/>
                    <a:pt x="1673" y="7472"/>
                    <a:pt x="3736" y="7472"/>
                  </a:cubicBezTo>
                  <a:cubicBezTo>
                    <a:pt x="5800" y="7472"/>
                    <a:pt x="7472" y="5800"/>
                    <a:pt x="7472" y="3736"/>
                  </a:cubicBezTo>
                  <a:cubicBezTo>
                    <a:pt x="7472" y="1673"/>
                    <a:pt x="5800" y="0"/>
                    <a:pt x="3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4046103" y="1272618"/>
              <a:ext cx="393202" cy="377519"/>
            </a:xfrm>
            <a:custGeom>
              <a:avLst/>
              <a:gdLst/>
              <a:ahLst/>
              <a:cxnLst/>
              <a:rect l="l" t="t" r="r" b="b"/>
              <a:pathLst>
                <a:path w="7998" h="7679" extrusionOk="0">
                  <a:moveTo>
                    <a:pt x="3992" y="205"/>
                  </a:moveTo>
                  <a:cubicBezTo>
                    <a:pt x="4092" y="205"/>
                    <a:pt x="4193" y="210"/>
                    <a:pt x="4304" y="224"/>
                  </a:cubicBezTo>
                  <a:cubicBezTo>
                    <a:pt x="6163" y="369"/>
                    <a:pt x="7602" y="1913"/>
                    <a:pt x="7615" y="3779"/>
                  </a:cubicBezTo>
                  <a:cubicBezTo>
                    <a:pt x="7630" y="5760"/>
                    <a:pt x="6034" y="7379"/>
                    <a:pt x="4052" y="7392"/>
                  </a:cubicBezTo>
                  <a:cubicBezTo>
                    <a:pt x="4044" y="7392"/>
                    <a:pt x="4035" y="7392"/>
                    <a:pt x="4027" y="7392"/>
                  </a:cubicBezTo>
                  <a:cubicBezTo>
                    <a:pt x="2055" y="7392"/>
                    <a:pt x="452" y="5803"/>
                    <a:pt x="437" y="3828"/>
                  </a:cubicBezTo>
                  <a:cubicBezTo>
                    <a:pt x="423" y="1846"/>
                    <a:pt x="2020" y="227"/>
                    <a:pt x="4001" y="214"/>
                  </a:cubicBezTo>
                  <a:lnTo>
                    <a:pt x="3992" y="205"/>
                  </a:lnTo>
                  <a:close/>
                  <a:moveTo>
                    <a:pt x="3994" y="0"/>
                  </a:moveTo>
                  <a:cubicBezTo>
                    <a:pt x="2016" y="0"/>
                    <a:pt x="337" y="1519"/>
                    <a:pt x="173" y="3527"/>
                  </a:cubicBezTo>
                  <a:cubicBezTo>
                    <a:pt x="1" y="5640"/>
                    <a:pt x="1573" y="7492"/>
                    <a:pt x="3686" y="7665"/>
                  </a:cubicBezTo>
                  <a:cubicBezTo>
                    <a:pt x="3788" y="7678"/>
                    <a:pt x="3897" y="7678"/>
                    <a:pt x="4001" y="7678"/>
                  </a:cubicBezTo>
                  <a:cubicBezTo>
                    <a:pt x="5998" y="7677"/>
                    <a:pt x="7661" y="6143"/>
                    <a:pt x="7825" y="4152"/>
                  </a:cubicBezTo>
                  <a:cubicBezTo>
                    <a:pt x="7998" y="2040"/>
                    <a:pt x="6425" y="186"/>
                    <a:pt x="4311" y="13"/>
                  </a:cubicBezTo>
                  <a:cubicBezTo>
                    <a:pt x="4205" y="4"/>
                    <a:pt x="4099" y="0"/>
                    <a:pt x="399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3"/>
            <p:cNvSpPr/>
            <p:nvPr/>
          </p:nvSpPr>
          <p:spPr>
            <a:xfrm>
              <a:off x="4105688" y="1335743"/>
              <a:ext cx="275998" cy="251466"/>
            </a:xfrm>
            <a:custGeom>
              <a:avLst/>
              <a:gdLst/>
              <a:ahLst/>
              <a:cxnLst/>
              <a:rect l="l" t="t" r="r" b="b"/>
              <a:pathLst>
                <a:path w="5614" h="5115" extrusionOk="0">
                  <a:moveTo>
                    <a:pt x="2807" y="0"/>
                  </a:moveTo>
                  <a:cubicBezTo>
                    <a:pt x="2153" y="0"/>
                    <a:pt x="1498" y="250"/>
                    <a:pt x="1000" y="750"/>
                  </a:cubicBezTo>
                  <a:cubicBezTo>
                    <a:pt x="1" y="1749"/>
                    <a:pt x="1" y="3367"/>
                    <a:pt x="1000" y="4366"/>
                  </a:cubicBezTo>
                  <a:cubicBezTo>
                    <a:pt x="1498" y="4865"/>
                    <a:pt x="2153" y="5114"/>
                    <a:pt x="2807" y="5114"/>
                  </a:cubicBezTo>
                  <a:cubicBezTo>
                    <a:pt x="3462" y="5114"/>
                    <a:pt x="4116" y="4865"/>
                    <a:pt x="4615" y="4366"/>
                  </a:cubicBezTo>
                  <a:cubicBezTo>
                    <a:pt x="5614" y="3367"/>
                    <a:pt x="5614" y="1749"/>
                    <a:pt x="4615" y="750"/>
                  </a:cubicBezTo>
                  <a:cubicBezTo>
                    <a:pt x="4116" y="250"/>
                    <a:pt x="3462" y="0"/>
                    <a:pt x="2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3"/>
            <p:cNvSpPr/>
            <p:nvPr/>
          </p:nvSpPr>
          <p:spPr>
            <a:xfrm>
              <a:off x="4107507" y="1330728"/>
              <a:ext cx="272754" cy="261938"/>
            </a:xfrm>
            <a:custGeom>
              <a:avLst/>
              <a:gdLst/>
              <a:ahLst/>
              <a:cxnLst/>
              <a:rect l="l" t="t" r="r" b="b"/>
              <a:pathLst>
                <a:path w="5548" h="5328" extrusionOk="0">
                  <a:moveTo>
                    <a:pt x="2976" y="201"/>
                  </a:moveTo>
                  <a:cubicBezTo>
                    <a:pt x="4252" y="253"/>
                    <a:pt x="5275" y="1276"/>
                    <a:pt x="5327" y="2552"/>
                  </a:cubicBezTo>
                  <a:cubicBezTo>
                    <a:pt x="5383" y="3907"/>
                    <a:pt x="4331" y="5050"/>
                    <a:pt x="2976" y="5105"/>
                  </a:cubicBezTo>
                  <a:cubicBezTo>
                    <a:pt x="2941" y="5107"/>
                    <a:pt x="2906" y="5108"/>
                    <a:pt x="2872" y="5108"/>
                  </a:cubicBezTo>
                  <a:cubicBezTo>
                    <a:pt x="1564" y="5108"/>
                    <a:pt x="477" y="4074"/>
                    <a:pt x="422" y="2754"/>
                  </a:cubicBezTo>
                  <a:cubicBezTo>
                    <a:pt x="367" y="1399"/>
                    <a:pt x="1420" y="256"/>
                    <a:pt x="2773" y="201"/>
                  </a:cubicBezTo>
                  <a:lnTo>
                    <a:pt x="2773" y="201"/>
                  </a:lnTo>
                  <a:lnTo>
                    <a:pt x="2769" y="205"/>
                  </a:lnTo>
                  <a:cubicBezTo>
                    <a:pt x="2791" y="205"/>
                    <a:pt x="2813" y="206"/>
                    <a:pt x="2836" y="206"/>
                  </a:cubicBezTo>
                  <a:cubicBezTo>
                    <a:pt x="2881" y="206"/>
                    <a:pt x="2927" y="205"/>
                    <a:pt x="2976" y="201"/>
                  </a:cubicBezTo>
                  <a:close/>
                  <a:moveTo>
                    <a:pt x="2770" y="0"/>
                  </a:moveTo>
                  <a:cubicBezTo>
                    <a:pt x="1397" y="0"/>
                    <a:pt x="230" y="1057"/>
                    <a:pt x="118" y="2451"/>
                  </a:cubicBezTo>
                  <a:cubicBezTo>
                    <a:pt x="1" y="3917"/>
                    <a:pt x="1094" y="5201"/>
                    <a:pt x="2560" y="5318"/>
                  </a:cubicBezTo>
                  <a:lnTo>
                    <a:pt x="2773" y="5318"/>
                  </a:lnTo>
                  <a:lnTo>
                    <a:pt x="2773" y="5327"/>
                  </a:lnTo>
                  <a:cubicBezTo>
                    <a:pt x="4162" y="5327"/>
                    <a:pt x="5318" y="4261"/>
                    <a:pt x="5429" y="2877"/>
                  </a:cubicBezTo>
                  <a:cubicBezTo>
                    <a:pt x="5547" y="1410"/>
                    <a:pt x="4453" y="126"/>
                    <a:pt x="2986" y="9"/>
                  </a:cubicBezTo>
                  <a:cubicBezTo>
                    <a:pt x="2914" y="3"/>
                    <a:pt x="2842" y="0"/>
                    <a:pt x="27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4118274" y="1445817"/>
              <a:ext cx="125954" cy="20796"/>
            </a:xfrm>
            <a:custGeom>
              <a:avLst/>
              <a:gdLst/>
              <a:ahLst/>
              <a:cxnLst/>
              <a:rect l="l" t="t" r="r" b="b"/>
              <a:pathLst>
                <a:path w="2562" h="423" extrusionOk="0">
                  <a:moveTo>
                    <a:pt x="19" y="1"/>
                  </a:moveTo>
                  <a:lnTo>
                    <a:pt x="1" y="214"/>
                  </a:lnTo>
                  <a:lnTo>
                    <a:pt x="2545" y="422"/>
                  </a:lnTo>
                  <a:lnTo>
                    <a:pt x="2562" y="209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4120339" y="1456092"/>
              <a:ext cx="124627" cy="39232"/>
            </a:xfrm>
            <a:custGeom>
              <a:avLst/>
              <a:gdLst/>
              <a:ahLst/>
              <a:cxnLst/>
              <a:rect l="l" t="t" r="r" b="b"/>
              <a:pathLst>
                <a:path w="2535" h="798" extrusionOk="0">
                  <a:moveTo>
                    <a:pt x="2485" y="0"/>
                  </a:moveTo>
                  <a:lnTo>
                    <a:pt x="0" y="589"/>
                  </a:lnTo>
                  <a:lnTo>
                    <a:pt x="50" y="797"/>
                  </a:lnTo>
                  <a:lnTo>
                    <a:pt x="2535" y="209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4133809" y="1456732"/>
              <a:ext cx="112680" cy="74285"/>
            </a:xfrm>
            <a:custGeom>
              <a:avLst/>
              <a:gdLst/>
              <a:ahLst/>
              <a:cxnLst/>
              <a:rect l="l" t="t" r="r" b="b"/>
              <a:pathLst>
                <a:path w="2292" h="1511" extrusionOk="0">
                  <a:moveTo>
                    <a:pt x="2182" y="1"/>
                  </a:moveTo>
                  <a:lnTo>
                    <a:pt x="0" y="1327"/>
                  </a:lnTo>
                  <a:lnTo>
                    <a:pt x="111" y="1511"/>
                  </a:lnTo>
                  <a:lnTo>
                    <a:pt x="2292" y="184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4157948" y="1457616"/>
              <a:ext cx="89722" cy="102111"/>
            </a:xfrm>
            <a:custGeom>
              <a:avLst/>
              <a:gdLst/>
              <a:ahLst/>
              <a:cxnLst/>
              <a:rect l="l" t="t" r="r" b="b"/>
              <a:pathLst>
                <a:path w="1825" h="2077" extrusionOk="0">
                  <a:moveTo>
                    <a:pt x="1662" y="1"/>
                  </a:moveTo>
                  <a:lnTo>
                    <a:pt x="1" y="1938"/>
                  </a:lnTo>
                  <a:lnTo>
                    <a:pt x="161" y="2076"/>
                  </a:lnTo>
                  <a:lnTo>
                    <a:pt x="1825" y="139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4190395" y="1458944"/>
              <a:ext cx="58110" cy="119858"/>
            </a:xfrm>
            <a:custGeom>
              <a:avLst/>
              <a:gdLst/>
              <a:ahLst/>
              <a:cxnLst/>
              <a:rect l="l" t="t" r="r" b="b"/>
              <a:pathLst>
                <a:path w="1182" h="2438" extrusionOk="0">
                  <a:moveTo>
                    <a:pt x="984" y="0"/>
                  </a:moveTo>
                  <a:lnTo>
                    <a:pt x="0" y="2356"/>
                  </a:lnTo>
                  <a:lnTo>
                    <a:pt x="197" y="2438"/>
                  </a:lnTo>
                  <a:lnTo>
                    <a:pt x="1181" y="82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4228398" y="1460910"/>
              <a:ext cx="20796" cy="126053"/>
            </a:xfrm>
            <a:custGeom>
              <a:avLst/>
              <a:gdLst/>
              <a:ahLst/>
              <a:cxnLst/>
              <a:rect l="l" t="t" r="r" b="b"/>
              <a:pathLst>
                <a:path w="423" h="2564" extrusionOk="0">
                  <a:moveTo>
                    <a:pt x="210" y="1"/>
                  </a:moveTo>
                  <a:lnTo>
                    <a:pt x="0" y="2545"/>
                  </a:lnTo>
                  <a:lnTo>
                    <a:pt x="213" y="2563"/>
                  </a:lnTo>
                  <a:lnTo>
                    <a:pt x="423" y="19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4238673" y="1459976"/>
              <a:ext cx="39183" cy="124627"/>
            </a:xfrm>
            <a:custGeom>
              <a:avLst/>
              <a:gdLst/>
              <a:ahLst/>
              <a:cxnLst/>
              <a:rect l="l" t="t" r="r" b="b"/>
              <a:pathLst>
                <a:path w="797" h="2535" extrusionOk="0">
                  <a:moveTo>
                    <a:pt x="208" y="0"/>
                  </a:moveTo>
                  <a:lnTo>
                    <a:pt x="1" y="49"/>
                  </a:lnTo>
                  <a:lnTo>
                    <a:pt x="589" y="2535"/>
                  </a:lnTo>
                  <a:lnTo>
                    <a:pt x="796" y="248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4239214" y="1458796"/>
              <a:ext cx="74285" cy="112680"/>
            </a:xfrm>
            <a:custGeom>
              <a:avLst/>
              <a:gdLst/>
              <a:ahLst/>
              <a:cxnLst/>
              <a:rect l="l" t="t" r="r" b="b"/>
              <a:pathLst>
                <a:path w="1511" h="2292" extrusionOk="0">
                  <a:moveTo>
                    <a:pt x="184" y="1"/>
                  </a:moveTo>
                  <a:lnTo>
                    <a:pt x="0" y="111"/>
                  </a:lnTo>
                  <a:lnTo>
                    <a:pt x="1327" y="2292"/>
                  </a:lnTo>
                  <a:lnTo>
                    <a:pt x="1510" y="218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4240295" y="1457321"/>
              <a:ext cx="102012" cy="89820"/>
            </a:xfrm>
            <a:custGeom>
              <a:avLst/>
              <a:gdLst/>
              <a:ahLst/>
              <a:cxnLst/>
              <a:rect l="l" t="t" r="r" b="b"/>
              <a:pathLst>
                <a:path w="2075" h="1827" extrusionOk="0">
                  <a:moveTo>
                    <a:pt x="139" y="1"/>
                  </a:moveTo>
                  <a:lnTo>
                    <a:pt x="1" y="162"/>
                  </a:lnTo>
                  <a:lnTo>
                    <a:pt x="1936" y="1826"/>
                  </a:lnTo>
                  <a:lnTo>
                    <a:pt x="2075" y="1664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4241868" y="1456584"/>
              <a:ext cx="119907" cy="58110"/>
            </a:xfrm>
            <a:custGeom>
              <a:avLst/>
              <a:gdLst/>
              <a:ahLst/>
              <a:cxnLst/>
              <a:rect l="l" t="t" r="r" b="b"/>
              <a:pathLst>
                <a:path w="2439" h="1182" extrusionOk="0">
                  <a:moveTo>
                    <a:pt x="83" y="1"/>
                  </a:moveTo>
                  <a:lnTo>
                    <a:pt x="0" y="197"/>
                  </a:lnTo>
                  <a:lnTo>
                    <a:pt x="2355" y="1182"/>
                  </a:lnTo>
                  <a:lnTo>
                    <a:pt x="2439" y="98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4243442" y="1456092"/>
              <a:ext cx="125954" cy="20747"/>
            </a:xfrm>
            <a:custGeom>
              <a:avLst/>
              <a:gdLst/>
              <a:ahLst/>
              <a:cxnLst/>
              <a:rect l="l" t="t" r="r" b="b"/>
              <a:pathLst>
                <a:path w="2562" h="422" extrusionOk="0">
                  <a:moveTo>
                    <a:pt x="19" y="0"/>
                  </a:moveTo>
                  <a:lnTo>
                    <a:pt x="1" y="213"/>
                  </a:lnTo>
                  <a:lnTo>
                    <a:pt x="2545" y="422"/>
                  </a:lnTo>
                  <a:lnTo>
                    <a:pt x="2562" y="20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4242507" y="1427234"/>
              <a:ext cx="124578" cy="39232"/>
            </a:xfrm>
            <a:custGeom>
              <a:avLst/>
              <a:gdLst/>
              <a:ahLst/>
              <a:cxnLst/>
              <a:rect l="l" t="t" r="r" b="b"/>
              <a:pathLst>
                <a:path w="2534" h="798" extrusionOk="0">
                  <a:moveTo>
                    <a:pt x="2484" y="1"/>
                  </a:moveTo>
                  <a:lnTo>
                    <a:pt x="0" y="589"/>
                  </a:lnTo>
                  <a:lnTo>
                    <a:pt x="50" y="797"/>
                  </a:lnTo>
                  <a:lnTo>
                    <a:pt x="2533" y="208"/>
                  </a:lnTo>
                  <a:lnTo>
                    <a:pt x="24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/>
            <p:cNvSpPr/>
            <p:nvPr/>
          </p:nvSpPr>
          <p:spPr>
            <a:xfrm>
              <a:off x="4241033" y="1391444"/>
              <a:ext cx="112730" cy="74186"/>
            </a:xfrm>
            <a:custGeom>
              <a:avLst/>
              <a:gdLst/>
              <a:ahLst/>
              <a:cxnLst/>
              <a:rect l="l" t="t" r="r" b="b"/>
              <a:pathLst>
                <a:path w="2293" h="1509" extrusionOk="0">
                  <a:moveTo>
                    <a:pt x="2182" y="1"/>
                  </a:moveTo>
                  <a:lnTo>
                    <a:pt x="1" y="1327"/>
                  </a:lnTo>
                  <a:lnTo>
                    <a:pt x="111" y="1509"/>
                  </a:lnTo>
                  <a:lnTo>
                    <a:pt x="2292" y="184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/>
            <p:cNvSpPr/>
            <p:nvPr/>
          </p:nvSpPr>
          <p:spPr>
            <a:xfrm>
              <a:off x="4239705" y="1362684"/>
              <a:ext cx="89820" cy="102111"/>
            </a:xfrm>
            <a:custGeom>
              <a:avLst/>
              <a:gdLst/>
              <a:ahLst/>
              <a:cxnLst/>
              <a:rect l="l" t="t" r="r" b="b"/>
              <a:pathLst>
                <a:path w="1827" h="2077" extrusionOk="0">
                  <a:moveTo>
                    <a:pt x="1665" y="1"/>
                  </a:moveTo>
                  <a:lnTo>
                    <a:pt x="1" y="1936"/>
                  </a:lnTo>
                  <a:lnTo>
                    <a:pt x="163" y="2076"/>
                  </a:lnTo>
                  <a:lnTo>
                    <a:pt x="1826" y="140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4239066" y="1343658"/>
              <a:ext cx="58159" cy="119858"/>
            </a:xfrm>
            <a:custGeom>
              <a:avLst/>
              <a:gdLst/>
              <a:ahLst/>
              <a:cxnLst/>
              <a:rect l="l" t="t" r="r" b="b"/>
              <a:pathLst>
                <a:path w="1183" h="2438" extrusionOk="0">
                  <a:moveTo>
                    <a:pt x="986" y="0"/>
                  </a:moveTo>
                  <a:lnTo>
                    <a:pt x="0" y="2356"/>
                  </a:lnTo>
                  <a:lnTo>
                    <a:pt x="197" y="2438"/>
                  </a:lnTo>
                  <a:lnTo>
                    <a:pt x="1183" y="84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3"/>
            <p:cNvSpPr/>
            <p:nvPr/>
          </p:nvSpPr>
          <p:spPr>
            <a:xfrm>
              <a:off x="4238427" y="1335693"/>
              <a:ext cx="20648" cy="125954"/>
            </a:xfrm>
            <a:custGeom>
              <a:avLst/>
              <a:gdLst/>
              <a:ahLst/>
              <a:cxnLst/>
              <a:rect l="l" t="t" r="r" b="b"/>
              <a:pathLst>
                <a:path w="420" h="2562" extrusionOk="0">
                  <a:moveTo>
                    <a:pt x="207" y="0"/>
                  </a:moveTo>
                  <a:lnTo>
                    <a:pt x="0" y="2543"/>
                  </a:lnTo>
                  <a:lnTo>
                    <a:pt x="213" y="2561"/>
                  </a:lnTo>
                  <a:lnTo>
                    <a:pt x="420" y="16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3"/>
            <p:cNvSpPr/>
            <p:nvPr/>
          </p:nvSpPr>
          <p:spPr>
            <a:xfrm>
              <a:off x="4209765" y="1337660"/>
              <a:ext cx="39133" cy="124578"/>
            </a:xfrm>
            <a:custGeom>
              <a:avLst/>
              <a:gdLst/>
              <a:ahLst/>
              <a:cxnLst/>
              <a:rect l="l" t="t" r="r" b="b"/>
              <a:pathLst>
                <a:path w="796" h="2534" extrusionOk="0">
                  <a:moveTo>
                    <a:pt x="208" y="0"/>
                  </a:moveTo>
                  <a:lnTo>
                    <a:pt x="1" y="49"/>
                  </a:lnTo>
                  <a:lnTo>
                    <a:pt x="589" y="2533"/>
                  </a:lnTo>
                  <a:lnTo>
                    <a:pt x="796" y="2484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3"/>
            <p:cNvSpPr/>
            <p:nvPr/>
          </p:nvSpPr>
          <p:spPr>
            <a:xfrm>
              <a:off x="4174073" y="1351032"/>
              <a:ext cx="74285" cy="112730"/>
            </a:xfrm>
            <a:custGeom>
              <a:avLst/>
              <a:gdLst/>
              <a:ahLst/>
              <a:cxnLst/>
              <a:rect l="l" t="t" r="r" b="b"/>
              <a:pathLst>
                <a:path w="1511" h="2293" extrusionOk="0">
                  <a:moveTo>
                    <a:pt x="182" y="1"/>
                  </a:moveTo>
                  <a:lnTo>
                    <a:pt x="0" y="112"/>
                  </a:lnTo>
                  <a:lnTo>
                    <a:pt x="1327" y="2292"/>
                  </a:lnTo>
                  <a:lnTo>
                    <a:pt x="1510" y="2182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3"/>
            <p:cNvSpPr/>
            <p:nvPr/>
          </p:nvSpPr>
          <p:spPr>
            <a:xfrm>
              <a:off x="4145166" y="1375515"/>
              <a:ext cx="102061" cy="89869"/>
            </a:xfrm>
            <a:custGeom>
              <a:avLst/>
              <a:gdLst/>
              <a:ahLst/>
              <a:cxnLst/>
              <a:rect l="l" t="t" r="r" b="b"/>
              <a:pathLst>
                <a:path w="2076" h="1828" extrusionOk="0">
                  <a:moveTo>
                    <a:pt x="140" y="0"/>
                  </a:moveTo>
                  <a:lnTo>
                    <a:pt x="0" y="162"/>
                  </a:lnTo>
                  <a:lnTo>
                    <a:pt x="1936" y="1827"/>
                  </a:lnTo>
                  <a:lnTo>
                    <a:pt x="2076" y="16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3"/>
            <p:cNvSpPr/>
            <p:nvPr/>
          </p:nvSpPr>
          <p:spPr>
            <a:xfrm>
              <a:off x="4126041" y="1408061"/>
              <a:ext cx="119858" cy="58159"/>
            </a:xfrm>
            <a:custGeom>
              <a:avLst/>
              <a:gdLst/>
              <a:ahLst/>
              <a:cxnLst/>
              <a:rect l="l" t="t" r="r" b="b"/>
              <a:pathLst>
                <a:path w="2438" h="1183" extrusionOk="0">
                  <a:moveTo>
                    <a:pt x="82" y="1"/>
                  </a:moveTo>
                  <a:lnTo>
                    <a:pt x="1" y="197"/>
                  </a:lnTo>
                  <a:lnTo>
                    <a:pt x="2356" y="1183"/>
                  </a:lnTo>
                  <a:lnTo>
                    <a:pt x="2438" y="985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3"/>
            <p:cNvSpPr/>
            <p:nvPr/>
          </p:nvSpPr>
          <p:spPr>
            <a:xfrm>
              <a:off x="4170534" y="1392083"/>
              <a:ext cx="143899" cy="138097"/>
            </a:xfrm>
            <a:custGeom>
              <a:avLst/>
              <a:gdLst/>
              <a:ahLst/>
              <a:cxnLst/>
              <a:rect l="l" t="t" r="r" b="b"/>
              <a:pathLst>
                <a:path w="2927" h="2809" extrusionOk="0">
                  <a:moveTo>
                    <a:pt x="1463" y="0"/>
                  </a:moveTo>
                  <a:cubicBezTo>
                    <a:pt x="742" y="0"/>
                    <a:pt x="128" y="554"/>
                    <a:pt x="66" y="1286"/>
                  </a:cubicBezTo>
                  <a:cubicBezTo>
                    <a:pt x="1" y="2057"/>
                    <a:pt x="573" y="2736"/>
                    <a:pt x="1345" y="2803"/>
                  </a:cubicBezTo>
                  <a:cubicBezTo>
                    <a:pt x="1386" y="2807"/>
                    <a:pt x="1426" y="2808"/>
                    <a:pt x="1466" y="2808"/>
                  </a:cubicBezTo>
                  <a:cubicBezTo>
                    <a:pt x="2187" y="2808"/>
                    <a:pt x="2800" y="2255"/>
                    <a:pt x="2863" y="1523"/>
                  </a:cubicBezTo>
                  <a:cubicBezTo>
                    <a:pt x="2863" y="1523"/>
                    <a:pt x="2863" y="1521"/>
                    <a:pt x="2863" y="1520"/>
                  </a:cubicBezTo>
                  <a:cubicBezTo>
                    <a:pt x="2927" y="749"/>
                    <a:pt x="2355" y="71"/>
                    <a:pt x="1584" y="6"/>
                  </a:cubicBezTo>
                  <a:cubicBezTo>
                    <a:pt x="1543" y="2"/>
                    <a:pt x="1503" y="0"/>
                    <a:pt x="14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3"/>
            <p:cNvSpPr/>
            <p:nvPr/>
          </p:nvSpPr>
          <p:spPr>
            <a:xfrm>
              <a:off x="4165273" y="1387117"/>
              <a:ext cx="155108" cy="148520"/>
            </a:xfrm>
            <a:custGeom>
              <a:avLst/>
              <a:gdLst/>
              <a:ahLst/>
              <a:cxnLst/>
              <a:rect l="l" t="t" r="r" b="b"/>
              <a:pathLst>
                <a:path w="3155" h="3021" extrusionOk="0">
                  <a:moveTo>
                    <a:pt x="1682" y="209"/>
                  </a:moveTo>
                  <a:cubicBezTo>
                    <a:pt x="2356" y="238"/>
                    <a:pt x="2897" y="778"/>
                    <a:pt x="2923" y="1451"/>
                  </a:cubicBezTo>
                  <a:cubicBezTo>
                    <a:pt x="2953" y="2167"/>
                    <a:pt x="2398" y="2770"/>
                    <a:pt x="1682" y="2800"/>
                  </a:cubicBezTo>
                  <a:cubicBezTo>
                    <a:pt x="1663" y="2801"/>
                    <a:pt x="1645" y="2801"/>
                    <a:pt x="1627" y="2801"/>
                  </a:cubicBezTo>
                  <a:cubicBezTo>
                    <a:pt x="936" y="2801"/>
                    <a:pt x="362" y="2255"/>
                    <a:pt x="333" y="1558"/>
                  </a:cubicBezTo>
                  <a:cubicBezTo>
                    <a:pt x="303" y="842"/>
                    <a:pt x="860" y="239"/>
                    <a:pt x="1574" y="209"/>
                  </a:cubicBezTo>
                  <a:close/>
                  <a:moveTo>
                    <a:pt x="1572" y="0"/>
                  </a:moveTo>
                  <a:cubicBezTo>
                    <a:pt x="795" y="0"/>
                    <a:pt x="134" y="597"/>
                    <a:pt x="69" y="1387"/>
                  </a:cubicBezTo>
                  <a:cubicBezTo>
                    <a:pt x="1" y="2218"/>
                    <a:pt x="620" y="2947"/>
                    <a:pt x="1451" y="3016"/>
                  </a:cubicBezTo>
                  <a:lnTo>
                    <a:pt x="1574" y="3016"/>
                  </a:lnTo>
                  <a:lnTo>
                    <a:pt x="1574" y="3020"/>
                  </a:lnTo>
                  <a:cubicBezTo>
                    <a:pt x="1578" y="3020"/>
                    <a:pt x="1582" y="3020"/>
                    <a:pt x="1586" y="3020"/>
                  </a:cubicBezTo>
                  <a:cubicBezTo>
                    <a:pt x="2376" y="3020"/>
                    <a:pt x="3032" y="2411"/>
                    <a:pt x="3092" y="1624"/>
                  </a:cubicBezTo>
                  <a:cubicBezTo>
                    <a:pt x="3154" y="791"/>
                    <a:pt x="2530" y="66"/>
                    <a:pt x="1698" y="5"/>
                  </a:cubicBezTo>
                  <a:cubicBezTo>
                    <a:pt x="1656" y="2"/>
                    <a:pt x="1614" y="0"/>
                    <a:pt x="15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3"/>
            <p:cNvSpPr/>
            <p:nvPr/>
          </p:nvSpPr>
          <p:spPr>
            <a:xfrm>
              <a:off x="3138072" y="1161953"/>
              <a:ext cx="470928" cy="471026"/>
            </a:xfrm>
            <a:custGeom>
              <a:avLst/>
              <a:gdLst/>
              <a:ahLst/>
              <a:cxnLst/>
              <a:rect l="l" t="t" r="r" b="b"/>
              <a:pathLst>
                <a:path w="9579" h="9581" extrusionOk="0">
                  <a:moveTo>
                    <a:pt x="4790" y="1"/>
                  </a:moveTo>
                  <a:cubicBezTo>
                    <a:pt x="2144" y="1"/>
                    <a:pt x="0" y="2145"/>
                    <a:pt x="0" y="4791"/>
                  </a:cubicBezTo>
                  <a:cubicBezTo>
                    <a:pt x="0" y="7437"/>
                    <a:pt x="2144" y="9581"/>
                    <a:pt x="4790" y="9581"/>
                  </a:cubicBezTo>
                  <a:cubicBezTo>
                    <a:pt x="7435" y="9581"/>
                    <a:pt x="9579" y="7437"/>
                    <a:pt x="9579" y="4791"/>
                  </a:cubicBezTo>
                  <a:cubicBezTo>
                    <a:pt x="9579" y="2145"/>
                    <a:pt x="7435" y="1"/>
                    <a:pt x="47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3"/>
            <p:cNvSpPr/>
            <p:nvPr/>
          </p:nvSpPr>
          <p:spPr>
            <a:xfrm>
              <a:off x="3123372" y="1157627"/>
              <a:ext cx="501064" cy="480613"/>
            </a:xfrm>
            <a:custGeom>
              <a:avLst/>
              <a:gdLst/>
              <a:ahLst/>
              <a:cxnLst/>
              <a:rect l="l" t="t" r="r" b="b"/>
              <a:pathLst>
                <a:path w="10192" h="9776" extrusionOk="0">
                  <a:moveTo>
                    <a:pt x="5072" y="196"/>
                  </a:moveTo>
                  <a:cubicBezTo>
                    <a:pt x="5075" y="196"/>
                    <a:pt x="5078" y="196"/>
                    <a:pt x="5080" y="196"/>
                  </a:cubicBezTo>
                  <a:cubicBezTo>
                    <a:pt x="5211" y="196"/>
                    <a:pt x="5339" y="202"/>
                    <a:pt x="5470" y="214"/>
                  </a:cubicBezTo>
                  <a:cubicBezTo>
                    <a:pt x="7902" y="421"/>
                    <a:pt x="9768" y="2458"/>
                    <a:pt x="9763" y="4898"/>
                  </a:cubicBezTo>
                  <a:cubicBezTo>
                    <a:pt x="9757" y="7485"/>
                    <a:pt x="7659" y="9579"/>
                    <a:pt x="5072" y="9579"/>
                  </a:cubicBezTo>
                  <a:cubicBezTo>
                    <a:pt x="5068" y="9579"/>
                    <a:pt x="5065" y="9579"/>
                    <a:pt x="5061" y="9579"/>
                  </a:cubicBezTo>
                  <a:cubicBezTo>
                    <a:pt x="2470" y="9575"/>
                    <a:pt x="374" y="7470"/>
                    <a:pt x="380" y="4879"/>
                  </a:cubicBezTo>
                  <a:cubicBezTo>
                    <a:pt x="384" y="2291"/>
                    <a:pt x="2485" y="196"/>
                    <a:pt x="5072" y="196"/>
                  </a:cubicBezTo>
                  <a:close/>
                  <a:moveTo>
                    <a:pt x="5092" y="0"/>
                  </a:moveTo>
                  <a:cubicBezTo>
                    <a:pt x="2577" y="0"/>
                    <a:pt x="440" y="1929"/>
                    <a:pt x="225" y="4480"/>
                  </a:cubicBezTo>
                  <a:cubicBezTo>
                    <a:pt x="0" y="7170"/>
                    <a:pt x="1998" y="9533"/>
                    <a:pt x="4689" y="9760"/>
                  </a:cubicBezTo>
                  <a:cubicBezTo>
                    <a:pt x="4824" y="9776"/>
                    <a:pt x="4960" y="9776"/>
                    <a:pt x="5091" y="9776"/>
                  </a:cubicBezTo>
                  <a:cubicBezTo>
                    <a:pt x="5093" y="9776"/>
                    <a:pt x="5095" y="9776"/>
                    <a:pt x="5097" y="9776"/>
                  </a:cubicBezTo>
                  <a:cubicBezTo>
                    <a:pt x="7637" y="9776"/>
                    <a:pt x="9754" y="7828"/>
                    <a:pt x="9967" y="5296"/>
                  </a:cubicBezTo>
                  <a:cubicBezTo>
                    <a:pt x="10192" y="2607"/>
                    <a:pt x="8194" y="242"/>
                    <a:pt x="5505" y="17"/>
                  </a:cubicBezTo>
                  <a:cubicBezTo>
                    <a:pt x="5366" y="6"/>
                    <a:pt x="5229" y="0"/>
                    <a:pt x="509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3"/>
            <p:cNvSpPr/>
            <p:nvPr/>
          </p:nvSpPr>
          <p:spPr>
            <a:xfrm>
              <a:off x="3079372" y="1161953"/>
              <a:ext cx="493985" cy="470977"/>
            </a:xfrm>
            <a:custGeom>
              <a:avLst/>
              <a:gdLst/>
              <a:ahLst/>
              <a:cxnLst/>
              <a:rect l="l" t="t" r="r" b="b"/>
              <a:pathLst>
                <a:path w="10048" h="9580" extrusionOk="0">
                  <a:moveTo>
                    <a:pt x="5258" y="1"/>
                  </a:moveTo>
                  <a:cubicBezTo>
                    <a:pt x="4033" y="1"/>
                    <a:pt x="2807" y="468"/>
                    <a:pt x="1872" y="1403"/>
                  </a:cubicBezTo>
                  <a:cubicBezTo>
                    <a:pt x="0" y="3274"/>
                    <a:pt x="0" y="6307"/>
                    <a:pt x="1872" y="8177"/>
                  </a:cubicBezTo>
                  <a:cubicBezTo>
                    <a:pt x="2770" y="9074"/>
                    <a:pt x="3988" y="9579"/>
                    <a:pt x="5258" y="9579"/>
                  </a:cubicBezTo>
                  <a:cubicBezTo>
                    <a:pt x="6529" y="9579"/>
                    <a:pt x="7747" y="9074"/>
                    <a:pt x="8645" y="8177"/>
                  </a:cubicBezTo>
                  <a:cubicBezTo>
                    <a:pt x="9543" y="7279"/>
                    <a:pt x="10048" y="6061"/>
                    <a:pt x="10048" y="4791"/>
                  </a:cubicBezTo>
                  <a:cubicBezTo>
                    <a:pt x="10048" y="3519"/>
                    <a:pt x="9543" y="2301"/>
                    <a:pt x="8645" y="1403"/>
                  </a:cubicBezTo>
                  <a:cubicBezTo>
                    <a:pt x="7710" y="468"/>
                    <a:pt x="6484" y="1"/>
                    <a:pt x="5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3"/>
            <p:cNvSpPr/>
            <p:nvPr/>
          </p:nvSpPr>
          <p:spPr>
            <a:xfrm>
              <a:off x="3087926" y="1157824"/>
              <a:ext cx="500868" cy="480416"/>
            </a:xfrm>
            <a:custGeom>
              <a:avLst/>
              <a:gdLst/>
              <a:ahLst/>
              <a:cxnLst/>
              <a:rect l="l" t="t" r="r" b="b"/>
              <a:pathLst>
                <a:path w="10188" h="9772" extrusionOk="0">
                  <a:moveTo>
                    <a:pt x="5073" y="192"/>
                  </a:moveTo>
                  <a:cubicBezTo>
                    <a:pt x="5079" y="192"/>
                    <a:pt x="5084" y="192"/>
                    <a:pt x="5090" y="192"/>
                  </a:cubicBezTo>
                  <a:lnTo>
                    <a:pt x="5084" y="192"/>
                  </a:lnTo>
                  <a:cubicBezTo>
                    <a:pt x="5207" y="192"/>
                    <a:pt x="5338" y="200"/>
                    <a:pt x="5474" y="210"/>
                  </a:cubicBezTo>
                  <a:cubicBezTo>
                    <a:pt x="7907" y="418"/>
                    <a:pt x="9772" y="2458"/>
                    <a:pt x="9765" y="4900"/>
                  </a:cubicBezTo>
                  <a:cubicBezTo>
                    <a:pt x="9756" y="7485"/>
                    <a:pt x="7657" y="9575"/>
                    <a:pt x="5073" y="9575"/>
                  </a:cubicBezTo>
                  <a:cubicBezTo>
                    <a:pt x="5068" y="9575"/>
                    <a:pt x="5062" y="9575"/>
                    <a:pt x="5057" y="9575"/>
                  </a:cubicBezTo>
                  <a:cubicBezTo>
                    <a:pt x="2466" y="9566"/>
                    <a:pt x="373" y="7458"/>
                    <a:pt x="382" y="4867"/>
                  </a:cubicBezTo>
                  <a:cubicBezTo>
                    <a:pt x="391" y="2282"/>
                    <a:pt x="2490" y="192"/>
                    <a:pt x="5073" y="192"/>
                  </a:cubicBezTo>
                  <a:close/>
                  <a:moveTo>
                    <a:pt x="5089" y="1"/>
                  </a:moveTo>
                  <a:cubicBezTo>
                    <a:pt x="2575" y="1"/>
                    <a:pt x="440" y="1928"/>
                    <a:pt x="225" y="4479"/>
                  </a:cubicBezTo>
                  <a:cubicBezTo>
                    <a:pt x="1" y="7168"/>
                    <a:pt x="1997" y="9529"/>
                    <a:pt x="4686" y="9756"/>
                  </a:cubicBezTo>
                  <a:cubicBezTo>
                    <a:pt x="4820" y="9772"/>
                    <a:pt x="4956" y="9772"/>
                    <a:pt x="5090" y="9772"/>
                  </a:cubicBezTo>
                  <a:cubicBezTo>
                    <a:pt x="5092" y="9772"/>
                    <a:pt x="5094" y="9772"/>
                    <a:pt x="5095" y="9772"/>
                  </a:cubicBezTo>
                  <a:cubicBezTo>
                    <a:pt x="7635" y="9772"/>
                    <a:pt x="9750" y="7825"/>
                    <a:pt x="9963" y="5295"/>
                  </a:cubicBezTo>
                  <a:cubicBezTo>
                    <a:pt x="10188" y="2606"/>
                    <a:pt x="8191" y="243"/>
                    <a:pt x="5502" y="18"/>
                  </a:cubicBezTo>
                  <a:cubicBezTo>
                    <a:pt x="5364" y="6"/>
                    <a:pt x="5226" y="1"/>
                    <a:pt x="50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3"/>
            <p:cNvSpPr/>
            <p:nvPr/>
          </p:nvSpPr>
          <p:spPr>
            <a:xfrm>
              <a:off x="3187480" y="1247053"/>
              <a:ext cx="300874" cy="300973"/>
            </a:xfrm>
            <a:custGeom>
              <a:avLst/>
              <a:gdLst/>
              <a:ahLst/>
              <a:cxnLst/>
              <a:rect l="l" t="t" r="r" b="b"/>
              <a:pathLst>
                <a:path w="6120" h="6122" extrusionOk="0">
                  <a:moveTo>
                    <a:pt x="3060" y="0"/>
                  </a:moveTo>
                  <a:cubicBezTo>
                    <a:pt x="1370" y="0"/>
                    <a:pt x="0" y="1370"/>
                    <a:pt x="0" y="3060"/>
                  </a:cubicBezTo>
                  <a:cubicBezTo>
                    <a:pt x="0" y="4750"/>
                    <a:pt x="1370" y="6121"/>
                    <a:pt x="3060" y="6121"/>
                  </a:cubicBezTo>
                  <a:cubicBezTo>
                    <a:pt x="4750" y="6121"/>
                    <a:pt x="6120" y="4750"/>
                    <a:pt x="6120" y="3060"/>
                  </a:cubicBezTo>
                  <a:cubicBezTo>
                    <a:pt x="6120" y="1370"/>
                    <a:pt x="4750" y="0"/>
                    <a:pt x="30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/>
            <p:cNvSpPr/>
            <p:nvPr/>
          </p:nvSpPr>
          <p:spPr>
            <a:xfrm>
              <a:off x="3175976" y="1242236"/>
              <a:ext cx="324030" cy="310953"/>
            </a:xfrm>
            <a:custGeom>
              <a:avLst/>
              <a:gdLst/>
              <a:ahLst/>
              <a:cxnLst/>
              <a:rect l="l" t="t" r="r" b="b"/>
              <a:pathLst>
                <a:path w="6591" h="6325" extrusionOk="0">
                  <a:moveTo>
                    <a:pt x="3290" y="205"/>
                  </a:moveTo>
                  <a:cubicBezTo>
                    <a:pt x="3372" y="205"/>
                    <a:pt x="3455" y="207"/>
                    <a:pt x="3535" y="214"/>
                  </a:cubicBezTo>
                  <a:cubicBezTo>
                    <a:pt x="5158" y="347"/>
                    <a:pt x="6366" y="1770"/>
                    <a:pt x="6235" y="3393"/>
                  </a:cubicBezTo>
                  <a:cubicBezTo>
                    <a:pt x="6110" y="4937"/>
                    <a:pt x="4819" y="6107"/>
                    <a:pt x="3296" y="6107"/>
                  </a:cubicBezTo>
                  <a:cubicBezTo>
                    <a:pt x="3217" y="6107"/>
                    <a:pt x="3137" y="6103"/>
                    <a:pt x="3056" y="6097"/>
                  </a:cubicBezTo>
                  <a:cubicBezTo>
                    <a:pt x="1432" y="5966"/>
                    <a:pt x="220" y="4542"/>
                    <a:pt x="352" y="2918"/>
                  </a:cubicBezTo>
                  <a:cubicBezTo>
                    <a:pt x="477" y="1387"/>
                    <a:pt x="1755" y="208"/>
                    <a:pt x="3290" y="205"/>
                  </a:cubicBezTo>
                  <a:close/>
                  <a:moveTo>
                    <a:pt x="3290" y="1"/>
                  </a:moveTo>
                  <a:cubicBezTo>
                    <a:pt x="1662" y="1"/>
                    <a:pt x="279" y="1251"/>
                    <a:pt x="144" y="2903"/>
                  </a:cubicBezTo>
                  <a:cubicBezTo>
                    <a:pt x="1" y="4644"/>
                    <a:pt x="1295" y="6171"/>
                    <a:pt x="3037" y="6314"/>
                  </a:cubicBezTo>
                  <a:cubicBezTo>
                    <a:pt x="3123" y="6325"/>
                    <a:pt x="3214" y="6325"/>
                    <a:pt x="3300" y="6325"/>
                  </a:cubicBezTo>
                  <a:cubicBezTo>
                    <a:pt x="4944" y="6323"/>
                    <a:pt x="6312" y="5061"/>
                    <a:pt x="6448" y="3423"/>
                  </a:cubicBezTo>
                  <a:cubicBezTo>
                    <a:pt x="6591" y="1682"/>
                    <a:pt x="5295" y="155"/>
                    <a:pt x="3555" y="12"/>
                  </a:cubicBezTo>
                  <a:cubicBezTo>
                    <a:pt x="3466" y="4"/>
                    <a:pt x="3378" y="1"/>
                    <a:pt x="32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3"/>
            <p:cNvSpPr/>
            <p:nvPr/>
          </p:nvSpPr>
          <p:spPr>
            <a:xfrm>
              <a:off x="3187923" y="1380087"/>
              <a:ext cx="150634" cy="22762"/>
            </a:xfrm>
            <a:custGeom>
              <a:avLst/>
              <a:gdLst/>
              <a:ahLst/>
              <a:cxnLst/>
              <a:rect l="l" t="t" r="r" b="b"/>
              <a:pathLst>
                <a:path w="3064" h="463" extrusionOk="0">
                  <a:moveTo>
                    <a:pt x="18" y="1"/>
                  </a:moveTo>
                  <a:lnTo>
                    <a:pt x="0" y="214"/>
                  </a:lnTo>
                  <a:lnTo>
                    <a:pt x="3047" y="462"/>
                  </a:lnTo>
                  <a:lnTo>
                    <a:pt x="3063" y="25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/>
            <p:cNvSpPr/>
            <p:nvPr/>
          </p:nvSpPr>
          <p:spPr>
            <a:xfrm>
              <a:off x="3190528" y="1392329"/>
              <a:ext cx="148667" cy="44935"/>
            </a:xfrm>
            <a:custGeom>
              <a:avLst/>
              <a:gdLst/>
              <a:ahLst/>
              <a:cxnLst/>
              <a:rect l="l" t="t" r="r" b="b"/>
              <a:pathLst>
                <a:path w="3024" h="914" extrusionOk="0">
                  <a:moveTo>
                    <a:pt x="2974" y="1"/>
                  </a:moveTo>
                  <a:lnTo>
                    <a:pt x="1" y="705"/>
                  </a:lnTo>
                  <a:lnTo>
                    <a:pt x="50" y="913"/>
                  </a:lnTo>
                  <a:lnTo>
                    <a:pt x="3024" y="208"/>
                  </a:lnTo>
                  <a:lnTo>
                    <a:pt x="297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/>
            <p:cNvSpPr/>
            <p:nvPr/>
          </p:nvSpPr>
          <p:spPr>
            <a:xfrm>
              <a:off x="3206899" y="1392919"/>
              <a:ext cx="133820" cy="87067"/>
            </a:xfrm>
            <a:custGeom>
              <a:avLst/>
              <a:gdLst/>
              <a:ahLst/>
              <a:cxnLst/>
              <a:rect l="l" t="t" r="r" b="b"/>
              <a:pathLst>
                <a:path w="2722" h="1771" extrusionOk="0">
                  <a:moveTo>
                    <a:pt x="2612" y="0"/>
                  </a:moveTo>
                  <a:lnTo>
                    <a:pt x="0" y="1588"/>
                  </a:lnTo>
                  <a:lnTo>
                    <a:pt x="112" y="1771"/>
                  </a:lnTo>
                  <a:lnTo>
                    <a:pt x="2722" y="182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3"/>
            <p:cNvSpPr/>
            <p:nvPr/>
          </p:nvSpPr>
          <p:spPr>
            <a:xfrm>
              <a:off x="3236004" y="1393804"/>
              <a:ext cx="105847" cy="120891"/>
            </a:xfrm>
            <a:custGeom>
              <a:avLst/>
              <a:gdLst/>
              <a:ahLst/>
              <a:cxnLst/>
              <a:rect l="l" t="t" r="r" b="b"/>
              <a:pathLst>
                <a:path w="2153" h="2459" extrusionOk="0">
                  <a:moveTo>
                    <a:pt x="1991" y="0"/>
                  </a:moveTo>
                  <a:lnTo>
                    <a:pt x="1" y="2320"/>
                  </a:lnTo>
                  <a:lnTo>
                    <a:pt x="163" y="2459"/>
                  </a:lnTo>
                  <a:lnTo>
                    <a:pt x="2152" y="140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3"/>
            <p:cNvSpPr/>
            <p:nvPr/>
          </p:nvSpPr>
          <p:spPr>
            <a:xfrm>
              <a:off x="3275088" y="1395180"/>
              <a:ext cx="67697" cy="142719"/>
            </a:xfrm>
            <a:custGeom>
              <a:avLst/>
              <a:gdLst/>
              <a:ahLst/>
              <a:cxnLst/>
              <a:rect l="l" t="t" r="r" b="b"/>
              <a:pathLst>
                <a:path w="1377" h="2903" extrusionOk="0">
                  <a:moveTo>
                    <a:pt x="1180" y="1"/>
                  </a:moveTo>
                  <a:lnTo>
                    <a:pt x="1" y="2821"/>
                  </a:lnTo>
                  <a:lnTo>
                    <a:pt x="199" y="2903"/>
                  </a:lnTo>
                  <a:lnTo>
                    <a:pt x="1376" y="84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3"/>
            <p:cNvSpPr/>
            <p:nvPr/>
          </p:nvSpPr>
          <p:spPr>
            <a:xfrm>
              <a:off x="3320612" y="1397147"/>
              <a:ext cx="22664" cy="150634"/>
            </a:xfrm>
            <a:custGeom>
              <a:avLst/>
              <a:gdLst/>
              <a:ahLst/>
              <a:cxnLst/>
              <a:rect l="l" t="t" r="r" b="b"/>
              <a:pathLst>
                <a:path w="461" h="3064" extrusionOk="0">
                  <a:moveTo>
                    <a:pt x="248" y="1"/>
                  </a:moveTo>
                  <a:lnTo>
                    <a:pt x="1" y="3046"/>
                  </a:lnTo>
                  <a:lnTo>
                    <a:pt x="214" y="3064"/>
                  </a:lnTo>
                  <a:lnTo>
                    <a:pt x="461" y="17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3"/>
            <p:cNvSpPr/>
            <p:nvPr/>
          </p:nvSpPr>
          <p:spPr>
            <a:xfrm>
              <a:off x="3332706" y="1396507"/>
              <a:ext cx="44935" cy="148717"/>
            </a:xfrm>
            <a:custGeom>
              <a:avLst/>
              <a:gdLst/>
              <a:ahLst/>
              <a:cxnLst/>
              <a:rect l="l" t="t" r="r" b="b"/>
              <a:pathLst>
                <a:path w="914" h="3025" extrusionOk="0">
                  <a:moveTo>
                    <a:pt x="209" y="0"/>
                  </a:moveTo>
                  <a:lnTo>
                    <a:pt x="0" y="50"/>
                  </a:lnTo>
                  <a:lnTo>
                    <a:pt x="705" y="3024"/>
                  </a:lnTo>
                  <a:lnTo>
                    <a:pt x="913" y="2975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3"/>
            <p:cNvSpPr/>
            <p:nvPr/>
          </p:nvSpPr>
          <p:spPr>
            <a:xfrm>
              <a:off x="3333444" y="1394836"/>
              <a:ext cx="87165" cy="133820"/>
            </a:xfrm>
            <a:custGeom>
              <a:avLst/>
              <a:gdLst/>
              <a:ahLst/>
              <a:cxnLst/>
              <a:rect l="l" t="t" r="r" b="b"/>
              <a:pathLst>
                <a:path w="1773" h="2722" extrusionOk="0">
                  <a:moveTo>
                    <a:pt x="184" y="0"/>
                  </a:moveTo>
                  <a:lnTo>
                    <a:pt x="0" y="112"/>
                  </a:lnTo>
                  <a:lnTo>
                    <a:pt x="1589" y="2722"/>
                  </a:lnTo>
                  <a:lnTo>
                    <a:pt x="1772" y="261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3"/>
            <p:cNvSpPr/>
            <p:nvPr/>
          </p:nvSpPr>
          <p:spPr>
            <a:xfrm>
              <a:off x="3334525" y="1393656"/>
              <a:ext cx="120841" cy="105896"/>
            </a:xfrm>
            <a:custGeom>
              <a:avLst/>
              <a:gdLst/>
              <a:ahLst/>
              <a:cxnLst/>
              <a:rect l="l" t="t" r="r" b="b"/>
              <a:pathLst>
                <a:path w="2458" h="2154" extrusionOk="0">
                  <a:moveTo>
                    <a:pt x="139" y="0"/>
                  </a:moveTo>
                  <a:lnTo>
                    <a:pt x="1" y="163"/>
                  </a:lnTo>
                  <a:lnTo>
                    <a:pt x="2317" y="2153"/>
                  </a:lnTo>
                  <a:lnTo>
                    <a:pt x="2457" y="1993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3"/>
            <p:cNvSpPr/>
            <p:nvPr/>
          </p:nvSpPr>
          <p:spPr>
            <a:xfrm>
              <a:off x="3336049" y="1392820"/>
              <a:ext cx="142719" cy="67697"/>
            </a:xfrm>
            <a:custGeom>
              <a:avLst/>
              <a:gdLst/>
              <a:ahLst/>
              <a:cxnLst/>
              <a:rect l="l" t="t" r="r" b="b"/>
              <a:pathLst>
                <a:path w="2903" h="1377" extrusionOk="0">
                  <a:moveTo>
                    <a:pt x="83" y="1"/>
                  </a:moveTo>
                  <a:lnTo>
                    <a:pt x="1" y="198"/>
                  </a:lnTo>
                  <a:lnTo>
                    <a:pt x="2821" y="1377"/>
                  </a:lnTo>
                  <a:lnTo>
                    <a:pt x="2903" y="1180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3"/>
            <p:cNvSpPr/>
            <p:nvPr/>
          </p:nvSpPr>
          <p:spPr>
            <a:xfrm>
              <a:off x="3337672" y="1392427"/>
              <a:ext cx="150634" cy="22713"/>
            </a:xfrm>
            <a:custGeom>
              <a:avLst/>
              <a:gdLst/>
              <a:ahLst/>
              <a:cxnLst/>
              <a:rect l="l" t="t" r="r" b="b"/>
              <a:pathLst>
                <a:path w="3064" h="462" extrusionOk="0">
                  <a:moveTo>
                    <a:pt x="17" y="0"/>
                  </a:moveTo>
                  <a:lnTo>
                    <a:pt x="1" y="213"/>
                  </a:lnTo>
                  <a:lnTo>
                    <a:pt x="3046" y="462"/>
                  </a:lnTo>
                  <a:lnTo>
                    <a:pt x="3063" y="24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3"/>
            <p:cNvSpPr/>
            <p:nvPr/>
          </p:nvSpPr>
          <p:spPr>
            <a:xfrm>
              <a:off x="3336738" y="1357767"/>
              <a:ext cx="148618" cy="44935"/>
            </a:xfrm>
            <a:custGeom>
              <a:avLst/>
              <a:gdLst/>
              <a:ahLst/>
              <a:cxnLst/>
              <a:rect l="l" t="t" r="r" b="b"/>
              <a:pathLst>
                <a:path w="3023" h="914" extrusionOk="0">
                  <a:moveTo>
                    <a:pt x="2974" y="1"/>
                  </a:moveTo>
                  <a:lnTo>
                    <a:pt x="0" y="705"/>
                  </a:lnTo>
                  <a:lnTo>
                    <a:pt x="50" y="913"/>
                  </a:lnTo>
                  <a:lnTo>
                    <a:pt x="3023" y="209"/>
                  </a:lnTo>
                  <a:lnTo>
                    <a:pt x="297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3"/>
            <p:cNvSpPr/>
            <p:nvPr/>
          </p:nvSpPr>
          <p:spPr>
            <a:xfrm>
              <a:off x="3335213" y="1314898"/>
              <a:ext cx="133820" cy="87067"/>
            </a:xfrm>
            <a:custGeom>
              <a:avLst/>
              <a:gdLst/>
              <a:ahLst/>
              <a:cxnLst/>
              <a:rect l="l" t="t" r="r" b="b"/>
              <a:pathLst>
                <a:path w="2722" h="1771" extrusionOk="0">
                  <a:moveTo>
                    <a:pt x="2612" y="0"/>
                  </a:moveTo>
                  <a:lnTo>
                    <a:pt x="0" y="1587"/>
                  </a:lnTo>
                  <a:lnTo>
                    <a:pt x="110" y="1771"/>
                  </a:lnTo>
                  <a:lnTo>
                    <a:pt x="2722" y="182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3"/>
            <p:cNvSpPr/>
            <p:nvPr/>
          </p:nvSpPr>
          <p:spPr>
            <a:xfrm>
              <a:off x="3333886" y="1279894"/>
              <a:ext cx="105798" cy="120891"/>
            </a:xfrm>
            <a:custGeom>
              <a:avLst/>
              <a:gdLst/>
              <a:ahLst/>
              <a:cxnLst/>
              <a:rect l="l" t="t" r="r" b="b"/>
              <a:pathLst>
                <a:path w="2152" h="2459" extrusionOk="0">
                  <a:moveTo>
                    <a:pt x="1991" y="1"/>
                  </a:moveTo>
                  <a:lnTo>
                    <a:pt x="0" y="2319"/>
                  </a:lnTo>
                  <a:lnTo>
                    <a:pt x="163" y="2459"/>
                  </a:lnTo>
                  <a:lnTo>
                    <a:pt x="2152" y="139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3"/>
            <p:cNvSpPr/>
            <p:nvPr/>
          </p:nvSpPr>
          <p:spPr>
            <a:xfrm>
              <a:off x="3333001" y="1256689"/>
              <a:ext cx="67697" cy="142719"/>
            </a:xfrm>
            <a:custGeom>
              <a:avLst/>
              <a:gdLst/>
              <a:ahLst/>
              <a:cxnLst/>
              <a:rect l="l" t="t" r="r" b="b"/>
              <a:pathLst>
                <a:path w="1377" h="2903" extrusionOk="0">
                  <a:moveTo>
                    <a:pt x="1178" y="1"/>
                  </a:moveTo>
                  <a:lnTo>
                    <a:pt x="0" y="2821"/>
                  </a:lnTo>
                  <a:lnTo>
                    <a:pt x="197" y="2902"/>
                  </a:lnTo>
                  <a:lnTo>
                    <a:pt x="1376" y="82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3"/>
            <p:cNvSpPr/>
            <p:nvPr/>
          </p:nvSpPr>
          <p:spPr>
            <a:xfrm>
              <a:off x="3332854" y="1247447"/>
              <a:ext cx="22811" cy="150634"/>
            </a:xfrm>
            <a:custGeom>
              <a:avLst/>
              <a:gdLst/>
              <a:ahLst/>
              <a:cxnLst/>
              <a:rect l="l" t="t" r="r" b="b"/>
              <a:pathLst>
                <a:path w="464" h="3064" extrusionOk="0">
                  <a:moveTo>
                    <a:pt x="251" y="1"/>
                  </a:moveTo>
                  <a:lnTo>
                    <a:pt x="0" y="3046"/>
                  </a:lnTo>
                  <a:lnTo>
                    <a:pt x="213" y="3064"/>
                  </a:lnTo>
                  <a:lnTo>
                    <a:pt x="464" y="17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3"/>
            <p:cNvSpPr/>
            <p:nvPr/>
          </p:nvSpPr>
          <p:spPr>
            <a:xfrm>
              <a:off x="3298145" y="1250102"/>
              <a:ext cx="44935" cy="148717"/>
            </a:xfrm>
            <a:custGeom>
              <a:avLst/>
              <a:gdLst/>
              <a:ahLst/>
              <a:cxnLst/>
              <a:rect l="l" t="t" r="r" b="b"/>
              <a:pathLst>
                <a:path w="914" h="3025" extrusionOk="0">
                  <a:moveTo>
                    <a:pt x="209" y="1"/>
                  </a:moveTo>
                  <a:lnTo>
                    <a:pt x="1" y="50"/>
                  </a:lnTo>
                  <a:lnTo>
                    <a:pt x="705" y="3025"/>
                  </a:lnTo>
                  <a:lnTo>
                    <a:pt x="913" y="2975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3"/>
            <p:cNvSpPr/>
            <p:nvPr/>
          </p:nvSpPr>
          <p:spPr>
            <a:xfrm>
              <a:off x="3255423" y="1266522"/>
              <a:ext cx="87067" cy="133820"/>
            </a:xfrm>
            <a:custGeom>
              <a:avLst/>
              <a:gdLst/>
              <a:ahLst/>
              <a:cxnLst/>
              <a:rect l="l" t="t" r="r" b="b"/>
              <a:pathLst>
                <a:path w="1771" h="2722" extrusionOk="0">
                  <a:moveTo>
                    <a:pt x="182" y="0"/>
                  </a:moveTo>
                  <a:lnTo>
                    <a:pt x="0" y="110"/>
                  </a:lnTo>
                  <a:lnTo>
                    <a:pt x="1589" y="2722"/>
                  </a:lnTo>
                  <a:lnTo>
                    <a:pt x="1771" y="2610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3"/>
            <p:cNvSpPr/>
            <p:nvPr/>
          </p:nvSpPr>
          <p:spPr>
            <a:xfrm>
              <a:off x="3220567" y="1295577"/>
              <a:ext cx="120841" cy="105945"/>
            </a:xfrm>
            <a:custGeom>
              <a:avLst/>
              <a:gdLst/>
              <a:ahLst/>
              <a:cxnLst/>
              <a:rect l="l" t="t" r="r" b="b"/>
              <a:pathLst>
                <a:path w="2458" h="2155" extrusionOk="0">
                  <a:moveTo>
                    <a:pt x="140" y="0"/>
                  </a:moveTo>
                  <a:lnTo>
                    <a:pt x="0" y="162"/>
                  </a:lnTo>
                  <a:lnTo>
                    <a:pt x="2319" y="2155"/>
                  </a:lnTo>
                  <a:lnTo>
                    <a:pt x="2457" y="1992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3"/>
            <p:cNvSpPr/>
            <p:nvPr/>
          </p:nvSpPr>
          <p:spPr>
            <a:xfrm>
              <a:off x="3197264" y="1334809"/>
              <a:ext cx="142719" cy="67697"/>
            </a:xfrm>
            <a:custGeom>
              <a:avLst/>
              <a:gdLst/>
              <a:ahLst/>
              <a:cxnLst/>
              <a:rect l="l" t="t" r="r" b="b"/>
              <a:pathLst>
                <a:path w="2903" h="1377" extrusionOk="0">
                  <a:moveTo>
                    <a:pt x="83" y="0"/>
                  </a:moveTo>
                  <a:lnTo>
                    <a:pt x="1" y="198"/>
                  </a:lnTo>
                  <a:lnTo>
                    <a:pt x="2820" y="1376"/>
                  </a:lnTo>
                  <a:lnTo>
                    <a:pt x="2903" y="117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3"/>
            <p:cNvSpPr/>
            <p:nvPr/>
          </p:nvSpPr>
          <p:spPr>
            <a:xfrm>
              <a:off x="3245984" y="1309047"/>
              <a:ext cx="184114" cy="176788"/>
            </a:xfrm>
            <a:custGeom>
              <a:avLst/>
              <a:gdLst/>
              <a:ahLst/>
              <a:cxnLst/>
              <a:rect l="l" t="t" r="r" b="b"/>
              <a:pathLst>
                <a:path w="3745" h="3596" extrusionOk="0">
                  <a:moveTo>
                    <a:pt x="1870" y="0"/>
                  </a:moveTo>
                  <a:cubicBezTo>
                    <a:pt x="943" y="0"/>
                    <a:pt x="157" y="712"/>
                    <a:pt x="81" y="1653"/>
                  </a:cubicBezTo>
                  <a:cubicBezTo>
                    <a:pt x="0" y="2643"/>
                    <a:pt x="737" y="3510"/>
                    <a:pt x="1727" y="3590"/>
                  </a:cubicBezTo>
                  <a:cubicBezTo>
                    <a:pt x="1777" y="3594"/>
                    <a:pt x="1826" y="3596"/>
                    <a:pt x="1875" y="3596"/>
                  </a:cubicBezTo>
                  <a:cubicBezTo>
                    <a:pt x="2799" y="3596"/>
                    <a:pt x="3585" y="2885"/>
                    <a:pt x="3663" y="1946"/>
                  </a:cubicBezTo>
                  <a:cubicBezTo>
                    <a:pt x="3745" y="956"/>
                    <a:pt x="3008" y="88"/>
                    <a:pt x="2018" y="6"/>
                  </a:cubicBezTo>
                  <a:cubicBezTo>
                    <a:pt x="1968" y="2"/>
                    <a:pt x="1919" y="0"/>
                    <a:pt x="18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3"/>
            <p:cNvSpPr/>
            <p:nvPr/>
          </p:nvSpPr>
          <p:spPr>
            <a:xfrm>
              <a:off x="3240330" y="1304082"/>
              <a:ext cx="195913" cy="187407"/>
            </a:xfrm>
            <a:custGeom>
              <a:avLst/>
              <a:gdLst/>
              <a:ahLst/>
              <a:cxnLst/>
              <a:rect l="l" t="t" r="r" b="b"/>
              <a:pathLst>
                <a:path w="3985" h="3812" extrusionOk="0">
                  <a:moveTo>
                    <a:pt x="2125" y="207"/>
                  </a:moveTo>
                  <a:cubicBezTo>
                    <a:pt x="3014" y="243"/>
                    <a:pt x="3724" y="954"/>
                    <a:pt x="3761" y="1843"/>
                  </a:cubicBezTo>
                  <a:cubicBezTo>
                    <a:pt x="3799" y="2784"/>
                    <a:pt x="3068" y="3578"/>
                    <a:pt x="2125" y="3617"/>
                  </a:cubicBezTo>
                  <a:cubicBezTo>
                    <a:pt x="2101" y="3618"/>
                    <a:pt x="2078" y="3618"/>
                    <a:pt x="2054" y="3618"/>
                  </a:cubicBezTo>
                  <a:cubicBezTo>
                    <a:pt x="1144" y="3618"/>
                    <a:pt x="390" y="2899"/>
                    <a:pt x="352" y="1982"/>
                  </a:cubicBezTo>
                  <a:cubicBezTo>
                    <a:pt x="313" y="1039"/>
                    <a:pt x="1046" y="246"/>
                    <a:pt x="1987" y="207"/>
                  </a:cubicBezTo>
                  <a:close/>
                  <a:moveTo>
                    <a:pt x="1983" y="1"/>
                  </a:moveTo>
                  <a:cubicBezTo>
                    <a:pt x="1001" y="1"/>
                    <a:pt x="167" y="754"/>
                    <a:pt x="85" y="1751"/>
                  </a:cubicBezTo>
                  <a:cubicBezTo>
                    <a:pt x="0" y="2799"/>
                    <a:pt x="781" y="3719"/>
                    <a:pt x="1829" y="3806"/>
                  </a:cubicBezTo>
                  <a:lnTo>
                    <a:pt x="1987" y="3806"/>
                  </a:lnTo>
                  <a:lnTo>
                    <a:pt x="1987" y="3812"/>
                  </a:lnTo>
                  <a:cubicBezTo>
                    <a:pt x="1996" y="3812"/>
                    <a:pt x="2006" y="3812"/>
                    <a:pt x="2015" y="3812"/>
                  </a:cubicBezTo>
                  <a:cubicBezTo>
                    <a:pt x="3018" y="3812"/>
                    <a:pt x="3851" y="3034"/>
                    <a:pt x="3918" y="2031"/>
                  </a:cubicBezTo>
                  <a:cubicBezTo>
                    <a:pt x="3985" y="981"/>
                    <a:pt x="3190" y="76"/>
                    <a:pt x="2142" y="7"/>
                  </a:cubicBezTo>
                  <a:cubicBezTo>
                    <a:pt x="2088" y="3"/>
                    <a:pt x="2035" y="1"/>
                    <a:pt x="198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3"/>
            <p:cNvSpPr/>
            <p:nvPr/>
          </p:nvSpPr>
          <p:spPr>
            <a:xfrm>
              <a:off x="3911496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4" y="0"/>
                    <a:pt x="1063" y="0"/>
                    <a:pt x="1052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31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2" y="2044"/>
                    <a:pt x="1093" y="2043"/>
                    <a:pt x="1113" y="2042"/>
                  </a:cubicBezTo>
                  <a:cubicBezTo>
                    <a:pt x="1677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7" y="424"/>
                    <a:pt x="1618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3"/>
            <p:cNvSpPr/>
            <p:nvPr/>
          </p:nvSpPr>
          <p:spPr>
            <a:xfrm>
              <a:off x="3912234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4" y="207"/>
                  </a:moveTo>
                  <a:cubicBezTo>
                    <a:pt x="1542" y="207"/>
                    <a:pt x="1936" y="584"/>
                    <a:pt x="1951" y="1065"/>
                  </a:cubicBezTo>
                  <a:cubicBezTo>
                    <a:pt x="1951" y="1512"/>
                    <a:pt x="1605" y="1881"/>
                    <a:pt x="1160" y="1914"/>
                  </a:cubicBezTo>
                  <a:cubicBezTo>
                    <a:pt x="1139" y="1915"/>
                    <a:pt x="1118" y="1916"/>
                    <a:pt x="1097" y="1916"/>
                  </a:cubicBezTo>
                  <a:cubicBezTo>
                    <a:pt x="655" y="1916"/>
                    <a:pt x="280" y="1574"/>
                    <a:pt x="248" y="1125"/>
                  </a:cubicBezTo>
                  <a:cubicBezTo>
                    <a:pt x="213" y="656"/>
                    <a:pt x="566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5" y="207"/>
                    <a:pt x="1064" y="207"/>
                  </a:cubicBezTo>
                  <a:close/>
                  <a:moveTo>
                    <a:pt x="1097" y="0"/>
                  </a:moveTo>
                  <a:cubicBezTo>
                    <a:pt x="537" y="0"/>
                    <a:pt x="68" y="438"/>
                    <a:pt x="35" y="1005"/>
                  </a:cubicBezTo>
                  <a:cubicBezTo>
                    <a:pt x="0" y="1594"/>
                    <a:pt x="449" y="2097"/>
                    <a:pt x="1037" y="2131"/>
                  </a:cubicBezTo>
                  <a:cubicBezTo>
                    <a:pt x="1047" y="2131"/>
                    <a:pt x="1057" y="2132"/>
                    <a:pt x="1067" y="2132"/>
                  </a:cubicBezTo>
                  <a:cubicBezTo>
                    <a:pt x="1659" y="2132"/>
                    <a:pt x="2146" y="1661"/>
                    <a:pt x="2165" y="1065"/>
                  </a:cubicBezTo>
                  <a:cubicBezTo>
                    <a:pt x="2164" y="501"/>
                    <a:pt x="1723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3"/>
            <p:cNvSpPr/>
            <p:nvPr/>
          </p:nvSpPr>
          <p:spPr>
            <a:xfrm>
              <a:off x="4028306" y="4081026"/>
              <a:ext cx="103585" cy="100488"/>
            </a:xfrm>
            <a:custGeom>
              <a:avLst/>
              <a:gdLst/>
              <a:ahLst/>
              <a:cxnLst/>
              <a:rect l="l" t="t" r="r" b="b"/>
              <a:pathLst>
                <a:path w="2107" h="2044" extrusionOk="0">
                  <a:moveTo>
                    <a:pt x="1083" y="0"/>
                  </a:moveTo>
                  <a:cubicBezTo>
                    <a:pt x="1072" y="0"/>
                    <a:pt x="1061" y="0"/>
                    <a:pt x="1050" y="1"/>
                  </a:cubicBezTo>
                  <a:cubicBezTo>
                    <a:pt x="1033" y="1"/>
                    <a:pt x="1013" y="1"/>
                    <a:pt x="994" y="2"/>
                  </a:cubicBezTo>
                  <a:cubicBezTo>
                    <a:pt x="430" y="35"/>
                    <a:pt x="1" y="519"/>
                    <a:pt x="34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lnTo>
                    <a:pt x="2072" y="963"/>
                  </a:lnTo>
                  <a:lnTo>
                    <a:pt x="2072" y="961"/>
                  </a:lnTo>
                  <a:cubicBezTo>
                    <a:pt x="2056" y="424"/>
                    <a:pt x="1617" y="0"/>
                    <a:pt x="108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3"/>
            <p:cNvSpPr/>
            <p:nvPr/>
          </p:nvSpPr>
          <p:spPr>
            <a:xfrm>
              <a:off x="4029290" y="4076060"/>
              <a:ext cx="106535" cy="104814"/>
            </a:xfrm>
            <a:custGeom>
              <a:avLst/>
              <a:gdLst/>
              <a:ahLst/>
              <a:cxnLst/>
              <a:rect l="l" t="t" r="r" b="b"/>
              <a:pathLst>
                <a:path w="2167" h="2132" extrusionOk="0">
                  <a:moveTo>
                    <a:pt x="1065" y="207"/>
                  </a:moveTo>
                  <a:cubicBezTo>
                    <a:pt x="1542" y="207"/>
                    <a:pt x="1936" y="584"/>
                    <a:pt x="1952" y="1065"/>
                  </a:cubicBezTo>
                  <a:cubicBezTo>
                    <a:pt x="1951" y="1512"/>
                    <a:pt x="1607" y="1881"/>
                    <a:pt x="1162" y="1914"/>
                  </a:cubicBezTo>
                  <a:cubicBezTo>
                    <a:pt x="1140" y="1915"/>
                    <a:pt x="1119" y="1916"/>
                    <a:pt x="1099" y="1916"/>
                  </a:cubicBezTo>
                  <a:cubicBezTo>
                    <a:pt x="655" y="1916"/>
                    <a:pt x="282" y="1574"/>
                    <a:pt x="249" y="1125"/>
                  </a:cubicBezTo>
                  <a:cubicBezTo>
                    <a:pt x="215" y="656"/>
                    <a:pt x="567" y="246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6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7" y="438"/>
                    <a:pt x="34" y="1005"/>
                  </a:cubicBezTo>
                  <a:cubicBezTo>
                    <a:pt x="0" y="1594"/>
                    <a:pt x="450" y="2097"/>
                    <a:pt x="1038" y="2131"/>
                  </a:cubicBezTo>
                  <a:cubicBezTo>
                    <a:pt x="1048" y="2131"/>
                    <a:pt x="1058" y="2132"/>
                    <a:pt x="1068" y="2132"/>
                  </a:cubicBezTo>
                  <a:cubicBezTo>
                    <a:pt x="1659" y="2132"/>
                    <a:pt x="2148" y="1661"/>
                    <a:pt x="2167" y="1065"/>
                  </a:cubicBezTo>
                  <a:cubicBezTo>
                    <a:pt x="2165" y="501"/>
                    <a:pt x="1724" y="35"/>
                    <a:pt x="1162" y="2"/>
                  </a:cubicBezTo>
                  <a:cubicBezTo>
                    <a:pt x="1140" y="1"/>
                    <a:pt x="1119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3"/>
            <p:cNvSpPr/>
            <p:nvPr/>
          </p:nvSpPr>
          <p:spPr>
            <a:xfrm>
              <a:off x="4145461" y="4081026"/>
              <a:ext cx="103880" cy="100636"/>
            </a:xfrm>
            <a:custGeom>
              <a:avLst/>
              <a:gdLst/>
              <a:ahLst/>
              <a:cxnLst/>
              <a:rect l="l" t="t" r="r" b="b"/>
              <a:pathLst>
                <a:path w="2113" h="2047" extrusionOk="0">
                  <a:moveTo>
                    <a:pt x="1087" y="0"/>
                  </a:moveTo>
                  <a:cubicBezTo>
                    <a:pt x="1077" y="0"/>
                    <a:pt x="1067" y="0"/>
                    <a:pt x="1057" y="1"/>
                  </a:cubicBezTo>
                  <a:cubicBezTo>
                    <a:pt x="1036" y="1"/>
                    <a:pt x="1016" y="1"/>
                    <a:pt x="995" y="2"/>
                  </a:cubicBezTo>
                  <a:cubicBezTo>
                    <a:pt x="430" y="36"/>
                    <a:pt x="0" y="522"/>
                    <a:pt x="34" y="1086"/>
                  </a:cubicBezTo>
                  <a:cubicBezTo>
                    <a:pt x="67" y="1629"/>
                    <a:pt x="518" y="2047"/>
                    <a:pt x="1055" y="2047"/>
                  </a:cubicBezTo>
                  <a:cubicBezTo>
                    <a:pt x="1076" y="2047"/>
                    <a:pt x="1097" y="2046"/>
                    <a:pt x="1118" y="2045"/>
                  </a:cubicBezTo>
                  <a:cubicBezTo>
                    <a:pt x="1683" y="2011"/>
                    <a:pt x="2113" y="1527"/>
                    <a:pt x="2079" y="963"/>
                  </a:cubicBezTo>
                  <a:cubicBezTo>
                    <a:pt x="2061" y="425"/>
                    <a:pt x="1620" y="0"/>
                    <a:pt x="10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3"/>
            <p:cNvSpPr/>
            <p:nvPr/>
          </p:nvSpPr>
          <p:spPr>
            <a:xfrm>
              <a:off x="4146395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2" y="1065"/>
                  </a:cubicBezTo>
                  <a:cubicBezTo>
                    <a:pt x="1951" y="1512"/>
                    <a:pt x="1607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5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0" y="1594"/>
                    <a:pt x="450" y="2097"/>
                    <a:pt x="1038" y="2131"/>
                  </a:cubicBezTo>
                  <a:cubicBezTo>
                    <a:pt x="1047" y="2131"/>
                    <a:pt x="1057" y="2131"/>
                    <a:pt x="1066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5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3"/>
            <p:cNvSpPr/>
            <p:nvPr/>
          </p:nvSpPr>
          <p:spPr>
            <a:xfrm>
              <a:off x="4262713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5" y="0"/>
                    <a:pt x="1065" y="0"/>
                    <a:pt x="1055" y="1"/>
                  </a:cubicBezTo>
                  <a:cubicBezTo>
                    <a:pt x="1034" y="1"/>
                    <a:pt x="1014" y="1"/>
                    <a:pt x="993" y="2"/>
                  </a:cubicBezTo>
                  <a:cubicBezTo>
                    <a:pt x="431" y="35"/>
                    <a:pt x="0" y="519"/>
                    <a:pt x="33" y="1082"/>
                  </a:cubicBezTo>
                  <a:cubicBezTo>
                    <a:pt x="66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3" y="2042"/>
                  </a:cubicBezTo>
                  <a:cubicBezTo>
                    <a:pt x="1677" y="2008"/>
                    <a:pt x="2106" y="1525"/>
                    <a:pt x="2073" y="963"/>
                  </a:cubicBezTo>
                  <a:cubicBezTo>
                    <a:pt x="2057" y="425"/>
                    <a:pt x="1618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3"/>
            <p:cNvSpPr/>
            <p:nvPr/>
          </p:nvSpPr>
          <p:spPr>
            <a:xfrm>
              <a:off x="4263500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6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9" y="212"/>
                  </a:cubicBezTo>
                  <a:lnTo>
                    <a:pt x="1037" y="212"/>
                  </a:lnTo>
                  <a:lnTo>
                    <a:pt x="1037" y="207"/>
                  </a:lnTo>
                  <a:cubicBezTo>
                    <a:pt x="1046" y="207"/>
                    <a:pt x="1055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1" y="1594"/>
                    <a:pt x="450" y="2097"/>
                    <a:pt x="1039" y="2131"/>
                  </a:cubicBezTo>
                  <a:cubicBezTo>
                    <a:pt x="1049" y="2131"/>
                    <a:pt x="1059" y="2132"/>
                    <a:pt x="1069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3"/>
            <p:cNvSpPr/>
            <p:nvPr/>
          </p:nvSpPr>
          <p:spPr>
            <a:xfrm>
              <a:off x="4379818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4" y="0"/>
                  </a:moveTo>
                  <a:cubicBezTo>
                    <a:pt x="1074" y="0"/>
                    <a:pt x="1063" y="0"/>
                    <a:pt x="1053" y="1"/>
                  </a:cubicBezTo>
                  <a:cubicBezTo>
                    <a:pt x="1034" y="1"/>
                    <a:pt x="1013" y="1"/>
                    <a:pt x="994" y="2"/>
                  </a:cubicBezTo>
                  <a:cubicBezTo>
                    <a:pt x="431" y="35"/>
                    <a:pt x="1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cubicBezTo>
                    <a:pt x="2057" y="425"/>
                    <a:pt x="1618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3"/>
            <p:cNvSpPr/>
            <p:nvPr/>
          </p:nvSpPr>
          <p:spPr>
            <a:xfrm>
              <a:off x="4380556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1" y="1065"/>
                  </a:cubicBezTo>
                  <a:cubicBezTo>
                    <a:pt x="1950" y="1512"/>
                    <a:pt x="1604" y="1882"/>
                    <a:pt x="1157" y="1914"/>
                  </a:cubicBezTo>
                  <a:cubicBezTo>
                    <a:pt x="1137" y="1915"/>
                    <a:pt x="1117" y="1916"/>
                    <a:pt x="1097" y="1916"/>
                  </a:cubicBezTo>
                  <a:cubicBezTo>
                    <a:pt x="654" y="1916"/>
                    <a:pt x="279" y="1572"/>
                    <a:pt x="248" y="1123"/>
                  </a:cubicBezTo>
                  <a:cubicBezTo>
                    <a:pt x="215" y="653"/>
                    <a:pt x="569" y="245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9" y="0"/>
                  </a:moveTo>
                  <a:cubicBezTo>
                    <a:pt x="537" y="0"/>
                    <a:pt x="66" y="439"/>
                    <a:pt x="33" y="1007"/>
                  </a:cubicBezTo>
                  <a:cubicBezTo>
                    <a:pt x="1" y="1595"/>
                    <a:pt x="450" y="2098"/>
                    <a:pt x="1038" y="2131"/>
                  </a:cubicBezTo>
                  <a:cubicBezTo>
                    <a:pt x="1048" y="2131"/>
                    <a:pt x="1057" y="2131"/>
                    <a:pt x="1066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4" y="501"/>
                    <a:pt x="1722" y="33"/>
                    <a:pt x="1159" y="2"/>
                  </a:cubicBezTo>
                  <a:cubicBezTo>
                    <a:pt x="1139" y="1"/>
                    <a:pt x="1119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3"/>
            <p:cNvSpPr/>
            <p:nvPr/>
          </p:nvSpPr>
          <p:spPr>
            <a:xfrm>
              <a:off x="4496923" y="4081026"/>
              <a:ext cx="103585" cy="100488"/>
            </a:xfrm>
            <a:custGeom>
              <a:avLst/>
              <a:gdLst/>
              <a:ahLst/>
              <a:cxnLst/>
              <a:rect l="l" t="t" r="r" b="b"/>
              <a:pathLst>
                <a:path w="2107" h="2044" extrusionOk="0">
                  <a:moveTo>
                    <a:pt x="1084" y="0"/>
                  </a:moveTo>
                  <a:cubicBezTo>
                    <a:pt x="1074" y="0"/>
                    <a:pt x="1064" y="0"/>
                    <a:pt x="1054" y="1"/>
                  </a:cubicBezTo>
                  <a:cubicBezTo>
                    <a:pt x="1034" y="1"/>
                    <a:pt x="1013" y="1"/>
                    <a:pt x="994" y="2"/>
                  </a:cubicBezTo>
                  <a:cubicBezTo>
                    <a:pt x="431" y="35"/>
                    <a:pt x="1" y="519"/>
                    <a:pt x="34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4" y="963"/>
                  </a:cubicBezTo>
                  <a:cubicBezTo>
                    <a:pt x="2057" y="425"/>
                    <a:pt x="1618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3"/>
            <p:cNvSpPr/>
            <p:nvPr/>
          </p:nvSpPr>
          <p:spPr>
            <a:xfrm>
              <a:off x="4497661" y="4076060"/>
              <a:ext cx="106437" cy="104814"/>
            </a:xfrm>
            <a:custGeom>
              <a:avLst/>
              <a:gdLst/>
              <a:ahLst/>
              <a:cxnLst/>
              <a:rect l="l" t="t" r="r" b="b"/>
              <a:pathLst>
                <a:path w="2165" h="2132" extrusionOk="0">
                  <a:moveTo>
                    <a:pt x="1063" y="207"/>
                  </a:moveTo>
                  <a:cubicBezTo>
                    <a:pt x="1541" y="207"/>
                    <a:pt x="1935" y="585"/>
                    <a:pt x="1951" y="1065"/>
                  </a:cubicBezTo>
                  <a:cubicBezTo>
                    <a:pt x="1950" y="1512"/>
                    <a:pt x="1604" y="1882"/>
                    <a:pt x="1158" y="1914"/>
                  </a:cubicBezTo>
                  <a:cubicBezTo>
                    <a:pt x="1138" y="1915"/>
                    <a:pt x="1118" y="1916"/>
                    <a:pt x="1098" y="1916"/>
                  </a:cubicBezTo>
                  <a:cubicBezTo>
                    <a:pt x="654" y="1916"/>
                    <a:pt x="279" y="1572"/>
                    <a:pt x="248" y="1123"/>
                  </a:cubicBezTo>
                  <a:cubicBezTo>
                    <a:pt x="215" y="653"/>
                    <a:pt x="570" y="245"/>
                    <a:pt x="1039" y="212"/>
                  </a:cubicBezTo>
                  <a:lnTo>
                    <a:pt x="1039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8" y="0"/>
                  </a:moveTo>
                  <a:cubicBezTo>
                    <a:pt x="537" y="0"/>
                    <a:pt x="65" y="439"/>
                    <a:pt x="34" y="1007"/>
                  </a:cubicBezTo>
                  <a:cubicBezTo>
                    <a:pt x="1" y="1595"/>
                    <a:pt x="450" y="2098"/>
                    <a:pt x="1039" y="2131"/>
                  </a:cubicBezTo>
                  <a:cubicBezTo>
                    <a:pt x="1048" y="2131"/>
                    <a:pt x="1057" y="2131"/>
                    <a:pt x="1066" y="2131"/>
                  </a:cubicBezTo>
                  <a:cubicBezTo>
                    <a:pt x="1658" y="2131"/>
                    <a:pt x="2147" y="1660"/>
                    <a:pt x="2164" y="1065"/>
                  </a:cubicBezTo>
                  <a:cubicBezTo>
                    <a:pt x="2164" y="501"/>
                    <a:pt x="1722" y="33"/>
                    <a:pt x="1158" y="2"/>
                  </a:cubicBezTo>
                  <a:cubicBezTo>
                    <a:pt x="1138" y="1"/>
                    <a:pt x="1117" y="0"/>
                    <a:pt x="10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3"/>
            <p:cNvSpPr/>
            <p:nvPr/>
          </p:nvSpPr>
          <p:spPr>
            <a:xfrm>
              <a:off x="4614078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4" y="0"/>
                  </a:moveTo>
                  <a:cubicBezTo>
                    <a:pt x="1073" y="0"/>
                    <a:pt x="1062" y="0"/>
                    <a:pt x="1051" y="1"/>
                  </a:cubicBezTo>
                  <a:cubicBezTo>
                    <a:pt x="1032" y="1"/>
                    <a:pt x="1013" y="1"/>
                    <a:pt x="993" y="2"/>
                  </a:cubicBezTo>
                  <a:cubicBezTo>
                    <a:pt x="429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2" y="2042"/>
                  </a:cubicBezTo>
                  <a:cubicBezTo>
                    <a:pt x="1675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5" y="424"/>
                    <a:pt x="1616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3"/>
            <p:cNvSpPr/>
            <p:nvPr/>
          </p:nvSpPr>
          <p:spPr>
            <a:xfrm>
              <a:off x="4614717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6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8" y="212"/>
                  </a:cubicBezTo>
                  <a:lnTo>
                    <a:pt x="1037" y="212"/>
                  </a:lnTo>
                  <a:lnTo>
                    <a:pt x="1037" y="207"/>
                  </a:lnTo>
                  <a:cubicBezTo>
                    <a:pt x="1046" y="207"/>
                    <a:pt x="1055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1" y="1594"/>
                    <a:pt x="450" y="2097"/>
                    <a:pt x="1038" y="2131"/>
                  </a:cubicBezTo>
                  <a:cubicBezTo>
                    <a:pt x="1049" y="2131"/>
                    <a:pt x="1059" y="2132"/>
                    <a:pt x="1069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3"/>
            <p:cNvSpPr/>
            <p:nvPr/>
          </p:nvSpPr>
          <p:spPr>
            <a:xfrm>
              <a:off x="4730740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4" y="0"/>
                    <a:pt x="1063" y="0"/>
                    <a:pt x="1052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29" y="35"/>
                    <a:pt x="1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6" y="424"/>
                    <a:pt x="1616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3"/>
            <p:cNvSpPr/>
            <p:nvPr/>
          </p:nvSpPr>
          <p:spPr>
            <a:xfrm>
              <a:off x="4731822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1" y="1914"/>
                  </a:cubicBezTo>
                  <a:cubicBezTo>
                    <a:pt x="1140" y="1915"/>
                    <a:pt x="1119" y="1916"/>
                    <a:pt x="1098" y="1916"/>
                  </a:cubicBezTo>
                  <a:cubicBezTo>
                    <a:pt x="656" y="1916"/>
                    <a:pt x="282" y="1574"/>
                    <a:pt x="250" y="1125"/>
                  </a:cubicBezTo>
                  <a:cubicBezTo>
                    <a:pt x="215" y="656"/>
                    <a:pt x="568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6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9" y="0"/>
                    <a:pt x="68" y="438"/>
                    <a:pt x="35" y="1005"/>
                  </a:cubicBezTo>
                  <a:cubicBezTo>
                    <a:pt x="1" y="1594"/>
                    <a:pt x="451" y="2097"/>
                    <a:pt x="1037" y="2131"/>
                  </a:cubicBezTo>
                  <a:cubicBezTo>
                    <a:pt x="1047" y="2131"/>
                    <a:pt x="1057" y="2132"/>
                    <a:pt x="1068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3"/>
            <p:cNvSpPr/>
            <p:nvPr/>
          </p:nvSpPr>
          <p:spPr>
            <a:xfrm>
              <a:off x="4847993" y="4081026"/>
              <a:ext cx="103880" cy="100636"/>
            </a:xfrm>
            <a:custGeom>
              <a:avLst/>
              <a:gdLst/>
              <a:ahLst/>
              <a:cxnLst/>
              <a:rect l="l" t="t" r="r" b="b"/>
              <a:pathLst>
                <a:path w="2113" h="2047" extrusionOk="0">
                  <a:moveTo>
                    <a:pt x="1087" y="0"/>
                  </a:moveTo>
                  <a:cubicBezTo>
                    <a:pt x="1077" y="0"/>
                    <a:pt x="1067" y="0"/>
                    <a:pt x="1056" y="1"/>
                  </a:cubicBezTo>
                  <a:cubicBezTo>
                    <a:pt x="1036" y="1"/>
                    <a:pt x="1015" y="1"/>
                    <a:pt x="995" y="2"/>
                  </a:cubicBezTo>
                  <a:cubicBezTo>
                    <a:pt x="431" y="36"/>
                    <a:pt x="1" y="522"/>
                    <a:pt x="35" y="1086"/>
                  </a:cubicBezTo>
                  <a:cubicBezTo>
                    <a:pt x="68" y="1629"/>
                    <a:pt x="518" y="2047"/>
                    <a:pt x="1056" y="2047"/>
                  </a:cubicBezTo>
                  <a:cubicBezTo>
                    <a:pt x="1077" y="2047"/>
                    <a:pt x="1098" y="2046"/>
                    <a:pt x="1119" y="2045"/>
                  </a:cubicBezTo>
                  <a:cubicBezTo>
                    <a:pt x="1682" y="2011"/>
                    <a:pt x="2112" y="1527"/>
                    <a:pt x="2078" y="963"/>
                  </a:cubicBezTo>
                  <a:cubicBezTo>
                    <a:pt x="2062" y="425"/>
                    <a:pt x="1621" y="0"/>
                    <a:pt x="10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3"/>
            <p:cNvSpPr/>
            <p:nvPr/>
          </p:nvSpPr>
          <p:spPr>
            <a:xfrm>
              <a:off x="4848976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1" y="207"/>
                  </a:moveTo>
                  <a:cubicBezTo>
                    <a:pt x="1540" y="207"/>
                    <a:pt x="1935" y="585"/>
                    <a:pt x="1952" y="1065"/>
                  </a:cubicBezTo>
                  <a:cubicBezTo>
                    <a:pt x="1951" y="1512"/>
                    <a:pt x="1605" y="1881"/>
                    <a:pt x="1160" y="1914"/>
                  </a:cubicBezTo>
                  <a:cubicBezTo>
                    <a:pt x="1139" y="1915"/>
                    <a:pt x="1118" y="1916"/>
                    <a:pt x="1097" y="1916"/>
                  </a:cubicBezTo>
                  <a:cubicBezTo>
                    <a:pt x="655" y="1916"/>
                    <a:pt x="280" y="1574"/>
                    <a:pt x="247" y="1125"/>
                  </a:cubicBezTo>
                  <a:cubicBezTo>
                    <a:pt x="215" y="656"/>
                    <a:pt x="567" y="246"/>
                    <a:pt x="1036" y="212"/>
                  </a:cubicBezTo>
                  <a:lnTo>
                    <a:pt x="1036" y="207"/>
                  </a:lnTo>
                  <a:cubicBezTo>
                    <a:pt x="1045" y="207"/>
                    <a:pt x="1053" y="207"/>
                    <a:pt x="1061" y="207"/>
                  </a:cubicBezTo>
                  <a:close/>
                  <a:moveTo>
                    <a:pt x="1097" y="0"/>
                  </a:moveTo>
                  <a:cubicBezTo>
                    <a:pt x="538" y="0"/>
                    <a:pt x="67" y="438"/>
                    <a:pt x="34" y="1005"/>
                  </a:cubicBezTo>
                  <a:cubicBezTo>
                    <a:pt x="0" y="1594"/>
                    <a:pt x="448" y="2097"/>
                    <a:pt x="1036" y="2131"/>
                  </a:cubicBezTo>
                  <a:cubicBezTo>
                    <a:pt x="1046" y="2131"/>
                    <a:pt x="1055" y="2131"/>
                    <a:pt x="1064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4" y="501"/>
                    <a:pt x="1724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3"/>
            <p:cNvSpPr/>
            <p:nvPr/>
          </p:nvSpPr>
          <p:spPr>
            <a:xfrm>
              <a:off x="4965147" y="4081026"/>
              <a:ext cx="103831" cy="100636"/>
            </a:xfrm>
            <a:custGeom>
              <a:avLst/>
              <a:gdLst/>
              <a:ahLst/>
              <a:cxnLst/>
              <a:rect l="l" t="t" r="r" b="b"/>
              <a:pathLst>
                <a:path w="2112" h="2047" extrusionOk="0">
                  <a:moveTo>
                    <a:pt x="1086" y="0"/>
                  </a:moveTo>
                  <a:cubicBezTo>
                    <a:pt x="1076" y="0"/>
                    <a:pt x="1066" y="0"/>
                    <a:pt x="1056" y="1"/>
                  </a:cubicBezTo>
                  <a:cubicBezTo>
                    <a:pt x="1035" y="1"/>
                    <a:pt x="1014" y="1"/>
                    <a:pt x="993" y="2"/>
                  </a:cubicBezTo>
                  <a:cubicBezTo>
                    <a:pt x="429" y="36"/>
                    <a:pt x="0" y="522"/>
                    <a:pt x="34" y="1086"/>
                  </a:cubicBezTo>
                  <a:cubicBezTo>
                    <a:pt x="66" y="1629"/>
                    <a:pt x="517" y="2047"/>
                    <a:pt x="1054" y="2047"/>
                  </a:cubicBezTo>
                  <a:cubicBezTo>
                    <a:pt x="1075" y="2047"/>
                    <a:pt x="1096" y="2046"/>
                    <a:pt x="1117" y="2045"/>
                  </a:cubicBezTo>
                  <a:cubicBezTo>
                    <a:pt x="1681" y="2011"/>
                    <a:pt x="2111" y="1527"/>
                    <a:pt x="2077" y="963"/>
                  </a:cubicBezTo>
                  <a:cubicBezTo>
                    <a:pt x="2060" y="425"/>
                    <a:pt x="1620" y="0"/>
                    <a:pt x="108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3"/>
            <p:cNvSpPr/>
            <p:nvPr/>
          </p:nvSpPr>
          <p:spPr>
            <a:xfrm>
              <a:off x="4966081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4" y="207"/>
                  </a:moveTo>
                  <a:cubicBezTo>
                    <a:pt x="1542" y="207"/>
                    <a:pt x="1936" y="584"/>
                    <a:pt x="1951" y="1065"/>
                  </a:cubicBezTo>
                  <a:cubicBezTo>
                    <a:pt x="1951" y="1512"/>
                    <a:pt x="1606" y="1881"/>
                    <a:pt x="1160" y="1914"/>
                  </a:cubicBezTo>
                  <a:cubicBezTo>
                    <a:pt x="1139" y="1915"/>
                    <a:pt x="1118" y="1916"/>
                    <a:pt x="1098" y="1916"/>
                  </a:cubicBezTo>
                  <a:cubicBezTo>
                    <a:pt x="655" y="1916"/>
                    <a:pt x="280" y="1574"/>
                    <a:pt x="248" y="1125"/>
                  </a:cubicBezTo>
                  <a:cubicBezTo>
                    <a:pt x="213" y="656"/>
                    <a:pt x="566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5" y="207"/>
                    <a:pt x="1064" y="207"/>
                  </a:cubicBezTo>
                  <a:close/>
                  <a:moveTo>
                    <a:pt x="1097" y="0"/>
                  </a:moveTo>
                  <a:cubicBezTo>
                    <a:pt x="537" y="0"/>
                    <a:pt x="68" y="438"/>
                    <a:pt x="35" y="1005"/>
                  </a:cubicBezTo>
                  <a:cubicBezTo>
                    <a:pt x="0" y="1594"/>
                    <a:pt x="449" y="2097"/>
                    <a:pt x="1037" y="2131"/>
                  </a:cubicBezTo>
                  <a:cubicBezTo>
                    <a:pt x="1047" y="2131"/>
                    <a:pt x="1057" y="2132"/>
                    <a:pt x="1067" y="2132"/>
                  </a:cubicBezTo>
                  <a:cubicBezTo>
                    <a:pt x="1659" y="2132"/>
                    <a:pt x="2146" y="1661"/>
                    <a:pt x="2165" y="1065"/>
                  </a:cubicBezTo>
                  <a:cubicBezTo>
                    <a:pt x="2164" y="501"/>
                    <a:pt x="1723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3"/>
            <p:cNvSpPr/>
            <p:nvPr/>
          </p:nvSpPr>
          <p:spPr>
            <a:xfrm>
              <a:off x="5082400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3" y="0"/>
                  </a:moveTo>
                  <a:cubicBezTo>
                    <a:pt x="1073" y="0"/>
                    <a:pt x="1063" y="0"/>
                    <a:pt x="1053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29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3" y="2042"/>
                  </a:cubicBezTo>
                  <a:cubicBezTo>
                    <a:pt x="1675" y="2008"/>
                    <a:pt x="2106" y="1525"/>
                    <a:pt x="2073" y="963"/>
                  </a:cubicBezTo>
                  <a:cubicBezTo>
                    <a:pt x="2057" y="425"/>
                    <a:pt x="1616" y="0"/>
                    <a:pt x="108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3"/>
            <p:cNvSpPr/>
            <p:nvPr/>
          </p:nvSpPr>
          <p:spPr>
            <a:xfrm>
              <a:off x="5083137" y="4076060"/>
              <a:ext cx="106388" cy="104814"/>
            </a:xfrm>
            <a:custGeom>
              <a:avLst/>
              <a:gdLst/>
              <a:ahLst/>
              <a:cxnLst/>
              <a:rect l="l" t="t" r="r" b="b"/>
              <a:pathLst>
                <a:path w="2164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1" y="1065"/>
                  </a:cubicBezTo>
                  <a:cubicBezTo>
                    <a:pt x="1949" y="1512"/>
                    <a:pt x="1604" y="1882"/>
                    <a:pt x="1157" y="1914"/>
                  </a:cubicBezTo>
                  <a:cubicBezTo>
                    <a:pt x="1137" y="1915"/>
                    <a:pt x="1117" y="1916"/>
                    <a:pt x="1097" y="1916"/>
                  </a:cubicBezTo>
                  <a:cubicBezTo>
                    <a:pt x="654" y="1916"/>
                    <a:pt x="279" y="1572"/>
                    <a:pt x="247" y="1123"/>
                  </a:cubicBezTo>
                  <a:cubicBezTo>
                    <a:pt x="213" y="653"/>
                    <a:pt x="568" y="245"/>
                    <a:pt x="1038" y="212"/>
                  </a:cubicBezTo>
                  <a:lnTo>
                    <a:pt x="1038" y="207"/>
                  </a:lnTo>
                  <a:cubicBezTo>
                    <a:pt x="1046" y="207"/>
                    <a:pt x="1055" y="207"/>
                    <a:pt x="1063" y="207"/>
                  </a:cubicBezTo>
                  <a:close/>
                  <a:moveTo>
                    <a:pt x="1097" y="0"/>
                  </a:moveTo>
                  <a:cubicBezTo>
                    <a:pt x="535" y="0"/>
                    <a:pt x="65" y="439"/>
                    <a:pt x="33" y="1007"/>
                  </a:cubicBezTo>
                  <a:cubicBezTo>
                    <a:pt x="0" y="1595"/>
                    <a:pt x="450" y="2098"/>
                    <a:pt x="1038" y="2131"/>
                  </a:cubicBezTo>
                  <a:cubicBezTo>
                    <a:pt x="1047" y="2131"/>
                    <a:pt x="1056" y="2131"/>
                    <a:pt x="1066" y="2131"/>
                  </a:cubicBezTo>
                  <a:cubicBezTo>
                    <a:pt x="1658" y="2131"/>
                    <a:pt x="2146" y="1660"/>
                    <a:pt x="2164" y="1065"/>
                  </a:cubicBezTo>
                  <a:cubicBezTo>
                    <a:pt x="2164" y="501"/>
                    <a:pt x="1721" y="33"/>
                    <a:pt x="1157" y="2"/>
                  </a:cubicBezTo>
                  <a:cubicBezTo>
                    <a:pt x="1137" y="1"/>
                    <a:pt x="1117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3"/>
            <p:cNvSpPr/>
            <p:nvPr/>
          </p:nvSpPr>
          <p:spPr>
            <a:xfrm>
              <a:off x="3877771" y="4127386"/>
              <a:ext cx="1341841" cy="174478"/>
            </a:xfrm>
            <a:custGeom>
              <a:avLst/>
              <a:gdLst/>
              <a:ahLst/>
              <a:cxnLst/>
              <a:rect l="l" t="t" r="r" b="b"/>
              <a:pathLst>
                <a:path w="27294" h="3549" extrusionOk="0">
                  <a:moveTo>
                    <a:pt x="0" y="0"/>
                  </a:moveTo>
                  <a:lnTo>
                    <a:pt x="0" y="3548"/>
                  </a:lnTo>
                  <a:lnTo>
                    <a:pt x="27294" y="3548"/>
                  </a:lnTo>
                  <a:lnTo>
                    <a:pt x="2729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3"/>
            <p:cNvSpPr/>
            <p:nvPr/>
          </p:nvSpPr>
          <p:spPr>
            <a:xfrm>
              <a:off x="3872412" y="4122076"/>
              <a:ext cx="1352460" cy="185048"/>
            </a:xfrm>
            <a:custGeom>
              <a:avLst/>
              <a:gdLst/>
              <a:ahLst/>
              <a:cxnLst/>
              <a:rect l="l" t="t" r="r" b="b"/>
              <a:pathLst>
                <a:path w="27510" h="3764" extrusionOk="0">
                  <a:moveTo>
                    <a:pt x="27295" y="214"/>
                  </a:moveTo>
                  <a:lnTo>
                    <a:pt x="27295" y="3549"/>
                  </a:lnTo>
                  <a:lnTo>
                    <a:pt x="213" y="3549"/>
                  </a:lnTo>
                  <a:lnTo>
                    <a:pt x="213" y="214"/>
                  </a:lnTo>
                  <a:close/>
                  <a:moveTo>
                    <a:pt x="0" y="1"/>
                  </a:moveTo>
                  <a:lnTo>
                    <a:pt x="0" y="3764"/>
                  </a:lnTo>
                  <a:lnTo>
                    <a:pt x="27510" y="3764"/>
                  </a:lnTo>
                  <a:lnTo>
                    <a:pt x="275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BCEA6EF-DE2A-41A4-9A1F-2309148F7E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60016" y="2075594"/>
            <a:ext cx="4675199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Same train / validation / test split for both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 selection using validation cross-entropy only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Test set evaluated exactly once per seed after configuration fixed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5 random seeds on digits benchmark → mean ± 95% confidence interval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Reported metrics: classification accuracy + mean cross-entropy loss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428B4-B312-4659-934F-71BBA2AF3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578" y="0"/>
            <a:ext cx="1542422" cy="445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46"/>
          <p:cNvSpPr txBox="1">
            <a:spLocks noGrp="1"/>
          </p:cNvSpPr>
          <p:nvPr>
            <p:ph type="title"/>
          </p:nvPr>
        </p:nvSpPr>
        <p:spPr>
          <a:xfrm>
            <a:off x="423814" y="255567"/>
            <a:ext cx="8160902" cy="63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When Linear Model is Enough</a:t>
            </a:r>
            <a:endParaRPr sz="2400" dirty="0"/>
          </a:p>
        </p:txBody>
      </p:sp>
      <p:sp>
        <p:nvSpPr>
          <p:cNvPr id="1597" name="Google Shape;1597;p46"/>
          <p:cNvSpPr txBox="1">
            <a:spLocks noGrp="1"/>
          </p:cNvSpPr>
          <p:nvPr>
            <p:ph type="subTitle" idx="5"/>
          </p:nvPr>
        </p:nvSpPr>
        <p:spPr>
          <a:xfrm>
            <a:off x="423814" y="1560074"/>
            <a:ext cx="7477759" cy="17001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>
                <a:latin typeface="Bahnschrift Light SemiCondensed" panose="020B0502040204020203" pitchFamily="34" charset="0"/>
              </a:rPr>
              <a:t>Both models draw nearly identical straight-line boundaries. </a:t>
            </a:r>
          </a:p>
          <a:p>
            <a:pPr marL="0" indent="0"/>
            <a:r>
              <a:rPr lang="en-US" sz="2000" dirty="0">
                <a:latin typeface="Bahnschrift Light SemiCondensed" panose="020B0502040204020203" pitchFamily="34" charset="0"/>
              </a:rPr>
              <a:t>Softmax regression already finds the correct decision boundary</a:t>
            </a:r>
          </a:p>
          <a:p>
            <a:pPr marL="0" indent="0"/>
            <a:r>
              <a:rPr lang="en-US" sz="2000" dirty="0">
                <a:latin typeface="Bahnschrift Light SemiCondensed" panose="020B0502040204020203" pitchFamily="34" charset="0"/>
              </a:rPr>
              <a:t>Neural network adds zero benefit — same accuracy, more parameters.</a:t>
            </a:r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3E5D0-3BAC-48F6-A175-900035ECA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052" y="2751436"/>
            <a:ext cx="6015157" cy="24101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A3C7C9-0287-4B80-A2E6-0DA10DCCF60D}"/>
              </a:ext>
            </a:extLst>
          </p:cNvPr>
          <p:cNvSpPr txBox="1"/>
          <p:nvPr/>
        </p:nvSpPr>
        <p:spPr>
          <a:xfrm>
            <a:off x="423814" y="3390616"/>
            <a:ext cx="27122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Light SemiCondensed" panose="020B0502040204020203" pitchFamily="34" charset="0"/>
              </a:rPr>
              <a:t>Conclusion: when classes are linearly separable, complexity is unjustified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ACFA32-FAE2-4707-B6A5-31D9B3F86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787" y="0"/>
            <a:ext cx="1542422" cy="445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46"/>
          <p:cNvSpPr txBox="1">
            <a:spLocks noGrp="1"/>
          </p:cNvSpPr>
          <p:nvPr>
            <p:ph type="title"/>
          </p:nvPr>
        </p:nvSpPr>
        <p:spPr>
          <a:xfrm>
            <a:off x="423814" y="316826"/>
            <a:ext cx="8160902" cy="63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When The Hidden Layer Changes Everything</a:t>
            </a:r>
            <a:endParaRPr sz="2400" dirty="0"/>
          </a:p>
        </p:txBody>
      </p:sp>
      <p:sp>
        <p:nvSpPr>
          <p:cNvPr id="1597" name="Google Shape;1597;p46"/>
          <p:cNvSpPr txBox="1">
            <a:spLocks noGrp="1"/>
          </p:cNvSpPr>
          <p:nvPr>
            <p:ph type="subTitle" idx="5"/>
          </p:nvPr>
        </p:nvSpPr>
        <p:spPr>
          <a:xfrm>
            <a:off x="423814" y="1022672"/>
            <a:ext cx="7477759" cy="21133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>
                <a:latin typeface="Bahnschrift Light SemiCondensed" panose="020B0502040204020203" pitchFamily="34" charset="0"/>
              </a:rPr>
              <a:t>Neural network learns a curved, wave-like boundary that follows the data geometry</a:t>
            </a:r>
          </a:p>
          <a:p>
            <a:pPr marL="0" indent="0"/>
            <a:r>
              <a:rPr lang="en-US" sz="2000" dirty="0">
                <a:latin typeface="Bahnschrift Light SemiCondensed" panose="020B0502040204020203" pitchFamily="34" charset="0"/>
              </a:rPr>
              <a:t>The hidden layer warps the input space before classification — making a nonlinear problem linearly separable in the transformed space</a:t>
            </a:r>
            <a:endParaRPr lang="en-US" sz="2800" dirty="0">
              <a:latin typeface="Bahnschrift Light SemiCondensed" panose="020B0502040204020203" pitchFamily="34" charset="0"/>
            </a:endParaRPr>
          </a:p>
          <a:p>
            <a:pPr marL="0" indent="0"/>
            <a:endParaRPr lang="en-US" sz="2000" dirty="0">
              <a:solidFill>
                <a:schemeClr val="tx1"/>
              </a:solidFill>
              <a:latin typeface="Bahnschrift Light SemiCondensed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3C7C9-0287-4B80-A2E6-0DA10DCCF60D}"/>
              </a:ext>
            </a:extLst>
          </p:cNvPr>
          <p:cNvSpPr txBox="1"/>
          <p:nvPr/>
        </p:nvSpPr>
        <p:spPr>
          <a:xfrm>
            <a:off x="423814" y="3038403"/>
            <a:ext cx="2712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Light SemiCondensed" panose="020B0502040204020203" pitchFamily="34" charset="0"/>
              </a:rPr>
              <a:t>Conclusion: when the true boundary is curved, the hidden layer is genuinely necessary</a:t>
            </a:r>
            <a:endParaRPr lang="en-US" sz="1100" dirty="0">
              <a:latin typeface="Bahnschrift Light SemiCondensed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D8626-EE45-46E5-B05A-F2AD28652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173" y="2542723"/>
            <a:ext cx="6190826" cy="2600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DE02CD-53F2-42FF-9C13-AE53D0C38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578" y="0"/>
            <a:ext cx="1542422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1806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0"/>
          <p:cNvSpPr txBox="1">
            <a:spLocks noGrp="1"/>
          </p:cNvSpPr>
          <p:nvPr>
            <p:ph type="title"/>
          </p:nvPr>
        </p:nvSpPr>
        <p:spPr>
          <a:xfrm>
            <a:off x="225545" y="-287786"/>
            <a:ext cx="6202348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Digits Benchmark — An Honest Result</a:t>
            </a:r>
            <a:endParaRPr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76A49-607B-46C0-9542-38CF5FB94E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5263" y="546027"/>
            <a:ext cx="827347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Softmax regression: ~88% accuracy, stable training from epoch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Neural network with SGD: optimization instability — loss plateaus around 11, accuracy stalls at ~40%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Sudden jumps in loss curve indicate learning rate too large for the higher-dimensional parameter space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This is our failure case: the neural network fails not because the problem is linear, but because SGD at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lr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=0.05 is too aggressive for this architecture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solidFill>
                  <a:schemeClr val="tx1"/>
                </a:solidFill>
                <a:latin typeface="Bahnschrift Light SemiCondensed" panose="020B0502040204020203" pitchFamily="34" charset="0"/>
              </a:rPr>
              <a:t>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more expressive model can underperform if optimization is not properly tuned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E4F93-2BCC-4E6C-88A8-F31AC13A7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908"/>
            <a:ext cx="7606454" cy="2706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A80378-8152-4D09-83FB-29FC63A9B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578" y="-28853"/>
            <a:ext cx="1542422" cy="445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1"/>
          <p:cNvSpPr txBox="1">
            <a:spLocks noGrp="1"/>
          </p:cNvSpPr>
          <p:nvPr>
            <p:ph type="title"/>
          </p:nvPr>
        </p:nvSpPr>
        <p:spPr>
          <a:xfrm>
            <a:off x="209973" y="-859944"/>
            <a:ext cx="6173546" cy="17198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What Five Seeds Add Beyond One Run</a:t>
            </a:r>
            <a:endParaRPr sz="6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31FFEE-8BA5-417F-9E5F-B80359FDDB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8666" y="564150"/>
            <a:ext cx="86427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A single run could be lucky or unlucky due to random initialization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Five seeds give us a distribution of outcomes, not a single point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We report: mean test accuracy ± 2.776 · s/√5 (95% CI, t-distribution df=4)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If confidence intervals overlap → difference is not statistically reliable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If they don't → we can make a genuine claim about which model generalizes better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2800B-83AB-4939-996A-C88C0C957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3918"/>
            <a:ext cx="6924214" cy="3019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36E75-39FE-4A8B-B35A-6D81ECB29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578" y="-1"/>
            <a:ext cx="1542422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73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2"/>
          <p:cNvSpPr txBox="1">
            <a:spLocks noGrp="1"/>
          </p:cNvSpPr>
          <p:nvPr>
            <p:ph type="title"/>
          </p:nvPr>
        </p:nvSpPr>
        <p:spPr>
          <a:xfrm>
            <a:off x="441728" y="3225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Limitations and Conclusion</a:t>
            </a:r>
            <a:endParaRPr sz="2400" dirty="0"/>
          </a:p>
        </p:txBody>
      </p:sp>
      <p:grpSp>
        <p:nvGrpSpPr>
          <p:cNvPr id="1275" name="Google Shape;1275;p42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1276" name="Google Shape;1276;p4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2"/>
          <p:cNvGrpSpPr/>
          <p:nvPr/>
        </p:nvGrpSpPr>
        <p:grpSpPr>
          <a:xfrm>
            <a:off x="7421075" y="4567975"/>
            <a:ext cx="1009703" cy="130500"/>
            <a:chOff x="5461400" y="616025"/>
            <a:chExt cx="1009703" cy="130500"/>
          </a:xfrm>
        </p:grpSpPr>
        <p:sp>
          <p:nvSpPr>
            <p:cNvPr id="1282" name="Google Shape;1282;p4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AEDF5F3-361B-4A1E-997C-96AA809ED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33274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AEDF5F3-361B-4A1E-997C-96AA809ED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274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A0491F-B87B-4DBE-9C3B-6B63E25E4B51}"/>
              </a:ext>
            </a:extLst>
          </p:cNvPr>
          <p:cNvSpPr txBox="1"/>
          <p:nvPr/>
        </p:nvSpPr>
        <p:spPr>
          <a:xfrm>
            <a:off x="441728" y="1147896"/>
            <a:ext cx="1598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useoModerno Medium" panose="020B0604020202020204" charset="0"/>
              </a:rPr>
              <a:t>Limitations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D199D-D9ED-4EAD-A32C-14362641626F}"/>
              </a:ext>
            </a:extLst>
          </p:cNvPr>
          <p:cNvSpPr txBox="1"/>
          <p:nvPr/>
        </p:nvSpPr>
        <p:spPr>
          <a:xfrm>
            <a:off x="4719101" y="1217415"/>
            <a:ext cx="153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useoModerno Medium" panose="020B0604020202020204" charset="0"/>
              </a:rPr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A80D79-876B-4E16-B0D3-560408DC6162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441728" y="1424143"/>
            <a:ext cx="3983172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Only one hidden layer tested — deeper networks not explored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Small datasets — conclusions may not generalize to larger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700" dirty="0">
                <a:solidFill>
                  <a:schemeClr val="tx1"/>
                </a:solidFill>
                <a:latin typeface="Bahnschrift Light SemiCondensed" panose="020B0502040204020203" pitchFamily="34" charset="0"/>
              </a:rPr>
              <a:t>Adam Optimizer is used for main comparison; Though different techniques may give also different outcomes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Five seeds is a modest sample for statistical claims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247F9A-6FB2-4D4D-9A08-732A94FE32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19101" y="1424143"/>
            <a:ext cx="4269114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Linear model is sufficient when data is linearly separable — Gaussian task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Hidden layer is necessary when boundary is curved — Moons task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 complexity must earn its place through held-out evidence, not assumed superiority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Optimization choice matters as much as architecture — failure case on digits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5C2D8C-75D1-4101-9454-11D46F3EE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578" y="-22"/>
            <a:ext cx="1542422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AEDF5F3-361B-4A1E-997C-96AA809ED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33274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AEDF5F3-361B-4A1E-997C-96AA809ED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274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804544-7688-4109-8D42-E7512D602255}"/>
              </a:ext>
            </a:extLst>
          </p:cNvPr>
          <p:cNvSpPr txBox="1"/>
          <p:nvPr/>
        </p:nvSpPr>
        <p:spPr>
          <a:xfrm>
            <a:off x="1700107" y="1573074"/>
            <a:ext cx="57437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MuseoModerno Medium" panose="020B0604020202020204" charset="0"/>
              </a:rPr>
              <a:t>Thanks for Your     Attention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6C0C1A-1330-4201-AA56-D57CA015E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578" y="0"/>
            <a:ext cx="1542422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12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600</Words>
  <Application>Microsoft Office PowerPoint</Application>
  <PresentationFormat>On-screen Show (16:9)</PresentationFormat>
  <Paragraphs>71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Cambria Math</vt:lpstr>
      <vt:lpstr>Arial</vt:lpstr>
      <vt:lpstr>DM Sans</vt:lpstr>
      <vt:lpstr>MuseoModerno Medium</vt:lpstr>
      <vt:lpstr>Nunito Light</vt:lpstr>
      <vt:lpstr>Maven Pro</vt:lpstr>
      <vt:lpstr>Bahnschrift Light SemiCondensed</vt:lpstr>
      <vt:lpstr>All About Artificial Intelligence by Slidesgo</vt:lpstr>
      <vt:lpstr>MathType 7.0 Equation</vt:lpstr>
      <vt:lpstr>Equation</vt:lpstr>
      <vt:lpstr> Math4AI Capstone  From Linear Scores to a Single Hidden Layer: A Mathematical Study of Simple Learning Systems  </vt:lpstr>
      <vt:lpstr>When does a one-hidden-layer neural network genuinely outperform a linear classifier And when is the added complexity unnecessary?</vt:lpstr>
      <vt:lpstr>Our Models and Data</vt:lpstr>
      <vt:lpstr>Experimental Protocol</vt:lpstr>
      <vt:lpstr>When Linear Model is Enough</vt:lpstr>
      <vt:lpstr>When The Hidden Layer Changes Everything</vt:lpstr>
      <vt:lpstr>Digits Benchmark — An Honest Result</vt:lpstr>
      <vt:lpstr>What Five Seeds Add Beyond One Run</vt:lpstr>
      <vt:lpstr>Limitations and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Math4AI Capstone</dc:title>
  <dc:creator>MSI</dc:creator>
  <cp:lastModifiedBy>Qurban Burcuzadə</cp:lastModifiedBy>
  <cp:revision>14</cp:revision>
  <dcterms:modified xsi:type="dcterms:W3CDTF">2026-04-02T17:52:31Z</dcterms:modified>
</cp:coreProperties>
</file>